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omments/modernComment_9F1_F9DC56D1.xml" ContentType="application/vnd.ms-powerpoint.comments+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76" r:id="rId5"/>
  </p:sldMasterIdLst>
  <p:notesMasterIdLst>
    <p:notesMasterId r:id="rId31"/>
  </p:notesMasterIdLst>
  <p:sldIdLst>
    <p:sldId id="257" r:id="rId6"/>
    <p:sldId id="1767" r:id="rId7"/>
    <p:sldId id="259" r:id="rId8"/>
    <p:sldId id="1780" r:id="rId9"/>
    <p:sldId id="266" r:id="rId10"/>
    <p:sldId id="268" r:id="rId11"/>
    <p:sldId id="267" r:id="rId12"/>
    <p:sldId id="261" r:id="rId13"/>
    <p:sldId id="262" r:id="rId14"/>
    <p:sldId id="256" r:id="rId15"/>
    <p:sldId id="263" r:id="rId16"/>
    <p:sldId id="1782" r:id="rId17"/>
    <p:sldId id="2511" r:id="rId18"/>
    <p:sldId id="2546" r:id="rId19"/>
    <p:sldId id="2551" r:id="rId20"/>
    <p:sldId id="2545" r:id="rId21"/>
    <p:sldId id="2553" r:id="rId22"/>
    <p:sldId id="2512" r:id="rId23"/>
    <p:sldId id="2549" r:id="rId24"/>
    <p:sldId id="1978" r:id="rId25"/>
    <p:sldId id="2550" r:id="rId26"/>
    <p:sldId id="2518" r:id="rId27"/>
    <p:sldId id="2514" r:id="rId28"/>
    <p:sldId id="2552" r:id="rId29"/>
    <p:sldId id="264"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AA38527-8D5C-CB09-2F5E-EA8CC4B339B4}" name="Dieter Rauscher" initials="DR" userId="S::dirausch@microsoft.com::b2d00f3c-a835-495f-9ea3-b5a0ba5013b9" providerId="AD"/>
  <p188:author id="{AE79C155-DF3C-0EFE-49F1-65E667979CC4}" name="Jill Leary" initials="JL" userId="S::jileary@microsoft.com::5a04458c-cc82-4fe6-9cc3-6fbb3d3c426f"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1861" autoAdjust="0"/>
  </p:normalViewPr>
  <p:slideViewPr>
    <p:cSldViewPr snapToGrid="0">
      <p:cViewPr varScale="1">
        <p:scale>
          <a:sx n="61" d="100"/>
          <a:sy n="61" d="100"/>
        </p:scale>
        <p:origin x="90" y="6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 Type="http://schemas.openxmlformats.org/officeDocument/2006/relationships/customXml" Target="../customXml/item3.xml"/><Relationship Id="rId21" Type="http://schemas.openxmlformats.org/officeDocument/2006/relationships/slide" Target="slides/slide16.xml"/><Relationship Id="rId34" Type="http://schemas.openxmlformats.org/officeDocument/2006/relationships/theme" Target="theme/theme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microsoft.com/office/2018/10/relationships/authors" Target="author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tableStyles" Target="tableStyles.xml"/><Relationship Id="rId8" Type="http://schemas.openxmlformats.org/officeDocument/2006/relationships/slide" Target="slides/slide3.xml"/></Relationships>
</file>

<file path=ppt/comments/modernComment_9F1_F9DC56D1.xml><?xml version="1.0" encoding="utf-8"?>
<p188:cmLst xmlns:a="http://schemas.openxmlformats.org/drawingml/2006/main" xmlns:r="http://schemas.openxmlformats.org/officeDocument/2006/relationships" xmlns:p188="http://schemas.microsoft.com/office/powerpoint/2018/8/main">
  <p188:cm id="{C346F754-D68F-417F-A70E-0A23A2F19200}" authorId="{AE79C155-DF3C-0EFE-49F1-65E667979CC4}" status="resolved" created="2021-07-07T19:50:57.832">
    <ac:deMkLst xmlns:ac="http://schemas.microsoft.com/office/drawing/2013/main/command">
      <pc:docMk xmlns:pc="http://schemas.microsoft.com/office/powerpoint/2013/main/command"/>
      <pc:sldMk xmlns:pc="http://schemas.microsoft.com/office/powerpoint/2013/main/command" cId="4191966929" sldId="2545"/>
      <ac:picMk id="5" creationId="{D93CDF2D-7131-4F28-878D-8771FFC671DD}"/>
    </ac:deMkLst>
    <p188:replyLst>
      <p188:reply id="{A07A1C44-A80C-45EF-BA19-546E7C763FA4}" authorId="{4AA38527-8D5C-CB09-2F5E-EA8CC4B339B4}" created="2021-07-07T20:27:07.619">
        <p188:txBody>
          <a:bodyPr/>
          <a:lstStyle/>
          <a:p>
            <a:r>
              <a:rPr lang="de-DE"/>
              <a:t>Btw, we do NOT need a new screenshot I'd say. Just realized, this screenshot shows only the lower part of the actual settings with the most important points. So keep it as it is.</a:t>
            </a:r>
          </a:p>
        </p188:txBody>
      </p188:reply>
    </p188:replyLst>
    <p188:txBody>
      <a:bodyPr/>
      <a:lstStyle/>
      <a:p>
        <a:r>
          <a:rPr lang="en-US"/>
          <a:t>update screenshot </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DCF0F1E-8D6C-49A1-A065-0BD9FEE31739}" type="datetimeFigureOut">
              <a:rPr lang="en-US" smtClean="0"/>
              <a:t>4/25/2022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F677A5-4713-44F4-90AD-252DD64AF978}" type="slidenum">
              <a:rPr lang="en-US" smtClean="0"/>
              <a:t>‹#›</a:t>
            </a:fld>
            <a:endParaRPr lang="en-US"/>
          </a:p>
        </p:txBody>
      </p:sp>
    </p:spTree>
    <p:extLst>
      <p:ext uri="{BB962C8B-B14F-4D97-AF65-F5344CB8AC3E}">
        <p14:creationId xmlns:p14="http://schemas.microsoft.com/office/powerpoint/2010/main" val="17884432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docs.microsoft.com/en-us/azure/network-watcher/connection-monitor-overview" TargetMode="External"/><Relationship Id="rId2" Type="http://schemas.openxmlformats.org/officeDocument/2006/relationships/slide" Target="../slides/slide5.xml"/><Relationship Id="rId1" Type="http://schemas.openxmlformats.org/officeDocument/2006/relationships/notesMaster" Target="../notesMasters/notesMaster1.xml"/><Relationship Id="rId6" Type="http://schemas.openxmlformats.org/officeDocument/2006/relationships/hyperlink" Target="https://docs.microsoft.com/en-us/azure/azure-monitor/insights/network-insights-overview?toc=/azure/networking/toc.json" TargetMode="External"/><Relationship Id="rId5" Type="http://schemas.openxmlformats.org/officeDocument/2006/relationships/hyperlink" Target="https://docs.microsoft.com/en-us/azure/network-watcher/traffic-analytics" TargetMode="External"/><Relationship Id="rId4" Type="http://schemas.openxmlformats.org/officeDocument/2006/relationships/hyperlink" Target="https://docs.microsoft.com/en-us/azure/network-watcher/network-watcher-nsg-flow-logging-overview" TargetMode="Externa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Secure and Monitor Networks (15–20%)</a:t>
            </a:r>
          </a:p>
          <a:p>
            <a:r>
              <a:rPr lang="en-US"/>
              <a:t>Monitor networks </a:t>
            </a:r>
          </a:p>
          <a:p>
            <a:r>
              <a:rPr lang="en-US"/>
              <a:t> configure network health alerts and logging by using Azure Monitor </a:t>
            </a:r>
          </a:p>
          <a:p>
            <a:r>
              <a:rPr lang="en-US"/>
              <a:t> create and configure a Connection Monitor instance</a:t>
            </a:r>
          </a:p>
          <a:p>
            <a:r>
              <a:rPr lang="en-US"/>
              <a:t>  configure and use Traffic Analytics </a:t>
            </a:r>
          </a:p>
          <a:p>
            <a:r>
              <a:rPr lang="en-US"/>
              <a:t> configure NSG flow logs</a:t>
            </a:r>
          </a:p>
          <a:p>
            <a:r>
              <a:rPr lang="en-US"/>
              <a:t>  enable and configure diagnostic logging </a:t>
            </a:r>
          </a:p>
          <a:p>
            <a:r>
              <a:rPr lang="en-US"/>
              <a:t> configure Azure Network Watcher</a:t>
            </a:r>
            <a:endParaRPr lang="en-IN"/>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1</a:t>
            </a:fld>
            <a:endParaRPr lang="en-US"/>
          </a:p>
        </p:txBody>
      </p:sp>
    </p:spTree>
    <p:extLst>
      <p:ext uri="{BB962C8B-B14F-4D97-AF65-F5344CB8AC3E}">
        <p14:creationId xmlns:p14="http://schemas.microsoft.com/office/powerpoint/2010/main" val="12579459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Module overview</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r>
              <a:rPr lang="en-US" altLang="zh-CN" dirty="0"/>
              <a:t>Secure and Monitor Networks (15–20%)</a:t>
            </a:r>
          </a:p>
          <a:p>
            <a:r>
              <a:rPr lang="en-US" altLang="zh-CN" dirty="0"/>
              <a:t>Monitor networks </a:t>
            </a:r>
          </a:p>
          <a:p>
            <a:r>
              <a:rPr lang="en-US" altLang="zh-CN" dirty="0"/>
              <a:t> configure network health alerts and logging by using Azure Monitor </a:t>
            </a:r>
          </a:p>
          <a:p>
            <a:r>
              <a:rPr lang="en-US" altLang="zh-CN" dirty="0"/>
              <a:t> create and configure a Connection Monitor instance</a:t>
            </a:r>
          </a:p>
          <a:p>
            <a:r>
              <a:rPr lang="en-US" altLang="zh-CN" dirty="0"/>
              <a:t>  configure and use Traffic Analytics </a:t>
            </a:r>
          </a:p>
          <a:p>
            <a:r>
              <a:rPr lang="en-US" altLang="zh-CN" dirty="0"/>
              <a:t> configure NSG flow logs</a:t>
            </a:r>
          </a:p>
          <a:p>
            <a:r>
              <a:rPr lang="en-US" altLang="zh-CN" dirty="0"/>
              <a:t>  enable and configure diagnostic logging </a:t>
            </a:r>
          </a:p>
          <a:p>
            <a:r>
              <a:rPr lang="en-US" altLang="zh-CN" dirty="0"/>
              <a:t> configure Azure Network Watcher</a:t>
            </a:r>
            <a:endParaRPr lang="en-IN" altLang="zh-CN" dirty="0"/>
          </a:p>
          <a:p>
            <a:endParaRPr lang="en-US" altLang="zh-CN" dirty="0"/>
          </a:p>
        </p:txBody>
      </p:sp>
      <p:sp>
        <p:nvSpPr>
          <p:cNvPr id="4" name="Header Placeholder 3"/>
          <p:cNvSpPr>
            <a:spLocks noGrp="1"/>
          </p:cNvSpPr>
          <p:nvPr>
            <p:ph type="hdr" sz="quarter" idx="10"/>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C9F26854-F9AE-4E32-B2A5-59EE421C280D}"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4/25/2022 1:09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0711540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3</a:t>
            </a:fld>
            <a:endParaRPr lang="en-US"/>
          </a:p>
        </p:txBody>
      </p:sp>
    </p:spTree>
    <p:extLst>
      <p:ext uri="{BB962C8B-B14F-4D97-AF65-F5344CB8AC3E}">
        <p14:creationId xmlns:p14="http://schemas.microsoft.com/office/powerpoint/2010/main" val="41481041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C9F26854-F9AE-4E32-B2A5-59EE421C280D}"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4/25/2022 1:09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3343806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0"/>
              </a:spcBef>
              <a:spcAft>
                <a:spcPts val="1000"/>
              </a:spcAft>
            </a:pPr>
            <a:r>
              <a:rPr lang="en-US" sz="2800" b="0" i="0">
                <a:solidFill>
                  <a:srgbClr val="171717"/>
                </a:solidFill>
                <a:effectLst/>
                <a:latin typeface="Segoe UI" panose="020B0502040204020203" pitchFamily="34" charset="0"/>
              </a:rPr>
              <a:t>Azure Monitor for Networks provides a comprehensive view of health and metrics for all deployed network resources, without requiring any configuration. It also provides access to network monitoring capabilities like </a:t>
            </a:r>
            <a:r>
              <a:rPr lang="en-US" sz="2800" b="0" i="0" u="none" strike="noStrike">
                <a:effectLst/>
                <a:latin typeface="Segoe UI" panose="020B0502040204020203" pitchFamily="34" charset="0"/>
                <a:hlinkClick r:id="rId3"/>
              </a:rPr>
              <a:t>Connection Monitor</a:t>
            </a:r>
            <a:r>
              <a:rPr lang="en-US" sz="2800" b="0" i="0">
                <a:solidFill>
                  <a:srgbClr val="171717"/>
                </a:solidFill>
                <a:effectLst/>
                <a:latin typeface="Segoe UI" panose="020B0502040204020203" pitchFamily="34" charset="0"/>
              </a:rPr>
              <a:t>, </a:t>
            </a:r>
            <a:r>
              <a:rPr lang="en-US" sz="2800" b="0" i="0" u="none" strike="noStrike">
                <a:effectLst/>
                <a:latin typeface="Segoe UI" panose="020B0502040204020203" pitchFamily="34" charset="0"/>
                <a:hlinkClick r:id="rId4"/>
              </a:rPr>
              <a:t>flow logging for network security groups</a:t>
            </a:r>
            <a:r>
              <a:rPr lang="en-US" sz="2800" b="0" i="0">
                <a:solidFill>
                  <a:srgbClr val="171717"/>
                </a:solidFill>
                <a:effectLst/>
                <a:latin typeface="Segoe UI" panose="020B0502040204020203" pitchFamily="34" charset="0"/>
              </a:rPr>
              <a:t>, and </a:t>
            </a:r>
            <a:r>
              <a:rPr lang="en-US" sz="2800" b="0" i="0" u="none" strike="noStrike">
                <a:effectLst/>
                <a:latin typeface="Segoe UI" panose="020B0502040204020203" pitchFamily="34" charset="0"/>
                <a:hlinkClick r:id="rId5"/>
              </a:rPr>
              <a:t>Traffic Analytics</a:t>
            </a:r>
            <a:r>
              <a:rPr lang="en-US" sz="2800" b="0" i="0">
                <a:solidFill>
                  <a:srgbClr val="171717"/>
                </a:solidFill>
                <a:effectLst/>
                <a:latin typeface="Segoe UI" panose="020B0502040204020203" pitchFamily="34" charset="0"/>
              </a:rPr>
              <a:t>. For more information, see </a:t>
            </a:r>
            <a:r>
              <a:rPr lang="en-US" sz="2800" b="0" i="0" u="none" strike="noStrike">
                <a:effectLst/>
                <a:latin typeface="Segoe UI" panose="020B0502040204020203" pitchFamily="34" charset="0"/>
                <a:hlinkClick r:id="rId6"/>
              </a:rPr>
              <a:t>Azure Monitor Network Insights</a:t>
            </a:r>
            <a:r>
              <a:rPr lang="en-US" sz="2800" b="0" i="0">
                <a:solidFill>
                  <a:srgbClr val="171717"/>
                </a:solidFill>
                <a:effectLst/>
                <a:latin typeface="Segoe UI" panose="020B0502040204020203" pitchFamily="34" charset="0"/>
              </a:rPr>
              <a:t>.</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1000"/>
              </a:spcAft>
            </a:pPr>
            <a:endParaRPr lang="en-US" sz="180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1000"/>
              </a:spcAft>
            </a:pPr>
            <a:r>
              <a:rPr lang="en-US" sz="1800">
                <a:effectLst/>
                <a:latin typeface="Calibri" panose="020F0502020204030204" pitchFamily="34" charset="0"/>
                <a:ea typeface="Calibri" panose="020F0502020204030204" pitchFamily="34" charset="0"/>
                <a:cs typeface="Times New Roman" panose="02020603050405020304" pitchFamily="18" charset="0"/>
              </a:rPr>
              <a:t>Azure Monitor helps you maximize the availability and performance of your applications and services. It delivers a comprehensive solution for collecting, analyzing, and acting on telemetry from your cloud and on-premises environments. This information helps you understand how your applications are performing and proactively identify issues affecting them and the resources they depend on.</a:t>
            </a:r>
          </a:p>
          <a:p>
            <a:pPr marL="0" marR="0">
              <a:spcBef>
                <a:spcPts val="0"/>
              </a:spcBef>
              <a:spcAft>
                <a:spcPts val="1000"/>
              </a:spcAft>
            </a:pPr>
            <a:r>
              <a:rPr lang="en-US" sz="1800">
                <a:effectLst/>
                <a:latin typeface="Calibri" panose="020F0502020204030204" pitchFamily="34" charset="0"/>
                <a:ea typeface="Calibri" panose="020F0502020204030204" pitchFamily="34" charset="0"/>
                <a:cs typeface="Times New Roman" panose="02020603050405020304" pitchFamily="18" charset="0"/>
              </a:rPr>
              <a:t>Just a few examples of what you can do with Azure Monitor include:</a:t>
            </a:r>
          </a:p>
          <a:p>
            <a:pPr marL="342900" marR="0" lvl="0" indent="-342900">
              <a:spcBef>
                <a:spcPts val="0"/>
              </a:spcBef>
              <a:spcAft>
                <a:spcPts val="0"/>
              </a:spcAft>
              <a:buFont typeface="Symbol" panose="05050102010706020507" pitchFamily="18" charset="2"/>
              <a:buChar char=""/>
            </a:pPr>
            <a:r>
              <a:rPr lang="en-US" sz="1800">
                <a:effectLst/>
                <a:latin typeface="Calibri" panose="020F0502020204030204" pitchFamily="34" charset="0"/>
                <a:ea typeface="Calibri" panose="020F0502020204030204" pitchFamily="34" charset="0"/>
                <a:cs typeface="Times New Roman" panose="02020603050405020304" pitchFamily="18" charset="0"/>
              </a:rPr>
              <a:t>Detect and diagnose issues across applications and dependencies with Application Insights.</a:t>
            </a:r>
          </a:p>
          <a:p>
            <a:pPr marL="342900" marR="0" lvl="0" indent="-342900">
              <a:spcBef>
                <a:spcPts val="0"/>
              </a:spcBef>
              <a:spcAft>
                <a:spcPts val="0"/>
              </a:spcAft>
              <a:buFont typeface="Symbol" panose="05050102010706020507" pitchFamily="18" charset="2"/>
              <a:buChar char=""/>
            </a:pPr>
            <a:r>
              <a:rPr lang="en-US" sz="1800">
                <a:effectLst/>
                <a:latin typeface="Calibri" panose="020F0502020204030204" pitchFamily="34" charset="0"/>
                <a:ea typeface="Calibri" panose="020F0502020204030204" pitchFamily="34" charset="0"/>
                <a:cs typeface="Times New Roman" panose="02020603050405020304" pitchFamily="18" charset="0"/>
              </a:rPr>
              <a:t>Correlate infrastructure issues with VM insights and Container insights.</a:t>
            </a:r>
          </a:p>
          <a:p>
            <a:pPr marL="342900" marR="0" lvl="0" indent="-342900">
              <a:spcBef>
                <a:spcPts val="0"/>
              </a:spcBef>
              <a:spcAft>
                <a:spcPts val="0"/>
              </a:spcAft>
              <a:buFont typeface="Symbol" panose="05050102010706020507" pitchFamily="18" charset="2"/>
              <a:buChar char=""/>
            </a:pPr>
            <a:r>
              <a:rPr lang="en-US" sz="1800">
                <a:effectLst/>
                <a:latin typeface="Calibri" panose="020F0502020204030204" pitchFamily="34" charset="0"/>
                <a:ea typeface="Calibri" panose="020F0502020204030204" pitchFamily="34" charset="0"/>
                <a:cs typeface="Times New Roman" panose="02020603050405020304" pitchFamily="18" charset="0"/>
              </a:rPr>
              <a:t>Drill into your monitoring data with Log Analytics for troubleshooting and deep diagnostics.</a:t>
            </a:r>
          </a:p>
          <a:p>
            <a:pPr marL="342900" marR="0" lvl="0" indent="-342900">
              <a:spcBef>
                <a:spcPts val="0"/>
              </a:spcBef>
              <a:spcAft>
                <a:spcPts val="0"/>
              </a:spcAft>
              <a:buFont typeface="Symbol" panose="05050102010706020507" pitchFamily="18" charset="2"/>
              <a:buChar char=""/>
            </a:pPr>
            <a:r>
              <a:rPr lang="en-US" sz="1800">
                <a:effectLst/>
                <a:latin typeface="Calibri" panose="020F0502020204030204" pitchFamily="34" charset="0"/>
                <a:ea typeface="Calibri" panose="020F0502020204030204" pitchFamily="34" charset="0"/>
                <a:cs typeface="Times New Roman" panose="02020603050405020304" pitchFamily="18" charset="0"/>
              </a:rPr>
              <a:t>Support operations at scale with smart alerts and automated actions.</a:t>
            </a:r>
          </a:p>
          <a:p>
            <a:pPr marL="342900" marR="0" lvl="0" indent="-342900">
              <a:spcBef>
                <a:spcPts val="0"/>
              </a:spcBef>
              <a:spcAft>
                <a:spcPts val="0"/>
              </a:spcAft>
              <a:buFont typeface="Symbol" panose="05050102010706020507" pitchFamily="18" charset="2"/>
              <a:buChar char=""/>
            </a:pPr>
            <a:r>
              <a:rPr lang="en-US" sz="1800">
                <a:effectLst/>
                <a:latin typeface="Calibri" panose="020F0502020204030204" pitchFamily="34" charset="0"/>
                <a:ea typeface="Calibri" panose="020F0502020204030204" pitchFamily="34" charset="0"/>
                <a:cs typeface="Times New Roman" panose="02020603050405020304" pitchFamily="18" charset="0"/>
              </a:rPr>
              <a:t>Create visualizations with Azure dashboards and workbooks.</a:t>
            </a:r>
          </a:p>
          <a:p>
            <a:pPr marL="342900" marR="0" lvl="0" indent="-342900">
              <a:spcBef>
                <a:spcPts val="0"/>
              </a:spcBef>
              <a:spcAft>
                <a:spcPts val="1000"/>
              </a:spcAft>
              <a:buFont typeface="Symbol" panose="05050102010706020507" pitchFamily="18" charset="2"/>
              <a:buChar char=""/>
            </a:pPr>
            <a:r>
              <a:rPr lang="en-US" sz="1800">
                <a:effectLst/>
                <a:latin typeface="Calibri" panose="020F0502020204030204" pitchFamily="34" charset="0"/>
                <a:ea typeface="Calibri" panose="020F0502020204030204" pitchFamily="34" charset="0"/>
                <a:cs typeface="Times New Roman" panose="02020603050405020304" pitchFamily="18" charset="0"/>
              </a:rPr>
              <a:t>Collect data from monitored resources using Azure Monitor Metrics.</a:t>
            </a:r>
          </a:p>
          <a:p>
            <a:pPr marL="0" marR="0">
              <a:spcBef>
                <a:spcPts val="0"/>
              </a:spcBef>
              <a:spcAft>
                <a:spcPts val="1000"/>
              </a:spcAft>
            </a:pPr>
            <a:r>
              <a:rPr lang="en-US" sz="1800">
                <a:effectLst/>
                <a:latin typeface="Calibri" panose="020F0502020204030204" pitchFamily="34" charset="0"/>
                <a:ea typeface="Calibri" panose="020F0502020204030204" pitchFamily="34" charset="0"/>
                <a:cs typeface="Times New Roman" panose="02020603050405020304" pitchFamily="18" charset="0"/>
              </a:rPr>
              <a:t>The diagram below offers a high-level view of Azure Monitor. At the center of the diagram are the data stores for metrics and logs, which are the two fundamental types of data used by Azure Monitor. On the left are the sources of monitoring data that populate these data stores. On the right are the different functions that Azure Monitor performs with this collected data. This includes such actions as analysis, alerting, and streaming to external systems.</a:t>
            </a:r>
          </a:p>
          <a:p>
            <a:endParaRPr lang="en-US"/>
          </a:p>
        </p:txBody>
      </p:sp>
      <p:sp>
        <p:nvSpPr>
          <p:cNvPr id="4" name="Slide Number Placeholder 3"/>
          <p:cNvSpPr>
            <a:spLocks noGrp="1"/>
          </p:cNvSpPr>
          <p:nvPr>
            <p:ph type="sldNum" sz="quarter" idx="5"/>
          </p:nvPr>
        </p:nvSpPr>
        <p:spPr/>
        <p:txBody>
          <a:bodyPr/>
          <a:lstStyle/>
          <a:p>
            <a:fld id="{47F677A5-4713-44F4-90AD-252DD64AF978}" type="slidenum">
              <a:rPr lang="en-US" smtClean="0"/>
              <a:t>5</a:t>
            </a:fld>
            <a:endParaRPr lang="en-US"/>
          </a:p>
        </p:txBody>
      </p:sp>
    </p:spTree>
    <p:extLst>
      <p:ext uri="{BB962C8B-B14F-4D97-AF65-F5344CB8AC3E}">
        <p14:creationId xmlns:p14="http://schemas.microsoft.com/office/powerpoint/2010/main" val="11731158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a:effectLst/>
                <a:latin typeface="Calibri" panose="020F0502020204030204" pitchFamily="34" charset="0"/>
                <a:ea typeface="Calibri" panose="020F0502020204030204" pitchFamily="34" charset="0"/>
                <a:cs typeface="Times New Roman" panose="02020603050405020304" pitchFamily="18" charset="0"/>
              </a:rPr>
              <a:t>You can access metrics from the </a:t>
            </a:r>
            <a:r>
              <a:rPr lang="en-US" sz="1800" b="1">
                <a:effectLst/>
                <a:latin typeface="Calibri" panose="020F0502020204030204" pitchFamily="34" charset="0"/>
                <a:ea typeface="Calibri" panose="020F0502020204030204" pitchFamily="34" charset="0"/>
                <a:cs typeface="Times New Roman" panose="02020603050405020304" pitchFamily="18" charset="0"/>
              </a:rPr>
              <a:t>Metrics</a:t>
            </a:r>
            <a:r>
              <a:rPr lang="en-US" sz="1800">
                <a:effectLst/>
                <a:latin typeface="Calibri" panose="020F0502020204030204" pitchFamily="34" charset="0"/>
                <a:ea typeface="Calibri" panose="020F0502020204030204" pitchFamily="34" charset="0"/>
                <a:cs typeface="Times New Roman" panose="02020603050405020304" pitchFamily="18" charset="0"/>
              </a:rPr>
              <a:t> option in the Azure Monitor menu.</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a:effectLst/>
                <a:latin typeface="Calibri" panose="020F0502020204030204" pitchFamily="34" charset="0"/>
                <a:ea typeface="Calibri" panose="020F0502020204030204" pitchFamily="34" charset="0"/>
                <a:cs typeface="Times New Roman" panose="02020603050405020304" pitchFamily="18" charset="0"/>
              </a:rPr>
              <a:t>You can also access metrics from the </a:t>
            </a:r>
            <a:r>
              <a:rPr lang="en-US" sz="1800" b="1">
                <a:effectLst/>
                <a:latin typeface="Calibri" panose="020F0502020204030204" pitchFamily="34" charset="0"/>
                <a:ea typeface="Calibri" panose="020F0502020204030204" pitchFamily="34" charset="0"/>
                <a:cs typeface="Times New Roman" panose="02020603050405020304" pitchFamily="18" charset="0"/>
              </a:rPr>
              <a:t>Metrics </a:t>
            </a:r>
            <a:r>
              <a:rPr lang="en-US" sz="1800">
                <a:effectLst/>
                <a:latin typeface="Calibri" panose="020F0502020204030204" pitchFamily="34" charset="0"/>
                <a:ea typeface="Calibri" panose="020F0502020204030204" pitchFamily="34" charset="0"/>
                <a:cs typeface="Times New Roman" panose="02020603050405020304" pitchFamily="18" charset="0"/>
              </a:rPr>
              <a:t>menu of most other services and resources in the Azure portal. The screenshot below for example, displays the </a:t>
            </a:r>
            <a:r>
              <a:rPr lang="en-US" sz="1800" b="1">
                <a:effectLst/>
                <a:latin typeface="Calibri" panose="020F0502020204030204" pitchFamily="34" charset="0"/>
                <a:ea typeface="Calibri" panose="020F0502020204030204" pitchFamily="34" charset="0"/>
                <a:cs typeface="Times New Roman" panose="02020603050405020304" pitchFamily="18" charset="0"/>
              </a:rPr>
              <a:t>Metrics</a:t>
            </a:r>
            <a:r>
              <a:rPr lang="en-US" sz="1800">
                <a:effectLst/>
                <a:latin typeface="Calibri" panose="020F0502020204030204" pitchFamily="34" charset="0"/>
                <a:ea typeface="Calibri" panose="020F0502020204030204" pitchFamily="34" charset="0"/>
                <a:cs typeface="Times New Roman" panose="02020603050405020304" pitchFamily="18" charset="0"/>
              </a:rPr>
              <a:t> page for a virtual network resource.</a:t>
            </a:r>
          </a:p>
          <a:p>
            <a:pPr marL="0" marR="0">
              <a:spcBef>
                <a:spcPts val="0"/>
              </a:spcBef>
              <a:spcAft>
                <a:spcPts val="1000"/>
              </a:spcAft>
            </a:pPr>
            <a:endParaRPr lang="en-US" sz="180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1000"/>
              </a:spcAft>
            </a:pPr>
            <a:r>
              <a:rPr lang="en-US" sz="1800">
                <a:effectLst/>
                <a:latin typeface="Calibri" panose="020F0502020204030204" pitchFamily="34" charset="0"/>
                <a:ea typeface="Calibri" panose="020F0502020204030204" pitchFamily="34" charset="0"/>
                <a:cs typeface="Times New Roman" panose="02020603050405020304" pitchFamily="18" charset="0"/>
              </a:rPr>
              <a:t>The data collected by Azure Monitor Metrics is stored in a time-series database which is optimized for analyzing time-stamped data. Each set of metric values is a time series with the following properties:</a:t>
            </a:r>
          </a:p>
          <a:p>
            <a:pPr marL="342900" marR="0" lvl="0" indent="-342900">
              <a:spcBef>
                <a:spcPts val="0"/>
              </a:spcBef>
              <a:spcAft>
                <a:spcPts val="0"/>
              </a:spcAft>
              <a:buFont typeface="Symbol" panose="05050102010706020507" pitchFamily="18" charset="2"/>
              <a:buChar char=""/>
            </a:pPr>
            <a:r>
              <a:rPr lang="en-US" sz="1800">
                <a:effectLst/>
                <a:latin typeface="Calibri" panose="020F0502020204030204" pitchFamily="34" charset="0"/>
                <a:ea typeface="Calibri" panose="020F0502020204030204" pitchFamily="34" charset="0"/>
                <a:cs typeface="Times New Roman" panose="02020603050405020304" pitchFamily="18" charset="0"/>
              </a:rPr>
              <a:t>The time the value was collected</a:t>
            </a:r>
          </a:p>
          <a:p>
            <a:pPr marL="342900" marR="0" lvl="0" indent="-342900">
              <a:spcBef>
                <a:spcPts val="0"/>
              </a:spcBef>
              <a:spcAft>
                <a:spcPts val="0"/>
              </a:spcAft>
              <a:buFont typeface="Symbol" panose="05050102010706020507" pitchFamily="18" charset="2"/>
              <a:buChar char=""/>
            </a:pPr>
            <a:r>
              <a:rPr lang="en-US" sz="1800">
                <a:effectLst/>
                <a:latin typeface="Calibri" panose="020F0502020204030204" pitchFamily="34" charset="0"/>
                <a:ea typeface="Calibri" panose="020F0502020204030204" pitchFamily="34" charset="0"/>
                <a:cs typeface="Times New Roman" panose="02020603050405020304" pitchFamily="18" charset="0"/>
              </a:rPr>
              <a:t>The resource the value is associated with</a:t>
            </a:r>
          </a:p>
          <a:p>
            <a:pPr marL="342900" marR="0" lvl="0" indent="-342900">
              <a:spcBef>
                <a:spcPts val="0"/>
              </a:spcBef>
              <a:spcAft>
                <a:spcPts val="0"/>
              </a:spcAft>
              <a:buFont typeface="Symbol" panose="05050102010706020507" pitchFamily="18" charset="2"/>
              <a:buChar char=""/>
            </a:pPr>
            <a:r>
              <a:rPr lang="en-US" sz="1800">
                <a:effectLst/>
                <a:latin typeface="Calibri" panose="020F0502020204030204" pitchFamily="34" charset="0"/>
                <a:ea typeface="Calibri" panose="020F0502020204030204" pitchFamily="34" charset="0"/>
                <a:cs typeface="Times New Roman" panose="02020603050405020304" pitchFamily="18" charset="0"/>
              </a:rPr>
              <a:t>A namespace that acts like a category for the metric</a:t>
            </a:r>
          </a:p>
          <a:p>
            <a:pPr marL="342900" marR="0" lvl="0" indent="-342900">
              <a:spcBef>
                <a:spcPts val="0"/>
              </a:spcBef>
              <a:spcAft>
                <a:spcPts val="0"/>
              </a:spcAft>
              <a:buFont typeface="Symbol" panose="05050102010706020507" pitchFamily="18" charset="2"/>
              <a:buChar char=""/>
            </a:pPr>
            <a:r>
              <a:rPr lang="en-US" sz="1800">
                <a:effectLst/>
                <a:latin typeface="Calibri" panose="020F0502020204030204" pitchFamily="34" charset="0"/>
                <a:ea typeface="Calibri" panose="020F0502020204030204" pitchFamily="34" charset="0"/>
                <a:cs typeface="Times New Roman" panose="02020603050405020304" pitchFamily="18" charset="0"/>
              </a:rPr>
              <a:t>A metric name</a:t>
            </a:r>
          </a:p>
          <a:p>
            <a:pPr marL="342900" marR="0" lvl="0" indent="-342900">
              <a:spcBef>
                <a:spcPts val="0"/>
              </a:spcBef>
              <a:spcAft>
                <a:spcPts val="1000"/>
              </a:spcAft>
              <a:buFont typeface="Symbol" panose="05050102010706020507" pitchFamily="18" charset="2"/>
              <a:buChar char=""/>
            </a:pPr>
            <a:r>
              <a:rPr lang="en-US" sz="1800">
                <a:effectLst/>
                <a:latin typeface="Calibri" panose="020F0502020204030204" pitchFamily="34" charset="0"/>
                <a:ea typeface="Calibri" panose="020F0502020204030204" pitchFamily="34" charset="0"/>
                <a:cs typeface="Times New Roman" panose="02020603050405020304" pitchFamily="18" charset="0"/>
              </a:rPr>
              <a:t>The value itself</a:t>
            </a:r>
          </a:p>
          <a:p>
            <a:pPr marL="342900" marR="0" lvl="0" indent="-342900">
              <a:spcBef>
                <a:spcPts val="0"/>
              </a:spcBef>
              <a:spcAft>
                <a:spcPts val="1000"/>
              </a:spcAft>
              <a:buFont typeface="Symbol" panose="05050102010706020507" pitchFamily="18" charset="2"/>
              <a:buChar char=""/>
            </a:pPr>
            <a:endParaRPr lang="en-US" sz="180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1000"/>
              </a:spcAft>
              <a:buClrTx/>
              <a:buSzTx/>
              <a:buFont typeface="Symbol" panose="05050102010706020507" pitchFamily="18" charset="2"/>
              <a:buNone/>
              <a:tabLst/>
              <a:defRPr/>
            </a:pPr>
            <a:r>
              <a:rPr lang="en-US" sz="1800">
                <a:effectLst/>
                <a:latin typeface="Calibri" panose="020F0502020204030204" pitchFamily="34" charset="0"/>
                <a:ea typeface="Calibri" panose="020F0502020204030204" pitchFamily="34" charset="0"/>
                <a:cs typeface="Times New Roman" panose="02020603050405020304" pitchFamily="18" charset="0"/>
              </a:rPr>
              <a:t>You can click on these graphs to open the data in </a:t>
            </a:r>
            <a:r>
              <a:rPr lang="en-US" sz="1800" b="1">
                <a:effectLst/>
                <a:latin typeface="Calibri" panose="020F0502020204030204" pitchFamily="34" charset="0"/>
                <a:ea typeface="Calibri" panose="020F0502020204030204" pitchFamily="34" charset="0"/>
                <a:cs typeface="Times New Roman" panose="02020603050405020304" pitchFamily="18" charset="0"/>
              </a:rPr>
              <a:t>Metrics Explorer</a:t>
            </a:r>
            <a:r>
              <a:rPr lang="en-US" sz="1800">
                <a:effectLst/>
                <a:latin typeface="Calibri" panose="020F0502020204030204" pitchFamily="34" charset="0"/>
                <a:ea typeface="Calibri" panose="020F0502020204030204" pitchFamily="34" charset="0"/>
                <a:cs typeface="Times New Roman" panose="02020603050405020304" pitchFamily="18" charset="0"/>
              </a:rPr>
              <a:t> in the Azure portal, which allows you to interactively analyze the data in your metric database and chart the values of multiple metrics over time. You can also pin the charts to a dashboard to view them with other visualizations later. You can also retrieve metrics by using the Azure monitoring REST API.</a:t>
            </a:r>
          </a:p>
          <a:p>
            <a:pPr marL="342900" marR="0" lvl="0" indent="-342900">
              <a:spcBef>
                <a:spcPts val="0"/>
              </a:spcBef>
              <a:spcAft>
                <a:spcPts val="1000"/>
              </a:spcAft>
              <a:buFont typeface="Symbol" panose="05050102010706020507" pitchFamily="18" charset="2"/>
              <a:buChar char=""/>
            </a:pPr>
            <a:endParaRPr lang="en-US" sz="1800">
              <a:effectLst/>
              <a:latin typeface="Calibri" panose="020F0502020204030204" pitchFamily="34" charset="0"/>
              <a:ea typeface="Calibri" panose="020F0502020204030204" pitchFamily="34" charset="0"/>
              <a:cs typeface="Times New Roman" panose="02020603050405020304" pitchFamily="18" charset="0"/>
            </a:endParaRPr>
          </a:p>
          <a:p>
            <a:endParaRPr lang="en-US"/>
          </a:p>
        </p:txBody>
      </p:sp>
      <p:sp>
        <p:nvSpPr>
          <p:cNvPr id="4" name="Slide Number Placeholder 3"/>
          <p:cNvSpPr>
            <a:spLocks noGrp="1"/>
          </p:cNvSpPr>
          <p:nvPr>
            <p:ph type="sldNum" sz="quarter" idx="5"/>
          </p:nvPr>
        </p:nvSpPr>
        <p:spPr/>
        <p:txBody>
          <a:bodyPr/>
          <a:lstStyle/>
          <a:p>
            <a:fld id="{47F677A5-4713-44F4-90AD-252DD64AF978}" type="slidenum">
              <a:rPr lang="en-US" smtClean="0"/>
              <a:t>6</a:t>
            </a:fld>
            <a:endParaRPr lang="en-US"/>
          </a:p>
        </p:txBody>
      </p:sp>
    </p:spTree>
    <p:extLst>
      <p:ext uri="{BB962C8B-B14F-4D97-AF65-F5344CB8AC3E}">
        <p14:creationId xmlns:p14="http://schemas.microsoft.com/office/powerpoint/2010/main" val="27665846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0"/>
              </a:spcBef>
              <a:spcAft>
                <a:spcPts val="1000"/>
              </a:spcAft>
            </a:pPr>
            <a:r>
              <a:rPr lang="en-US" sz="1800">
                <a:effectLst/>
                <a:latin typeface="Calibri" panose="020F0502020204030204" pitchFamily="34" charset="0"/>
                <a:ea typeface="Calibri" panose="020F0502020204030204" pitchFamily="34" charset="0"/>
                <a:cs typeface="Times New Roman" panose="02020603050405020304" pitchFamily="18" charset="0"/>
              </a:rPr>
              <a:t>Azure Monitor Network Insights is structured around these key components of monitoring:</a:t>
            </a:r>
          </a:p>
          <a:p>
            <a:pPr marL="342900" marR="0" lvl="0" indent="-342900">
              <a:spcBef>
                <a:spcPts val="0"/>
              </a:spcBef>
              <a:spcAft>
                <a:spcPts val="0"/>
              </a:spcAft>
              <a:buFont typeface="Symbol" panose="05050102010706020507" pitchFamily="18" charset="2"/>
              <a:buChar char=""/>
            </a:pPr>
            <a:r>
              <a:rPr lang="en-US" sz="1800">
                <a:effectLst/>
                <a:latin typeface="Calibri" panose="020F0502020204030204" pitchFamily="34" charset="0"/>
                <a:ea typeface="Calibri" panose="020F0502020204030204" pitchFamily="34" charset="0"/>
                <a:cs typeface="Times New Roman" panose="02020603050405020304" pitchFamily="18" charset="0"/>
              </a:rPr>
              <a:t>Network health and metrics</a:t>
            </a:r>
          </a:p>
          <a:p>
            <a:pPr marL="342900" marR="0" lvl="0" indent="-342900">
              <a:spcBef>
                <a:spcPts val="0"/>
              </a:spcBef>
              <a:spcAft>
                <a:spcPts val="0"/>
              </a:spcAft>
              <a:buFont typeface="Symbol" panose="05050102010706020507" pitchFamily="18" charset="2"/>
              <a:buChar char=""/>
            </a:pPr>
            <a:r>
              <a:rPr lang="en-US" sz="1800">
                <a:effectLst/>
                <a:latin typeface="Calibri" panose="020F0502020204030204" pitchFamily="34" charset="0"/>
                <a:ea typeface="Calibri" panose="020F0502020204030204" pitchFamily="34" charset="0"/>
                <a:cs typeface="Times New Roman" panose="02020603050405020304" pitchFamily="18" charset="0"/>
              </a:rPr>
              <a:t>Connectivity</a:t>
            </a:r>
          </a:p>
          <a:p>
            <a:pPr marL="342900" marR="0" lvl="0" indent="-342900">
              <a:spcBef>
                <a:spcPts val="0"/>
              </a:spcBef>
              <a:spcAft>
                <a:spcPts val="0"/>
              </a:spcAft>
              <a:buFont typeface="Symbol" panose="05050102010706020507" pitchFamily="18" charset="2"/>
              <a:buChar char=""/>
            </a:pPr>
            <a:r>
              <a:rPr lang="en-US" sz="1800">
                <a:effectLst/>
                <a:latin typeface="Calibri" panose="020F0502020204030204" pitchFamily="34" charset="0"/>
                <a:ea typeface="Calibri" panose="020F0502020204030204" pitchFamily="34" charset="0"/>
                <a:cs typeface="Times New Roman" panose="02020603050405020304" pitchFamily="18" charset="0"/>
              </a:rPr>
              <a:t>Traffic</a:t>
            </a:r>
          </a:p>
          <a:p>
            <a:pPr marL="342900" marR="0" lvl="0" indent="-342900">
              <a:spcBef>
                <a:spcPts val="0"/>
              </a:spcBef>
              <a:spcAft>
                <a:spcPts val="1000"/>
              </a:spcAft>
              <a:buFont typeface="Symbol" panose="05050102010706020507" pitchFamily="18" charset="2"/>
              <a:buChar char=""/>
            </a:pPr>
            <a:r>
              <a:rPr lang="en-US" sz="1800">
                <a:effectLst/>
                <a:latin typeface="Calibri" panose="020F0502020204030204" pitchFamily="34" charset="0"/>
                <a:ea typeface="Calibri" panose="020F0502020204030204" pitchFamily="34" charset="0"/>
                <a:cs typeface="Times New Roman" panose="02020603050405020304" pitchFamily="18" charset="0"/>
              </a:rPr>
              <a:t>Diagnostic Toolkit</a:t>
            </a:r>
          </a:p>
          <a:p>
            <a:endParaRPr lang="en-US"/>
          </a:p>
        </p:txBody>
      </p:sp>
      <p:sp>
        <p:nvSpPr>
          <p:cNvPr id="4" name="Slide Number Placeholder 3"/>
          <p:cNvSpPr>
            <a:spLocks noGrp="1"/>
          </p:cNvSpPr>
          <p:nvPr>
            <p:ph type="sldNum" sz="quarter" idx="5"/>
          </p:nvPr>
        </p:nvSpPr>
        <p:spPr/>
        <p:txBody>
          <a:bodyPr/>
          <a:lstStyle/>
          <a:p>
            <a:fld id="{47F677A5-4713-44F4-90AD-252DD64AF978}" type="slidenum">
              <a:rPr lang="en-US" smtClean="0"/>
              <a:t>7</a:t>
            </a:fld>
            <a:endParaRPr lang="en-US"/>
          </a:p>
        </p:txBody>
      </p:sp>
    </p:spTree>
    <p:extLst>
      <p:ext uri="{BB962C8B-B14F-4D97-AF65-F5344CB8AC3E}">
        <p14:creationId xmlns:p14="http://schemas.microsoft.com/office/powerpoint/2010/main" val="34989914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Learn - https://docs.microsoft.com/en-us/learn/browse/</a:t>
            </a:r>
          </a:p>
          <a:p>
            <a:endParaRPr lang="en-US"/>
          </a:p>
        </p:txBody>
      </p:sp>
      <p:sp>
        <p:nvSpPr>
          <p:cNvPr id="4" name="Slide Number Placeholder 3"/>
          <p:cNvSpPr>
            <a:spLocks noGrp="1"/>
          </p:cNvSpPr>
          <p:nvPr>
            <p:ph type="sldNum" sz="quarter" idx="5"/>
          </p:nvPr>
        </p:nvSpPr>
        <p:spPr/>
        <p:txBody>
          <a:bodyPr/>
          <a:lstStyle/>
          <a:p>
            <a:fld id="{8507DC7E-BC41-4478-BA30-CBCC3A644F0A}" type="slidenum">
              <a:rPr lang="en-US" smtClean="0"/>
              <a:t>8</a:t>
            </a:fld>
            <a:endParaRPr lang="en-US"/>
          </a:p>
        </p:txBody>
      </p:sp>
    </p:spTree>
    <p:extLst>
      <p:ext uri="{BB962C8B-B14F-4D97-AF65-F5344CB8AC3E}">
        <p14:creationId xmlns:p14="http://schemas.microsoft.com/office/powerpoint/2010/main" val="29526231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9</a:t>
            </a:fld>
            <a:endParaRPr lang="en-US"/>
          </a:p>
        </p:txBody>
      </p:sp>
    </p:spTree>
    <p:extLst>
      <p:ext uri="{BB962C8B-B14F-4D97-AF65-F5344CB8AC3E}">
        <p14:creationId xmlns:p14="http://schemas.microsoft.com/office/powerpoint/2010/main" val="41481041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en-US" b="0" i="0" dirty="0">
                <a:solidFill>
                  <a:srgbClr val="24292E"/>
                </a:solidFill>
                <a:effectLst/>
                <a:latin typeface="-apple-system"/>
              </a:rPr>
              <a:t>Create a Log Analytics Workspace</a:t>
            </a:r>
          </a:p>
          <a:p>
            <a:pPr algn="l">
              <a:buFont typeface="Arial" panose="020B0604020202020204" pitchFamily="34" charset="0"/>
              <a:buChar char="•"/>
            </a:pPr>
            <a:r>
              <a:rPr lang="en-US" b="0" i="0" dirty="0">
                <a:solidFill>
                  <a:srgbClr val="24292E"/>
                </a:solidFill>
                <a:effectLst/>
                <a:latin typeface="-apple-system"/>
              </a:rPr>
              <a:t>Use Functional Dependency View</a:t>
            </a:r>
          </a:p>
          <a:p>
            <a:pPr algn="l">
              <a:buFont typeface="Arial" panose="020B0604020202020204" pitchFamily="34" charset="0"/>
              <a:buChar char="•"/>
            </a:pPr>
            <a:r>
              <a:rPr lang="en-US" b="0" i="0" dirty="0">
                <a:solidFill>
                  <a:srgbClr val="24292E"/>
                </a:solidFill>
                <a:effectLst/>
                <a:latin typeface="-apple-system"/>
              </a:rPr>
              <a:t>View detailed metrics</a:t>
            </a:r>
          </a:p>
          <a:p>
            <a:pPr algn="l">
              <a:buFont typeface="Arial" panose="020B0604020202020204" pitchFamily="34" charset="0"/>
              <a:buChar char="•"/>
            </a:pPr>
            <a:r>
              <a:rPr lang="en-US" b="0" i="0" dirty="0">
                <a:solidFill>
                  <a:srgbClr val="24292E"/>
                </a:solidFill>
                <a:effectLst/>
                <a:latin typeface="-apple-system"/>
              </a:rPr>
              <a:t>View resource health</a:t>
            </a:r>
          </a:p>
          <a:p>
            <a:pPr algn="l">
              <a:buFont typeface="Arial" panose="020B0604020202020204" pitchFamily="34" charset="0"/>
              <a:buChar char="•"/>
            </a:pPr>
            <a:r>
              <a:rPr lang="en-US" b="0" i="0" dirty="0">
                <a:solidFill>
                  <a:srgbClr val="24292E"/>
                </a:solidFill>
                <a:effectLst/>
                <a:latin typeface="-apple-system"/>
              </a:rPr>
              <a:t>Configure diagnostic settings</a:t>
            </a:r>
          </a:p>
          <a:p>
            <a:pPr algn="l">
              <a:buFont typeface="Arial" panose="020B0604020202020204" pitchFamily="34" charset="0"/>
              <a:buChar char="•"/>
            </a:pPr>
            <a:r>
              <a:rPr lang="en-US" b="0" i="0" dirty="0">
                <a:solidFill>
                  <a:srgbClr val="24292E"/>
                </a:solidFill>
                <a:effectLst/>
                <a:latin typeface="-apple-system"/>
              </a:rPr>
              <a:t>Clean up resources</a:t>
            </a:r>
          </a:p>
          <a:p>
            <a:endParaRPr lang="en-US" dirty="0"/>
          </a:p>
        </p:txBody>
      </p:sp>
      <p:sp>
        <p:nvSpPr>
          <p:cNvPr id="4" name="Slide Number Placeholder 3"/>
          <p:cNvSpPr>
            <a:spLocks noGrp="1"/>
          </p:cNvSpPr>
          <p:nvPr>
            <p:ph type="sldNum" sz="quarter" idx="5"/>
          </p:nvPr>
        </p:nvSpPr>
        <p:spPr/>
        <p:txBody>
          <a:bodyPr/>
          <a:lstStyle/>
          <a:p>
            <a:fld id="{47F677A5-4713-44F4-90AD-252DD64AF978}" type="slidenum">
              <a:rPr lang="en-US" smtClean="0"/>
              <a:t>10</a:t>
            </a:fld>
            <a:endParaRPr lang="en-US"/>
          </a:p>
        </p:txBody>
      </p:sp>
    </p:spTree>
    <p:extLst>
      <p:ext uri="{BB962C8B-B14F-4D97-AF65-F5344CB8AC3E}">
        <p14:creationId xmlns:p14="http://schemas.microsoft.com/office/powerpoint/2010/main" val="42095012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9B9185C-5C72-45C2-88F0-D7DF9039278A}" type="slidenum">
              <a:rPr lang="en-US" smtClean="0"/>
              <a:t>11</a:t>
            </a:fld>
            <a:endParaRPr lang="en-US"/>
          </a:p>
        </p:txBody>
      </p:sp>
    </p:spTree>
    <p:extLst>
      <p:ext uri="{BB962C8B-B14F-4D97-AF65-F5344CB8AC3E}">
        <p14:creationId xmlns:p14="http://schemas.microsoft.com/office/powerpoint/2010/main" val="11668233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Configure and manage virtual networking (25-30%)</a:t>
            </a:r>
          </a:p>
          <a:p>
            <a:pPr algn="l"/>
            <a:r>
              <a:rPr lang="en-US" altLang="zh-CN" b="0" i="0" dirty="0">
                <a:effectLst/>
                <a:latin typeface="Segoe UI" panose="020B0502040204020203" pitchFamily="34" charset="0"/>
              </a:rPr>
              <a:t>Implement and manage virtual networking</a:t>
            </a:r>
          </a:p>
          <a:p>
            <a:r>
              <a:rPr lang="en-US" altLang="zh-CN" b="0" i="0" dirty="0">
                <a:effectLst/>
                <a:latin typeface="Segoe UI" panose="020B0502040204020203" pitchFamily="34" charset="0"/>
              </a:rPr>
              <a:t>* Configure Azure DNS, including custom DNS settings and private or public DNS zones.</a:t>
            </a:r>
          </a:p>
          <a:p>
            <a:br>
              <a:rPr lang="en-US" altLang="zh-CN" dirty="0"/>
            </a:br>
            <a:endParaRPr lang="en-US" altLang="zh-CN" dirty="0"/>
          </a:p>
        </p:txBody>
      </p:sp>
      <p:sp>
        <p:nvSpPr>
          <p:cNvPr id="4" name="Header Placeholder 3"/>
          <p:cNvSpPr>
            <a:spLocks noGrp="1"/>
          </p:cNvSpPr>
          <p:nvPr>
            <p:ph type="hdr" sz="quarter" idx="10"/>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C9F26854-F9AE-4E32-B2A5-59EE421C280D}"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4/25/2022 1:13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7361266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4/25/2022 1:09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13</a:t>
            </a:fld>
            <a:endParaRPr lang="en-US"/>
          </a:p>
        </p:txBody>
      </p:sp>
    </p:spTree>
    <p:extLst>
      <p:ext uri="{BB962C8B-B14F-4D97-AF65-F5344CB8AC3E}">
        <p14:creationId xmlns:p14="http://schemas.microsoft.com/office/powerpoint/2010/main" val="69418738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View the topology of an Azure virtual network - https://docs.microsoft.com/en-us/azure/network-watcher/view-network-topology</a:t>
            </a:r>
          </a:p>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14</a:t>
            </a:fld>
            <a:endParaRPr lang="en-US"/>
          </a:p>
        </p:txBody>
      </p:sp>
    </p:spTree>
    <p:extLst>
      <p:ext uri="{BB962C8B-B14F-4D97-AF65-F5344CB8AC3E}">
        <p14:creationId xmlns:p14="http://schemas.microsoft.com/office/powerpoint/2010/main" val="148860745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1000"/>
              </a:spcAft>
              <a:buClrTx/>
              <a:buSzTx/>
              <a:buFontTx/>
              <a:buNone/>
              <a:tabLst/>
              <a:defRPr/>
            </a:pPr>
            <a:r>
              <a:rPr lang="en-US" sz="1800">
                <a:effectLst/>
                <a:latin typeface="Calibri" panose="020F0502020204030204" pitchFamily="34" charset="0"/>
                <a:ea typeface="Calibri" panose="020F0502020204030204" pitchFamily="34" charset="0"/>
                <a:cs typeface="Times New Roman" panose="02020603050405020304" pitchFamily="18" charset="0"/>
              </a:rPr>
              <a:t>Connection Monitor provides unified end-to-end connection monitoring in Azure Network Watcher. The Connection Monitor feature supports hybrid and Azure cloud deployments. Network Watcher provides tools to monitor, diagnose, and view connectivity-related metrics for your Azure deployments.</a:t>
            </a:r>
          </a:p>
          <a:p>
            <a:pPr marL="0" marR="0">
              <a:spcBef>
                <a:spcPts val="0"/>
              </a:spcBef>
              <a:spcAft>
                <a:spcPts val="1000"/>
              </a:spcAft>
            </a:pPr>
            <a:endParaRPr lang="en-US" sz="180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1000"/>
              </a:spcAft>
            </a:pPr>
            <a:r>
              <a:rPr lang="en-US" sz="1800">
                <a:effectLst/>
                <a:latin typeface="Calibri" panose="020F0502020204030204" pitchFamily="34" charset="0"/>
                <a:ea typeface="Calibri" panose="020F0502020204030204" pitchFamily="34" charset="0"/>
                <a:cs typeface="Times New Roman" panose="02020603050405020304" pitchFamily="18" charset="0"/>
              </a:rPr>
              <a:t>Here are some use cases for Connection Monitor:</a:t>
            </a:r>
          </a:p>
          <a:p>
            <a:pPr marL="342900" marR="0" lvl="0" indent="-342900">
              <a:spcBef>
                <a:spcPts val="0"/>
              </a:spcBef>
              <a:spcAft>
                <a:spcPts val="0"/>
              </a:spcAft>
              <a:buFont typeface="Symbol" panose="05050102010706020507" pitchFamily="18" charset="2"/>
              <a:buChar char=""/>
            </a:pPr>
            <a:r>
              <a:rPr lang="en-US" sz="1800">
                <a:effectLst/>
                <a:latin typeface="Calibri" panose="020F0502020204030204" pitchFamily="34" charset="0"/>
                <a:ea typeface="Calibri" panose="020F0502020204030204" pitchFamily="34" charset="0"/>
                <a:cs typeface="Times New Roman" panose="02020603050405020304" pitchFamily="18" charset="0"/>
              </a:rPr>
              <a:t>Your front-end web server VM communicates with a database server VM in a multi-tier application. You want to check network connectivity between the two VMs.</a:t>
            </a:r>
          </a:p>
          <a:p>
            <a:pPr marL="342900" marR="0" lvl="0" indent="-342900">
              <a:spcBef>
                <a:spcPts val="0"/>
              </a:spcBef>
              <a:spcAft>
                <a:spcPts val="0"/>
              </a:spcAft>
              <a:buFont typeface="Symbol" panose="05050102010706020507" pitchFamily="18" charset="2"/>
              <a:buChar char=""/>
            </a:pPr>
            <a:r>
              <a:rPr lang="en-US" sz="1800">
                <a:effectLst/>
                <a:latin typeface="Calibri" panose="020F0502020204030204" pitchFamily="34" charset="0"/>
                <a:ea typeface="Calibri" panose="020F0502020204030204" pitchFamily="34" charset="0"/>
                <a:cs typeface="Times New Roman" panose="02020603050405020304" pitchFamily="18" charset="0"/>
              </a:rPr>
              <a:t>You want VMs in the East US region to ping VMs in the Central US region, and you want to compare cross-region network latencies.</a:t>
            </a:r>
          </a:p>
          <a:p>
            <a:pPr marL="342900" marR="0" lvl="0" indent="-342900">
              <a:spcBef>
                <a:spcPts val="0"/>
              </a:spcBef>
              <a:spcAft>
                <a:spcPts val="0"/>
              </a:spcAft>
              <a:buFont typeface="Symbol" panose="05050102010706020507" pitchFamily="18" charset="2"/>
              <a:buChar char=""/>
            </a:pPr>
            <a:r>
              <a:rPr lang="en-US" sz="1800">
                <a:effectLst/>
                <a:latin typeface="Calibri" panose="020F0502020204030204" pitchFamily="34" charset="0"/>
                <a:ea typeface="Calibri" panose="020F0502020204030204" pitchFamily="34" charset="0"/>
                <a:cs typeface="Times New Roman" panose="02020603050405020304" pitchFamily="18" charset="0"/>
              </a:rPr>
              <a:t>You have multiple on-premises office sites in Seattle, Washington, and in Ashburn, Virginia. Your office sites connect to Microsoft 365 URLs. For your users of Microsoft 365 URLs, compare the latencies between Seattle and Ashburn.</a:t>
            </a:r>
          </a:p>
          <a:p>
            <a:pPr marL="342900" marR="0" lvl="0" indent="-342900">
              <a:spcBef>
                <a:spcPts val="0"/>
              </a:spcBef>
              <a:spcAft>
                <a:spcPts val="0"/>
              </a:spcAft>
              <a:buFont typeface="Symbol" panose="05050102010706020507" pitchFamily="18" charset="2"/>
              <a:buChar char=""/>
            </a:pPr>
            <a:r>
              <a:rPr lang="en-US" sz="1800">
                <a:effectLst/>
                <a:latin typeface="Calibri" panose="020F0502020204030204" pitchFamily="34" charset="0"/>
                <a:ea typeface="Calibri" panose="020F0502020204030204" pitchFamily="34" charset="0"/>
                <a:cs typeface="Times New Roman" panose="02020603050405020304" pitchFamily="18" charset="0"/>
              </a:rPr>
              <a:t>Your hybrid application needs connectivity to an Azure Storage endpoint. Your on-premises site and your Azure application connect to the same Azure Storage endpoint. You want to compare the latencies of the on-premises site to the latencies of the Azure application.</a:t>
            </a:r>
          </a:p>
          <a:p>
            <a:pPr marL="342900" marR="0" lvl="0" indent="-342900">
              <a:spcBef>
                <a:spcPts val="0"/>
              </a:spcBef>
              <a:spcAft>
                <a:spcPts val="1000"/>
              </a:spcAft>
              <a:buFont typeface="Symbol" panose="05050102010706020507" pitchFamily="18" charset="2"/>
              <a:buChar char=""/>
            </a:pPr>
            <a:r>
              <a:rPr lang="en-US" sz="1800">
                <a:effectLst/>
                <a:latin typeface="Calibri" panose="020F0502020204030204" pitchFamily="34" charset="0"/>
                <a:ea typeface="Calibri" panose="020F0502020204030204" pitchFamily="34" charset="0"/>
                <a:cs typeface="Times New Roman" panose="02020603050405020304" pitchFamily="18" charset="0"/>
              </a:rPr>
              <a:t>You want to check the connectivity between your on-premises setups and the Azure VMs that host your cloud application.</a:t>
            </a:r>
          </a:p>
          <a:p>
            <a:endParaRPr lang="en-US"/>
          </a:p>
        </p:txBody>
      </p:sp>
      <p:sp>
        <p:nvSpPr>
          <p:cNvPr id="4" name="Slide Number Placeholder 3"/>
          <p:cNvSpPr>
            <a:spLocks noGrp="1"/>
          </p:cNvSpPr>
          <p:nvPr>
            <p:ph type="sldNum" sz="quarter" idx="5"/>
          </p:nvPr>
        </p:nvSpPr>
        <p:spPr/>
        <p:txBody>
          <a:bodyPr/>
          <a:lstStyle/>
          <a:p>
            <a:fld id="{47F677A5-4713-44F4-90AD-252DD64AF978}" type="slidenum">
              <a:rPr lang="en-US" smtClean="0"/>
              <a:t>15</a:t>
            </a:fld>
            <a:endParaRPr lang="en-US"/>
          </a:p>
        </p:txBody>
      </p:sp>
    </p:spTree>
    <p:extLst>
      <p:ext uri="{BB962C8B-B14F-4D97-AF65-F5344CB8AC3E}">
        <p14:creationId xmlns:p14="http://schemas.microsoft.com/office/powerpoint/2010/main" val="168674070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Introduction to IP flow verify in Azure Network Watcher - https://docs.microsoft.com/en-us/azure/network-watcher/network-watcher-ip-flow-verify-overview</a:t>
            </a:r>
          </a:p>
          <a:p>
            <a:endParaRPr lang="en-US"/>
          </a:p>
          <a:p>
            <a:endParaRPr lang="en-US"/>
          </a:p>
          <a:p>
            <a:endParaRPr lang="en-US"/>
          </a:p>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16</a:t>
            </a:fld>
            <a:endParaRPr lang="en-US"/>
          </a:p>
        </p:txBody>
      </p:sp>
    </p:spTree>
    <p:extLst>
      <p:ext uri="{BB962C8B-B14F-4D97-AF65-F5344CB8AC3E}">
        <p14:creationId xmlns:p14="http://schemas.microsoft.com/office/powerpoint/2010/main" val="385349273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171717"/>
                </a:solidFill>
                <a:effectLst/>
                <a:latin typeface="Segoe UI" panose="020B0502040204020203" pitchFamily="34" charset="0"/>
              </a:rPr>
              <a:t>For a given flow, the Network configuration diagnostics tool runs a simulation of the flow and returns whether the flow would be allowed (or denied) and detailed information about rules allowing/denying the flow. Customers must provide details of a flow like source, destination, protocol, etc. The tool returns whether traffic was allowed or denied, the NSG rules that were evaluated for the specified flow and the evaluation results for every rule.</a:t>
            </a:r>
            <a:endParaRPr lang="en-US" dirty="0"/>
          </a:p>
        </p:txBody>
      </p:sp>
      <p:sp>
        <p:nvSpPr>
          <p:cNvPr id="4" name="Slide Number Placeholder 3"/>
          <p:cNvSpPr>
            <a:spLocks noGrp="1"/>
          </p:cNvSpPr>
          <p:nvPr>
            <p:ph type="sldNum" sz="quarter" idx="5"/>
          </p:nvPr>
        </p:nvSpPr>
        <p:spPr/>
        <p:txBody>
          <a:bodyPr/>
          <a:lstStyle/>
          <a:p>
            <a:fld id="{47F677A5-4713-44F4-90AD-252DD64AF978}" type="slidenum">
              <a:rPr lang="en-US" smtClean="0"/>
              <a:t>17</a:t>
            </a:fld>
            <a:endParaRPr lang="en-US"/>
          </a:p>
        </p:txBody>
      </p:sp>
    </p:spTree>
    <p:extLst>
      <p:ext uri="{BB962C8B-B14F-4D97-AF65-F5344CB8AC3E}">
        <p14:creationId xmlns:p14="http://schemas.microsoft.com/office/powerpoint/2010/main" val="226434509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Use next hop to diagnose virtual machine routing problems - https://docs.microsoft.com/en-us/azure/network-watcher/network-watcher-next-hop-overview</a:t>
            </a:r>
          </a:p>
          <a:p>
            <a:endParaRPr 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4/25/2022 1:09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18</a:t>
            </a:fld>
            <a:endParaRPr lang="en-US"/>
          </a:p>
        </p:txBody>
      </p:sp>
    </p:spTree>
    <p:extLst>
      <p:ext uri="{BB962C8B-B14F-4D97-AF65-F5344CB8AC3E}">
        <p14:creationId xmlns:p14="http://schemas.microsoft.com/office/powerpoint/2010/main" val="116620328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Introduction to Effective security rules view in Azure Network Watcher - https://docs.microsoft.com/en-us/azure/network-watcher/network-watcher-security-group-view-overview</a:t>
            </a:r>
          </a:p>
          <a:p>
            <a:endParaRPr 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4/25/2022 1:09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19</a:t>
            </a:fld>
            <a:endParaRPr lang="en-US"/>
          </a:p>
        </p:txBody>
      </p:sp>
    </p:spTree>
    <p:extLst>
      <p:ext uri="{BB962C8B-B14F-4D97-AF65-F5344CB8AC3E}">
        <p14:creationId xmlns:p14="http://schemas.microsoft.com/office/powerpoint/2010/main" val="346111719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Introduction to resource troubleshooting in Azure Network Watcher - https://docs.microsoft.com/en-us/azure/network-watcher/network-watcher-troubleshoot-overview</a:t>
            </a:r>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4/25/2022 1:09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20</a:t>
            </a:fld>
            <a:endParaRPr lang="en-US"/>
          </a:p>
        </p:txBody>
      </p:sp>
    </p:spTree>
    <p:extLst>
      <p:ext uri="{BB962C8B-B14F-4D97-AF65-F5344CB8AC3E}">
        <p14:creationId xmlns:p14="http://schemas.microsoft.com/office/powerpoint/2010/main" val="25841822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Introduction to variable packet capture in Azure Network Watcher - https://docs.microsoft.com/en-us/azure/network-watcher/network-watcher-packet-capture-overview</a:t>
            </a:r>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4/25/2022 1:09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21</a:t>
            </a:fld>
            <a:endParaRPr lang="en-US"/>
          </a:p>
        </p:txBody>
      </p:sp>
    </p:spTree>
    <p:extLst>
      <p:ext uri="{BB962C8B-B14F-4D97-AF65-F5344CB8AC3E}">
        <p14:creationId xmlns:p14="http://schemas.microsoft.com/office/powerpoint/2010/main" val="381966309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Troubleshoot connections with Azure Network Watcher using the Azure portal - https://docs.microsoft.com/en-us/azure/network-watcher/network-watcher-connectivity-portal</a:t>
            </a:r>
          </a:p>
          <a:p>
            <a:endParaRPr 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4/25/2022 1:09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22</a:t>
            </a:fld>
            <a:endParaRPr lang="en-US"/>
          </a:p>
        </p:txBody>
      </p:sp>
    </p:spTree>
    <p:extLst>
      <p:ext uri="{BB962C8B-B14F-4D97-AF65-F5344CB8AC3E}">
        <p14:creationId xmlns:p14="http://schemas.microsoft.com/office/powerpoint/2010/main" val="86417618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Introduction to flow logging for network security groups - https://docs.microsoft.com/en-us/azure/network-watcher/network-watcher-nsg-flow-logging-overview</a:t>
            </a: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4/25/2022 1:09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23</a:t>
            </a:fld>
            <a:endParaRPr lang="en-US"/>
          </a:p>
        </p:txBody>
      </p:sp>
    </p:spTree>
    <p:extLst>
      <p:ext uri="{BB962C8B-B14F-4D97-AF65-F5344CB8AC3E}">
        <p14:creationId xmlns:p14="http://schemas.microsoft.com/office/powerpoint/2010/main" val="330603769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a:effectLst/>
                <a:latin typeface="Calibri" panose="020F0502020204030204" pitchFamily="34" charset="0"/>
                <a:ea typeface="Calibri" panose="020F0502020204030204" pitchFamily="34" charset="0"/>
                <a:cs typeface="Times New Roman" panose="02020603050405020304" pitchFamily="18" charset="0"/>
              </a:rPr>
              <a:t>Traffic analytics examines the raw NSG flow logs and captures reduced logs by aggregating common flows among the same source IP address, destination IP address, destination port, and protocol. For example, Host 1 (IP address: 10.10.10.10) communicating to Host 2 (IP address: 10.10.20.10), 100 times over a period of 1 hour using port (for example, 80) and protocol (for example, http). The reduced log has one entry, that Host 1 &amp; Host 2 communicated 100 times over a period of 1 hour using port 80 and protocol HTTP, instead of having 100 entries. Reduced logs are enhanced with geography, security, and topology information, and then stored in a Log Analytics workspace. </a:t>
            </a:r>
          </a:p>
          <a:p>
            <a:endParaRPr lang="en-US"/>
          </a:p>
          <a:p>
            <a:pPr marL="0" marR="0">
              <a:spcBef>
                <a:spcPts val="0"/>
              </a:spcBef>
              <a:spcAft>
                <a:spcPts val="1000"/>
              </a:spcAft>
            </a:pPr>
            <a:r>
              <a:rPr lang="en-US" sz="1800">
                <a:effectLst/>
                <a:latin typeface="Calibri" panose="020F0502020204030204" pitchFamily="34" charset="0"/>
                <a:ea typeface="Calibri" panose="020F0502020204030204" pitchFamily="34" charset="0"/>
                <a:cs typeface="Times New Roman" panose="02020603050405020304" pitchFamily="18" charset="0"/>
              </a:rPr>
              <a:t>The key components of Traffic Analytics are:</a:t>
            </a:r>
          </a:p>
          <a:p>
            <a:pPr marL="342900" marR="0" lvl="0" indent="-342900">
              <a:spcBef>
                <a:spcPts val="0"/>
              </a:spcBef>
              <a:spcAft>
                <a:spcPts val="0"/>
              </a:spcAft>
              <a:buFont typeface="Symbol" panose="05050102010706020507" pitchFamily="18" charset="2"/>
              <a:buChar char=""/>
            </a:pPr>
            <a:r>
              <a:rPr lang="en-US" sz="1800" b="1">
                <a:effectLst/>
                <a:latin typeface="Calibri" panose="020F0502020204030204" pitchFamily="34" charset="0"/>
                <a:ea typeface="Calibri" panose="020F0502020204030204" pitchFamily="34" charset="0"/>
                <a:cs typeface="Times New Roman" panose="02020603050405020304" pitchFamily="18" charset="0"/>
              </a:rPr>
              <a:t>Network security group (NSG)</a:t>
            </a:r>
            <a:r>
              <a:rPr lang="en-US" sz="1800">
                <a:effectLst/>
                <a:latin typeface="Calibri" panose="020F0502020204030204" pitchFamily="34" charset="0"/>
                <a:ea typeface="Calibri" panose="020F0502020204030204" pitchFamily="34" charset="0"/>
                <a:cs typeface="Times New Roman" panose="02020603050405020304" pitchFamily="18" charset="0"/>
              </a:rPr>
              <a:t> - Contains a list of security rules that allow or deny network traffic to resources connected to an Azure Virtual Network. NSGs can be associated to subnets, individual VMs (classic), or individual network interfaces (NIC) attached to VMs (Resource Manager). For more information, see Network security group overview.</a:t>
            </a:r>
          </a:p>
          <a:p>
            <a:pPr marL="342900" marR="0" lvl="0" indent="-342900">
              <a:spcBef>
                <a:spcPts val="0"/>
              </a:spcBef>
              <a:spcAft>
                <a:spcPts val="0"/>
              </a:spcAft>
              <a:buFont typeface="Symbol" panose="05050102010706020507" pitchFamily="18" charset="2"/>
              <a:buChar char=""/>
            </a:pPr>
            <a:r>
              <a:rPr lang="en-US" sz="1800" b="1">
                <a:effectLst/>
                <a:latin typeface="Calibri" panose="020F0502020204030204" pitchFamily="34" charset="0"/>
                <a:ea typeface="Calibri" panose="020F0502020204030204" pitchFamily="34" charset="0"/>
                <a:cs typeface="Times New Roman" panose="02020603050405020304" pitchFamily="18" charset="0"/>
              </a:rPr>
              <a:t>Network security group (NSG) flow logs</a:t>
            </a:r>
            <a:r>
              <a:rPr lang="en-US" sz="1800">
                <a:effectLst/>
                <a:latin typeface="Calibri" panose="020F0502020204030204" pitchFamily="34" charset="0"/>
                <a:ea typeface="Calibri" panose="020F0502020204030204" pitchFamily="34" charset="0"/>
                <a:cs typeface="Times New Roman" panose="02020603050405020304" pitchFamily="18" charset="0"/>
              </a:rPr>
              <a:t> - Allow you to view information about ingress and egress IP traffic through a network security group. NSG flow logs are written in json format and show outbound and inbound flows on a per rule basis, the NIC the flow applies to, five-tuple information about the flow (source/destination IP address, source/destination port, and protocol), and if the traffic was allowed or denied. For more information about NSG flow logs, see NSG flow logs.</a:t>
            </a:r>
          </a:p>
          <a:p>
            <a:pPr marL="342900" marR="0" lvl="0" indent="-342900">
              <a:spcBef>
                <a:spcPts val="0"/>
              </a:spcBef>
              <a:spcAft>
                <a:spcPts val="0"/>
              </a:spcAft>
              <a:buFont typeface="Symbol" panose="05050102010706020507" pitchFamily="18" charset="2"/>
              <a:buChar char=""/>
            </a:pPr>
            <a:r>
              <a:rPr lang="en-US" sz="1800" b="1">
                <a:effectLst/>
                <a:latin typeface="Calibri" panose="020F0502020204030204" pitchFamily="34" charset="0"/>
                <a:ea typeface="Calibri" panose="020F0502020204030204" pitchFamily="34" charset="0"/>
                <a:cs typeface="Times New Roman" panose="02020603050405020304" pitchFamily="18" charset="0"/>
              </a:rPr>
              <a:t>Log Analytics</a:t>
            </a:r>
            <a:r>
              <a:rPr lang="en-US" sz="1800">
                <a:effectLst/>
                <a:latin typeface="Calibri" panose="020F0502020204030204" pitchFamily="34" charset="0"/>
                <a:ea typeface="Calibri" panose="020F0502020204030204" pitchFamily="34" charset="0"/>
                <a:cs typeface="Times New Roman" panose="02020603050405020304" pitchFamily="18" charset="0"/>
              </a:rPr>
              <a:t> - An Azure service that collects monitoring data and stores the data in a central repository. This data can include events, performance data, or custom data provided through the Azure API. Once collected, the data is available for alerting, analysis, and export. Monitoring applications such as network performance monitor and traffic analytics are built using Azure Monitor logs as a foundation. For more information, see Azure Monitor logs.</a:t>
            </a:r>
          </a:p>
          <a:p>
            <a:pPr marL="342900" marR="0" lvl="0" indent="-342900">
              <a:spcBef>
                <a:spcPts val="0"/>
              </a:spcBef>
              <a:spcAft>
                <a:spcPts val="0"/>
              </a:spcAft>
              <a:buFont typeface="Symbol" panose="05050102010706020507" pitchFamily="18" charset="2"/>
              <a:buChar char=""/>
            </a:pPr>
            <a:r>
              <a:rPr lang="en-US" sz="1800" b="1">
                <a:effectLst/>
                <a:latin typeface="Calibri" panose="020F0502020204030204" pitchFamily="34" charset="0"/>
                <a:ea typeface="Calibri" panose="020F0502020204030204" pitchFamily="34" charset="0"/>
                <a:cs typeface="Times New Roman" panose="02020603050405020304" pitchFamily="18" charset="0"/>
              </a:rPr>
              <a:t>Log Analytics workspace</a:t>
            </a:r>
            <a:r>
              <a:rPr lang="en-US" sz="1800">
                <a:effectLst/>
                <a:latin typeface="Calibri" panose="020F0502020204030204" pitchFamily="34" charset="0"/>
                <a:ea typeface="Calibri" panose="020F0502020204030204" pitchFamily="34" charset="0"/>
                <a:cs typeface="Times New Roman" panose="02020603050405020304" pitchFamily="18" charset="0"/>
              </a:rPr>
              <a:t> - An instance of Azure Monitor logs, where the data pertaining to an Azure account, is stored. For more information about Log Analytics workspaces, see Create a Log Analytics workspace.</a:t>
            </a:r>
          </a:p>
          <a:p>
            <a:pPr marL="342900" marR="0" lvl="0" indent="-342900">
              <a:spcBef>
                <a:spcPts val="0"/>
              </a:spcBef>
              <a:spcAft>
                <a:spcPts val="1000"/>
              </a:spcAft>
              <a:buFont typeface="Symbol" panose="05050102010706020507" pitchFamily="18" charset="2"/>
              <a:buChar char=""/>
            </a:pPr>
            <a:r>
              <a:rPr lang="en-US" sz="1800" b="1">
                <a:effectLst/>
                <a:latin typeface="Calibri" panose="020F0502020204030204" pitchFamily="34" charset="0"/>
                <a:ea typeface="Calibri" panose="020F0502020204030204" pitchFamily="34" charset="0"/>
                <a:cs typeface="Times New Roman" panose="02020603050405020304" pitchFamily="18" charset="0"/>
              </a:rPr>
              <a:t>Network Watcher</a:t>
            </a:r>
            <a:r>
              <a:rPr lang="en-US" sz="1800">
                <a:effectLst/>
                <a:latin typeface="Calibri" panose="020F0502020204030204" pitchFamily="34" charset="0"/>
                <a:ea typeface="Calibri" panose="020F0502020204030204" pitchFamily="34" charset="0"/>
                <a:cs typeface="Times New Roman" panose="02020603050405020304" pitchFamily="18" charset="0"/>
              </a:rPr>
              <a:t> - A regional service that enables you to monitor and diagnose conditions at a network scenario level in Azure. You can turn NSG flow logs on and off with Network Watcher. For more information, see Network Watcher.</a:t>
            </a:r>
          </a:p>
          <a:p>
            <a:endParaRPr lang="en-US"/>
          </a:p>
        </p:txBody>
      </p:sp>
      <p:sp>
        <p:nvSpPr>
          <p:cNvPr id="4" name="Slide Number Placeholder 3"/>
          <p:cNvSpPr>
            <a:spLocks noGrp="1"/>
          </p:cNvSpPr>
          <p:nvPr>
            <p:ph type="sldNum" sz="quarter" idx="5"/>
          </p:nvPr>
        </p:nvSpPr>
        <p:spPr/>
        <p:txBody>
          <a:bodyPr/>
          <a:lstStyle/>
          <a:p>
            <a:fld id="{47F677A5-4713-44F4-90AD-252DD64AF978}" type="slidenum">
              <a:rPr lang="en-US" smtClean="0"/>
              <a:t>24</a:t>
            </a:fld>
            <a:endParaRPr lang="en-US"/>
          </a:p>
        </p:txBody>
      </p:sp>
    </p:spTree>
    <p:extLst>
      <p:ext uri="{BB962C8B-B14F-4D97-AF65-F5344CB8AC3E}">
        <p14:creationId xmlns:p14="http://schemas.microsoft.com/office/powerpoint/2010/main" val="207084622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507DC7E-BC41-4478-BA30-CBCC3A644F0A}" type="slidenum">
              <a:rPr lang="en-US" smtClean="0"/>
              <a:t>25</a:t>
            </a:fld>
            <a:endParaRPr lang="en-US"/>
          </a:p>
        </p:txBody>
      </p:sp>
    </p:spTree>
    <p:extLst>
      <p:ext uri="{BB962C8B-B14F-4D97-AF65-F5344CB8AC3E}">
        <p14:creationId xmlns:p14="http://schemas.microsoft.com/office/powerpoint/2010/main" val="29526231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4/25/2022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4/25/2022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4/25/2022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4/25/2022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4/25/2022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4/25/2022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4/25/2022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4/25/2022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4/25/2022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4/25/2022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4/25/2022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1_Title slide 4">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D09A9D1-6212-8B49-96D7-B3E9D17D4BAB}"/>
              </a:ext>
            </a:extLst>
          </p:cNvPr>
          <p:cNvSpPr>
            <a:spLocks noGrp="1"/>
          </p:cNvSpPr>
          <p:nvPr>
            <p:ph type="title"/>
          </p:nvPr>
        </p:nvSpPr>
        <p:spPr>
          <a:xfrm>
            <a:off x="428681" y="2532448"/>
            <a:ext cx="5428936" cy="1793104"/>
          </a:xfrm>
          <a:prstGeom prst="rect">
            <a:avLst/>
          </a:prstGeom>
          <a:noFill/>
        </p:spPr>
        <p:txBody>
          <a:bodyPr lIns="0" tIns="0" rIns="0" bIns="182880" anchor="b" anchorCtr="0"/>
          <a:lstStyle>
            <a:lvl1pPr>
              <a:defRPr sz="4705" strike="noStrike" spc="-49" baseline="0">
                <a:solidFill>
                  <a:srgbClr val="000000"/>
                </a:solidFill>
              </a:defRPr>
            </a:lvl1pPr>
          </a:lstStyle>
          <a:p>
            <a:endParaRPr lang="en-US"/>
          </a:p>
        </p:txBody>
      </p:sp>
      <p:pic>
        <p:nvPicPr>
          <p:cNvPr id="11" name="Picture 10" descr="Microsoft Azure logo">
            <a:extLst>
              <a:ext uri="{FF2B5EF4-FFF2-40B4-BE49-F238E27FC236}">
                <a16:creationId xmlns:a16="http://schemas.microsoft.com/office/drawing/2014/main" id="{AFDC29EE-BDE7-4363-B0FC-728521A36665}"/>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a:stretch/>
        </p:blipFill>
        <p:spPr>
          <a:xfrm>
            <a:off x="454169" y="439311"/>
            <a:ext cx="1335673" cy="188593"/>
          </a:xfrm>
          <a:prstGeom prst="rect">
            <a:avLst/>
          </a:prstGeom>
        </p:spPr>
      </p:pic>
      <p:sp>
        <p:nvSpPr>
          <p:cNvPr id="3" name="Footer Placeholder 1">
            <a:extLst>
              <a:ext uri="{FF2B5EF4-FFF2-40B4-BE49-F238E27FC236}">
                <a16:creationId xmlns:a16="http://schemas.microsoft.com/office/drawing/2014/main" id="{09EF93F2-5375-415F-A57E-76E392E44508}"/>
              </a:ext>
            </a:extLst>
          </p:cNvPr>
          <p:cNvSpPr txBox="1">
            <a:spLocks/>
          </p:cNvSpPr>
          <p:nvPr userDrawn="1"/>
        </p:nvSpPr>
        <p:spPr>
          <a:xfrm>
            <a:off x="8946915" y="6455230"/>
            <a:ext cx="3245085" cy="135796"/>
          </a:xfrm>
          <a:prstGeom prst="rect">
            <a:avLst/>
          </a:prstGeom>
        </p:spPr>
        <p:txBody>
          <a:bodyPr vert="horz" wrap="square"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sz="882"/>
              <a:t>© Copyright Microsoft Corporation. All rights reserved.</a:t>
            </a:r>
          </a:p>
        </p:txBody>
      </p:sp>
    </p:spTree>
    <p:extLst>
      <p:ext uri="{BB962C8B-B14F-4D97-AF65-F5344CB8AC3E}">
        <p14:creationId xmlns:p14="http://schemas.microsoft.com/office/powerpoint/2010/main" val="3411096728"/>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cSld name="Ti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24090" y="463300"/>
            <a:ext cx="11343820" cy="403137"/>
          </a:xfrm>
          <a:prstGeom prst="rect">
            <a:avLst/>
          </a:prstGeom>
        </p:spPr>
        <p:txBody>
          <a:bodyPr wrap="square" lIns="0" tIns="0" rIns="0" bIns="0">
            <a:spAutoFit/>
          </a:bodyPr>
          <a:lstStyle>
            <a:lvl1pPr>
              <a:lnSpc>
                <a:spcPts val="3137"/>
              </a:lnSpc>
              <a:defRPr sz="2745" strike="noStrike">
                <a:solidFill>
                  <a:srgbClr val="000000"/>
                </a:solidFill>
              </a:defRPr>
            </a:lvl1pPr>
          </a:lstStyle>
          <a:p>
            <a:r>
              <a:rPr lang="en-US"/>
              <a:t>Title</a:t>
            </a:r>
          </a:p>
        </p:txBody>
      </p:sp>
      <p:sp>
        <p:nvSpPr>
          <p:cNvPr id="4" name="Footer Placeholder 1">
            <a:extLst>
              <a:ext uri="{FF2B5EF4-FFF2-40B4-BE49-F238E27FC236}">
                <a16:creationId xmlns:a16="http://schemas.microsoft.com/office/drawing/2014/main" id="{B48AA0CF-DFAD-4DF5-AF33-6EDC3354EC6F}"/>
              </a:ext>
            </a:extLst>
          </p:cNvPr>
          <p:cNvSpPr txBox="1">
            <a:spLocks/>
          </p:cNvSpPr>
          <p:nvPr userDrawn="1"/>
        </p:nvSpPr>
        <p:spPr>
          <a:xfrm>
            <a:off x="8946915" y="6455230"/>
            <a:ext cx="3245085" cy="135796"/>
          </a:xfrm>
          <a:prstGeom prst="rect">
            <a:avLst/>
          </a:prstGeom>
        </p:spPr>
        <p:txBody>
          <a:bodyPr vert="horz" wrap="square"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sz="882"/>
              <a:t>© Copyright Microsoft Corporation. All rights reserved.</a:t>
            </a:r>
          </a:p>
        </p:txBody>
      </p:sp>
    </p:spTree>
    <p:extLst>
      <p:ext uri="{BB962C8B-B14F-4D97-AF65-F5344CB8AC3E}">
        <p14:creationId xmlns:p14="http://schemas.microsoft.com/office/powerpoint/2010/main" val="1296963086"/>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userDrawn="1">
  <p:cSld name="Section 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1FDE817-4581-481C-9C54-D23C2F82ACA3}"/>
              </a:ext>
            </a:extLst>
          </p:cNvPr>
          <p:cNvSpPr>
            <a:spLocks noGrp="1"/>
          </p:cNvSpPr>
          <p:nvPr>
            <p:ph type="title" hasCustomPrompt="1"/>
          </p:nvPr>
        </p:nvSpPr>
        <p:spPr>
          <a:xfrm>
            <a:off x="585217" y="3179701"/>
            <a:ext cx="8892608" cy="498598"/>
          </a:xfrm>
          <a:noFill/>
        </p:spPr>
        <p:txBody>
          <a:bodyPr wrap="square" lIns="0" tIns="0" rIns="0" bIns="0" anchor="ctr" anchorCtr="0">
            <a:spAutoFit/>
          </a:bodyPr>
          <a:lstStyle>
            <a:lvl1pPr algn="l" defTabSz="932563" rtl="0" eaLnBrk="1" latinLnBrk="0" hangingPunct="1">
              <a:lnSpc>
                <a:spcPct val="90000"/>
              </a:lnSpc>
              <a:spcBef>
                <a:spcPct val="0"/>
              </a:spcBef>
              <a:buNone/>
              <a:defRPr lang="en-US" sz="3529" b="0" kern="1200" cap="none" spc="-50" baseline="0" dirty="0">
                <a:ln w="3175">
                  <a:noFill/>
                </a:ln>
                <a:solidFill>
                  <a:schemeClr val="bg1"/>
                </a:solidFill>
                <a:effectLst/>
                <a:latin typeface="+mj-lt"/>
                <a:ea typeface="+mn-ea"/>
                <a:cs typeface="Segoe UI" pitchFamily="34" charset="0"/>
              </a:defRPr>
            </a:lvl1pPr>
          </a:lstStyle>
          <a:p>
            <a:r>
              <a:rPr lang="en-US"/>
              <a:t>Section title</a:t>
            </a:r>
          </a:p>
        </p:txBody>
      </p:sp>
      <p:sp>
        <p:nvSpPr>
          <p:cNvPr id="2" name="Footer Placeholder 1">
            <a:extLst>
              <a:ext uri="{FF2B5EF4-FFF2-40B4-BE49-F238E27FC236}">
                <a16:creationId xmlns:a16="http://schemas.microsoft.com/office/drawing/2014/main" id="{7A88F767-C524-4EB1-8396-3C478E23A2A1}"/>
              </a:ext>
            </a:extLst>
          </p:cNvPr>
          <p:cNvSpPr txBox="1">
            <a:spLocks/>
          </p:cNvSpPr>
          <p:nvPr userDrawn="1"/>
        </p:nvSpPr>
        <p:spPr>
          <a:xfrm>
            <a:off x="8946915" y="6455230"/>
            <a:ext cx="3245085" cy="135796"/>
          </a:xfrm>
          <a:prstGeom prst="rect">
            <a:avLst/>
          </a:prstGeom>
        </p:spPr>
        <p:txBody>
          <a:bodyPr vert="horz" wrap="square"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sz="882"/>
              <a:t>© Copyright Microsoft Corporation. All rights reserved.</a:t>
            </a:r>
          </a:p>
        </p:txBody>
      </p:sp>
    </p:spTree>
    <p:extLst>
      <p:ext uri="{BB962C8B-B14F-4D97-AF65-F5344CB8AC3E}">
        <p14:creationId xmlns:p14="http://schemas.microsoft.com/office/powerpoint/2010/main" val="1761464706"/>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Title Slide 1">
    <p:bg>
      <p:bgPr>
        <a:solidFill>
          <a:schemeClr val="bg1"/>
        </a:solidFill>
        <a:effectLst/>
      </p:bgPr>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4A36DC34-EED6-8F49-8473-3802F6C2A3D1}"/>
              </a:ext>
            </a:extLst>
          </p:cNvPr>
          <p:cNvSpPr>
            <a:spLocks noGrp="1"/>
          </p:cNvSpPr>
          <p:nvPr>
            <p:ph type="title" hasCustomPrompt="1"/>
          </p:nvPr>
        </p:nvSpPr>
        <p:spPr>
          <a:xfrm>
            <a:off x="428681" y="2532448"/>
            <a:ext cx="9630389" cy="1793104"/>
          </a:xfrm>
          <a:prstGeom prst="rect">
            <a:avLst/>
          </a:prstGeom>
          <a:noFill/>
        </p:spPr>
        <p:txBody>
          <a:bodyPr lIns="0" tIns="0" rIns="0" bIns="182880" anchor="b" anchorCtr="0"/>
          <a:lstStyle>
            <a:lvl1pPr>
              <a:defRPr sz="3600" strike="noStrike" spc="-49" baseline="0">
                <a:solidFill>
                  <a:schemeClr val="tx2"/>
                </a:solidFill>
              </a:defRPr>
            </a:lvl1pPr>
          </a:lstStyle>
          <a:p>
            <a:r>
              <a:rPr lang="en-US">
                <a:solidFill>
                  <a:schemeClr val="tx1"/>
                </a:solidFill>
              </a:rPr>
              <a:t>Microsoft Azure title</a:t>
            </a:r>
            <a:endParaRPr lang="en-US"/>
          </a:p>
        </p:txBody>
      </p:sp>
      <p:sp>
        <p:nvSpPr>
          <p:cNvPr id="14" name="Text Placeholder 10">
            <a:extLst>
              <a:ext uri="{FF2B5EF4-FFF2-40B4-BE49-F238E27FC236}">
                <a16:creationId xmlns:a16="http://schemas.microsoft.com/office/drawing/2014/main" id="{2E500E80-DD0C-EF4F-BB7D-03960A098E1F}"/>
              </a:ext>
            </a:extLst>
          </p:cNvPr>
          <p:cNvSpPr>
            <a:spLocks noGrp="1"/>
          </p:cNvSpPr>
          <p:nvPr>
            <p:ph type="body" sz="quarter" idx="15" hasCustomPrompt="1"/>
          </p:nvPr>
        </p:nvSpPr>
        <p:spPr>
          <a:xfrm>
            <a:off x="442466" y="4350114"/>
            <a:ext cx="9602819" cy="738664"/>
          </a:xfrm>
          <a:prstGeom prst="rect">
            <a:avLst/>
          </a:prstGeom>
        </p:spPr>
        <p:txBody>
          <a:bodyPr/>
          <a:lstStyle>
            <a:lvl1pPr>
              <a:defRPr sz="1800">
                <a:solidFill>
                  <a:srgbClr val="000000"/>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3" name="Footer Placeholder 1">
            <a:extLst>
              <a:ext uri="{FF2B5EF4-FFF2-40B4-BE49-F238E27FC236}">
                <a16:creationId xmlns:a16="http://schemas.microsoft.com/office/drawing/2014/main" id="{F8B43D0D-A719-438E-B092-F8DB6E9C9562}"/>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pic>
        <p:nvPicPr>
          <p:cNvPr id="2" name="Picture 1" descr="Microsoft Azure logo">
            <a:extLst>
              <a:ext uri="{FF2B5EF4-FFF2-40B4-BE49-F238E27FC236}">
                <a16:creationId xmlns:a16="http://schemas.microsoft.com/office/drawing/2014/main" id="{D668B8DE-8869-4679-AEE9-FFC840F28501}"/>
              </a:ext>
            </a:extLst>
          </p:cNvPr>
          <p:cNvPicPr>
            <a:picLocks noChangeAspect="1"/>
          </p:cNvPicPr>
          <p:nvPr userDrawn="1"/>
        </p:nvPicPr>
        <p:blipFill>
          <a:blip r:embed="rId2"/>
          <a:stretch>
            <a:fillRect/>
          </a:stretch>
        </p:blipFill>
        <p:spPr>
          <a:xfrm>
            <a:off x="136885" y="159691"/>
            <a:ext cx="2635247" cy="871753"/>
          </a:xfrm>
          <a:prstGeom prst="rect">
            <a:avLst/>
          </a:prstGeom>
        </p:spPr>
      </p:pic>
    </p:spTree>
    <p:extLst>
      <p:ext uri="{BB962C8B-B14F-4D97-AF65-F5344CB8AC3E}">
        <p14:creationId xmlns:p14="http://schemas.microsoft.com/office/powerpoint/2010/main" val="26620157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FDD3BB94-DC99-244C-91E3-A9764AF2671E}"/>
              </a:ext>
            </a:extLst>
          </p:cNvPr>
          <p:cNvSpPr>
            <a:spLocks noGrp="1"/>
          </p:cNvSpPr>
          <p:nvPr>
            <p:ph type="title" hasCustomPrompt="1"/>
          </p:nvPr>
        </p:nvSpPr>
        <p:spPr>
          <a:xfrm>
            <a:off x="428681" y="2532448"/>
            <a:ext cx="9630389" cy="1793104"/>
          </a:xfrm>
          <a:prstGeom prst="rect">
            <a:avLst/>
          </a:prstGeom>
          <a:noFill/>
        </p:spPr>
        <p:txBody>
          <a:bodyPr lIns="0" tIns="0" rIns="0" bIns="182880" anchor="b" anchorCtr="0"/>
          <a:lstStyle>
            <a:lvl1pPr>
              <a:defRPr sz="3600" strike="noStrike" spc="-49" baseline="0">
                <a:solidFill>
                  <a:schemeClr val="bg2"/>
                </a:solidFill>
              </a:defRPr>
            </a:lvl1pPr>
          </a:lstStyle>
          <a:p>
            <a:r>
              <a:rPr lang="en-US"/>
              <a:t>Microsoft Azure title</a:t>
            </a:r>
          </a:p>
        </p:txBody>
      </p:sp>
      <p:sp>
        <p:nvSpPr>
          <p:cNvPr id="16" name="Text Placeholder 10">
            <a:extLst>
              <a:ext uri="{FF2B5EF4-FFF2-40B4-BE49-F238E27FC236}">
                <a16:creationId xmlns:a16="http://schemas.microsoft.com/office/drawing/2014/main" id="{63FCEA3C-C822-5A4A-9561-695239EA77C3}"/>
              </a:ext>
            </a:extLst>
          </p:cNvPr>
          <p:cNvSpPr>
            <a:spLocks noGrp="1"/>
          </p:cNvSpPr>
          <p:nvPr>
            <p:ph type="body" sz="quarter" idx="15" hasCustomPrompt="1"/>
          </p:nvPr>
        </p:nvSpPr>
        <p:spPr>
          <a:xfrm>
            <a:off x="442466" y="4350114"/>
            <a:ext cx="9602819" cy="738664"/>
          </a:xfrm>
          <a:prstGeom prst="rect">
            <a:avLst/>
          </a:prstGeom>
        </p:spPr>
        <p:txBody>
          <a:bodyPr/>
          <a:lstStyle>
            <a:lvl1pPr>
              <a:defRPr sz="1800">
                <a:solidFill>
                  <a:schemeClr val="bg2"/>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3" name="Footer Placeholder 1">
            <a:extLst>
              <a:ext uri="{FF2B5EF4-FFF2-40B4-BE49-F238E27FC236}">
                <a16:creationId xmlns:a16="http://schemas.microsoft.com/office/drawing/2014/main" id="{0AA712FF-FC9D-46B5-A459-E64B25CB6DF4}"/>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solidFill>
                  <a:schemeClr val="bg1"/>
                </a:solidFill>
              </a:rPr>
              <a:t>© Copyright Microsoft Corporation. All rights reserved.</a:t>
            </a:r>
          </a:p>
        </p:txBody>
      </p:sp>
      <p:pic>
        <p:nvPicPr>
          <p:cNvPr id="2" name="Picture 1" descr="Microsoft Azure logo">
            <a:extLst>
              <a:ext uri="{FF2B5EF4-FFF2-40B4-BE49-F238E27FC236}">
                <a16:creationId xmlns:a16="http://schemas.microsoft.com/office/drawing/2014/main" id="{02DCC0E7-1C9C-415C-8C35-2CC155580D77}"/>
              </a:ext>
            </a:extLst>
          </p:cNvPr>
          <p:cNvPicPr>
            <a:picLocks noChangeAspect="1"/>
          </p:cNvPicPr>
          <p:nvPr userDrawn="1"/>
        </p:nvPicPr>
        <p:blipFill>
          <a:blip r:embed="rId2"/>
          <a:stretch>
            <a:fillRect/>
          </a:stretch>
        </p:blipFill>
        <p:spPr>
          <a:xfrm>
            <a:off x="136885" y="159691"/>
            <a:ext cx="2635247" cy="871753"/>
          </a:xfrm>
          <a:prstGeom prst="rect">
            <a:avLst/>
          </a:prstGeom>
        </p:spPr>
      </p:pic>
    </p:spTree>
    <p:extLst>
      <p:ext uri="{BB962C8B-B14F-4D97-AF65-F5344CB8AC3E}">
        <p14:creationId xmlns:p14="http://schemas.microsoft.com/office/powerpoint/2010/main" val="362073268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Title slide 3 with picture">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D09A9D1-6212-8B49-96D7-B3E9D17D4BAB}"/>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3600" strike="noStrike" spc="-49" baseline="0">
                <a:solidFill>
                  <a:srgbClr val="000000"/>
                </a:solidFill>
              </a:defRPr>
            </a:lvl1pPr>
          </a:lstStyle>
          <a:p>
            <a:r>
              <a:rPr lang="en-US"/>
              <a:t>Microsoft Azure title</a:t>
            </a:r>
          </a:p>
        </p:txBody>
      </p:sp>
      <p:sp>
        <p:nvSpPr>
          <p:cNvPr id="9" name="Text Placeholder 10">
            <a:extLst>
              <a:ext uri="{FF2B5EF4-FFF2-40B4-BE49-F238E27FC236}">
                <a16:creationId xmlns:a16="http://schemas.microsoft.com/office/drawing/2014/main" id="{0881A9F1-B3A4-0742-8DAD-18EC8A78C522}"/>
              </a:ext>
            </a:extLst>
          </p:cNvPr>
          <p:cNvSpPr>
            <a:spLocks noGrp="1"/>
          </p:cNvSpPr>
          <p:nvPr>
            <p:ph type="body" sz="quarter" idx="15" hasCustomPrompt="1"/>
          </p:nvPr>
        </p:nvSpPr>
        <p:spPr>
          <a:xfrm>
            <a:off x="442466" y="4350114"/>
            <a:ext cx="5413394" cy="738664"/>
          </a:xfrm>
          <a:prstGeom prst="rect">
            <a:avLst/>
          </a:prstGeom>
        </p:spPr>
        <p:txBody>
          <a:bodyPr/>
          <a:lstStyle>
            <a:lvl1pPr>
              <a:defRPr sz="1800">
                <a:solidFill>
                  <a:srgbClr val="000000"/>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7" name="Footer Placeholder 1">
            <a:extLst>
              <a:ext uri="{FF2B5EF4-FFF2-40B4-BE49-F238E27FC236}">
                <a16:creationId xmlns:a16="http://schemas.microsoft.com/office/drawing/2014/main" id="{1B6BA0D2-3614-405C-8BB6-C5242154BADB}"/>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pic>
        <p:nvPicPr>
          <p:cNvPr id="3" name="Picture 2" descr="Microsoft Azure logo">
            <a:extLst>
              <a:ext uri="{FF2B5EF4-FFF2-40B4-BE49-F238E27FC236}">
                <a16:creationId xmlns:a16="http://schemas.microsoft.com/office/drawing/2014/main" id="{CF49581D-D3CF-40EF-B525-95539EB7C2D1}"/>
              </a:ext>
            </a:extLst>
          </p:cNvPr>
          <p:cNvPicPr>
            <a:picLocks noChangeAspect="1"/>
          </p:cNvPicPr>
          <p:nvPr userDrawn="1"/>
        </p:nvPicPr>
        <p:blipFill>
          <a:blip r:embed="rId2"/>
          <a:stretch>
            <a:fillRect/>
          </a:stretch>
        </p:blipFill>
        <p:spPr>
          <a:xfrm>
            <a:off x="136885" y="159691"/>
            <a:ext cx="2635247" cy="871753"/>
          </a:xfrm>
          <a:prstGeom prst="rect">
            <a:avLst/>
          </a:prstGeom>
        </p:spPr>
      </p:pic>
      <p:pic>
        <p:nvPicPr>
          <p:cNvPr id="4" name="Picture 3">
            <a:extLst>
              <a:ext uri="{FF2B5EF4-FFF2-40B4-BE49-F238E27FC236}">
                <a16:creationId xmlns:a16="http://schemas.microsoft.com/office/drawing/2014/main" id="{98CDC23F-FCF7-47E1-B4DA-D74A0C28B55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857617" y="0"/>
            <a:ext cx="5973790" cy="6858000"/>
          </a:xfrm>
          <a:prstGeom prst="rect">
            <a:avLst/>
          </a:prstGeom>
        </p:spPr>
      </p:pic>
    </p:spTree>
    <p:extLst>
      <p:ext uri="{BB962C8B-B14F-4D97-AF65-F5344CB8AC3E}">
        <p14:creationId xmlns:p14="http://schemas.microsoft.com/office/powerpoint/2010/main" val="1373177647"/>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Title slide 4 with graphic">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3600" strike="noStrike" spc="-49" baseline="0">
                <a:solidFill>
                  <a:schemeClr val="tx1"/>
                </a:solidFill>
              </a:defRPr>
            </a:lvl1pPr>
          </a:lstStyle>
          <a:p>
            <a:r>
              <a:rPr lang="en-US"/>
              <a:t>Microsoft Azure title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350114"/>
            <a:ext cx="5413394" cy="738664"/>
          </a:xfrm>
          <a:prstGeom prst="rect">
            <a:avLst/>
          </a:prstGeom>
        </p:spPr>
        <p:txBody>
          <a:bodyPr/>
          <a:lstStyle>
            <a:lvl1pPr>
              <a:defRPr sz="1800">
                <a:solidFill>
                  <a:schemeClr val="tx1"/>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4" name="Footer Placeholder 1">
            <a:extLst>
              <a:ext uri="{FF2B5EF4-FFF2-40B4-BE49-F238E27FC236}">
                <a16:creationId xmlns:a16="http://schemas.microsoft.com/office/drawing/2014/main" id="{54FD6A87-9742-4B26-A085-EB77376E3B5E}"/>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pic>
        <p:nvPicPr>
          <p:cNvPr id="2" name="Picture 1" descr="Microsoft Azure logo">
            <a:extLst>
              <a:ext uri="{FF2B5EF4-FFF2-40B4-BE49-F238E27FC236}">
                <a16:creationId xmlns:a16="http://schemas.microsoft.com/office/drawing/2014/main" id="{FA6DB1E0-DB27-42BC-BA66-1A760537ACFA}"/>
              </a:ext>
            </a:extLst>
          </p:cNvPr>
          <p:cNvPicPr>
            <a:picLocks noChangeAspect="1"/>
          </p:cNvPicPr>
          <p:nvPr userDrawn="1"/>
        </p:nvPicPr>
        <p:blipFill>
          <a:blip r:embed="rId2"/>
          <a:stretch>
            <a:fillRect/>
          </a:stretch>
        </p:blipFill>
        <p:spPr>
          <a:xfrm>
            <a:off x="136885" y="159691"/>
            <a:ext cx="2635247" cy="871753"/>
          </a:xfrm>
          <a:prstGeom prst="rect">
            <a:avLst/>
          </a:prstGeom>
        </p:spPr>
      </p:pic>
      <p:grpSp>
        <p:nvGrpSpPr>
          <p:cNvPr id="11" name="Group 10">
            <a:extLst>
              <a:ext uri="{FF2B5EF4-FFF2-40B4-BE49-F238E27FC236}">
                <a16:creationId xmlns:a16="http://schemas.microsoft.com/office/drawing/2014/main" id="{DBCFDBAA-F2E9-4E84-AF9D-6B3ABCD9121B}"/>
              </a:ext>
            </a:extLst>
          </p:cNvPr>
          <p:cNvGrpSpPr/>
          <p:nvPr userDrawn="1"/>
        </p:nvGrpSpPr>
        <p:grpSpPr>
          <a:xfrm>
            <a:off x="6383137" y="589416"/>
            <a:ext cx="5671978" cy="5679168"/>
            <a:chOff x="6383137" y="589416"/>
            <a:chExt cx="5671978" cy="5679168"/>
          </a:xfrm>
        </p:grpSpPr>
        <p:sp>
          <p:nvSpPr>
            <p:cNvPr id="12" name="Oval 11">
              <a:extLst>
                <a:ext uri="{FF2B5EF4-FFF2-40B4-BE49-F238E27FC236}">
                  <a16:creationId xmlns:a16="http://schemas.microsoft.com/office/drawing/2014/main" id="{7F4A7F08-7570-4702-A949-4835CCE9B03E}"/>
                </a:ext>
                <a:ext uri="{C183D7F6-B498-43B3-948B-1728B52AA6E4}">
                  <adec:decorative xmlns:adec="http://schemas.microsoft.com/office/drawing/2017/decorative" val="1"/>
                </a:ext>
              </a:extLst>
            </p:cNvPr>
            <p:cNvSpPr/>
            <p:nvPr userDrawn="1"/>
          </p:nvSpPr>
          <p:spPr bwMode="auto">
            <a:xfrm>
              <a:off x="6383137" y="589416"/>
              <a:ext cx="5671978" cy="5679168"/>
            </a:xfrm>
            <a:prstGeom prst="ellipse">
              <a:avLst/>
            </a:prstGeom>
            <a:noFill/>
            <a:ln w="1905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grpSp>
          <p:nvGrpSpPr>
            <p:cNvPr id="13" name="Group 12">
              <a:extLst>
                <a:ext uri="{FF2B5EF4-FFF2-40B4-BE49-F238E27FC236}">
                  <a16:creationId xmlns:a16="http://schemas.microsoft.com/office/drawing/2014/main" id="{9E06BEA2-ABC1-4CD4-B9FC-F45A71AC9859}"/>
                </a:ext>
              </a:extLst>
            </p:cNvPr>
            <p:cNvGrpSpPr/>
            <p:nvPr userDrawn="1"/>
          </p:nvGrpSpPr>
          <p:grpSpPr>
            <a:xfrm>
              <a:off x="6600946" y="859776"/>
              <a:ext cx="5148588" cy="5138447"/>
              <a:chOff x="6600946" y="859776"/>
              <a:chExt cx="5148588" cy="5138447"/>
            </a:xfrm>
          </p:grpSpPr>
          <p:grpSp>
            <p:nvGrpSpPr>
              <p:cNvPr id="14" name="Graphic 1">
                <a:extLst>
                  <a:ext uri="{FF2B5EF4-FFF2-40B4-BE49-F238E27FC236}">
                    <a16:creationId xmlns:a16="http://schemas.microsoft.com/office/drawing/2014/main" id="{F9BAC21C-F989-4EBD-81C6-7EE9418B8FA2}"/>
                  </a:ext>
                </a:extLst>
              </p:cNvPr>
              <p:cNvGrpSpPr/>
              <p:nvPr/>
            </p:nvGrpSpPr>
            <p:grpSpPr>
              <a:xfrm>
                <a:off x="6600946" y="859776"/>
                <a:ext cx="5148588" cy="5138447"/>
                <a:chOff x="5179859" y="2459480"/>
                <a:chExt cx="2077534" cy="2073148"/>
              </a:xfrm>
              <a:gradFill>
                <a:gsLst>
                  <a:gs pos="100000">
                    <a:schemeClr val="tx2"/>
                  </a:gs>
                  <a:gs pos="23000">
                    <a:schemeClr val="accent5"/>
                  </a:gs>
                </a:gsLst>
                <a:lin ang="10800000" scaled="1"/>
              </a:gradFill>
            </p:grpSpPr>
            <p:sp>
              <p:nvSpPr>
                <p:cNvPr id="26" name="Freeform: Shape 25">
                  <a:extLst>
                    <a:ext uri="{FF2B5EF4-FFF2-40B4-BE49-F238E27FC236}">
                      <a16:creationId xmlns:a16="http://schemas.microsoft.com/office/drawing/2014/main" id="{D8DED2E4-1305-4F89-A5A3-E9F04ED34E0F}"/>
                    </a:ext>
                  </a:extLst>
                </p:cNvPr>
                <p:cNvSpPr/>
                <p:nvPr/>
              </p:nvSpPr>
              <p:spPr>
                <a:xfrm>
                  <a:off x="5496685" y="2820334"/>
                  <a:ext cx="1592644" cy="1616092"/>
                </a:xfrm>
                <a:custGeom>
                  <a:avLst/>
                  <a:gdLst>
                    <a:gd name="connsiteX0" fmla="*/ 1132079 w 1592644"/>
                    <a:gd name="connsiteY0" fmla="*/ 1616093 h 1616092"/>
                    <a:gd name="connsiteX1" fmla="*/ 1023494 w 1592644"/>
                    <a:gd name="connsiteY1" fmla="*/ 1573230 h 1616092"/>
                    <a:gd name="connsiteX2" fmla="*/ 50991 w 1592644"/>
                    <a:gd name="connsiteY2" fmla="*/ 665498 h 1616092"/>
                    <a:gd name="connsiteX3" fmla="*/ 4319 w 1592644"/>
                    <a:gd name="connsiteY3" fmla="*/ 513098 h 1616092"/>
                    <a:gd name="connsiteX4" fmla="*/ 112904 w 1592644"/>
                    <a:gd name="connsiteY4" fmla="*/ 395940 h 1616092"/>
                    <a:gd name="connsiteX5" fmla="*/ 1385444 w 1592644"/>
                    <a:gd name="connsiteY5" fmla="*/ 7320 h 1616092"/>
                    <a:gd name="connsiteX6" fmla="*/ 1541654 w 1592644"/>
                    <a:gd name="connsiteY6" fmla="*/ 43515 h 1616092"/>
                    <a:gd name="connsiteX7" fmla="*/ 1588326 w 1592644"/>
                    <a:gd name="connsiteY7" fmla="*/ 195915 h 1616092"/>
                    <a:gd name="connsiteX8" fmla="*/ 1289241 w 1592644"/>
                    <a:gd name="connsiteY8" fmla="*/ 1492268 h 1616092"/>
                    <a:gd name="connsiteX9" fmla="*/ 1180656 w 1592644"/>
                    <a:gd name="connsiteY9" fmla="*/ 1609425 h 1616092"/>
                    <a:gd name="connsiteX10" fmla="*/ 1132079 w 1592644"/>
                    <a:gd name="connsiteY10" fmla="*/ 1616093 h 1616092"/>
                    <a:gd name="connsiteX11" fmla="*/ 54801 w 1592644"/>
                    <a:gd name="connsiteY11" fmla="*/ 661688 h 1616092"/>
                    <a:gd name="connsiteX12" fmla="*/ 1028256 w 1592644"/>
                    <a:gd name="connsiteY12" fmla="*/ 1569420 h 1616092"/>
                    <a:gd name="connsiteX13" fmla="*/ 1178751 w 1592644"/>
                    <a:gd name="connsiteY13" fmla="*/ 1603710 h 1616092"/>
                    <a:gd name="connsiteX14" fmla="*/ 1284479 w 1592644"/>
                    <a:gd name="connsiteY14" fmla="*/ 1490363 h 1616092"/>
                    <a:gd name="connsiteX15" fmla="*/ 1583564 w 1592644"/>
                    <a:gd name="connsiteY15" fmla="*/ 194010 h 1616092"/>
                    <a:gd name="connsiteX16" fmla="*/ 1538796 w 1592644"/>
                    <a:gd name="connsiteY16" fmla="*/ 46373 h 1616092"/>
                    <a:gd name="connsiteX17" fmla="*/ 1388301 w 1592644"/>
                    <a:gd name="connsiteY17" fmla="*/ 12083 h 1616092"/>
                    <a:gd name="connsiteX18" fmla="*/ 114809 w 1592644"/>
                    <a:gd name="connsiteY18" fmla="*/ 401655 h 1616092"/>
                    <a:gd name="connsiteX19" fmla="*/ 9081 w 1592644"/>
                    <a:gd name="connsiteY19" fmla="*/ 515003 h 1616092"/>
                    <a:gd name="connsiteX20" fmla="*/ 54801 w 1592644"/>
                    <a:gd name="connsiteY20" fmla="*/ 661688 h 1616092"/>
                    <a:gd name="connsiteX21" fmla="*/ 54801 w 1592644"/>
                    <a:gd name="connsiteY21" fmla="*/ 661688 h 1616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644" h="1616092">
                      <a:moveTo>
                        <a:pt x="1132079" y="1616093"/>
                      </a:moveTo>
                      <a:cubicBezTo>
                        <a:pt x="1092074" y="1616093"/>
                        <a:pt x="1053974" y="1600853"/>
                        <a:pt x="1023494" y="1573230"/>
                      </a:cubicBezTo>
                      <a:lnTo>
                        <a:pt x="50991" y="665498"/>
                      </a:lnTo>
                      <a:cubicBezTo>
                        <a:pt x="9081" y="626445"/>
                        <a:pt x="-9016" y="569295"/>
                        <a:pt x="4319" y="513098"/>
                      </a:cubicBezTo>
                      <a:cubicBezTo>
                        <a:pt x="17654" y="456900"/>
                        <a:pt x="57659" y="413085"/>
                        <a:pt x="112904" y="395940"/>
                      </a:cubicBezTo>
                      <a:lnTo>
                        <a:pt x="1385444" y="7320"/>
                      </a:lnTo>
                      <a:cubicBezTo>
                        <a:pt x="1440689" y="-9825"/>
                        <a:pt x="1498791" y="3510"/>
                        <a:pt x="1541654" y="43515"/>
                      </a:cubicBezTo>
                      <a:cubicBezTo>
                        <a:pt x="1583564" y="82568"/>
                        <a:pt x="1601661" y="139718"/>
                        <a:pt x="1588326" y="195915"/>
                      </a:cubicBezTo>
                      <a:lnTo>
                        <a:pt x="1289241" y="1492268"/>
                      </a:lnTo>
                      <a:cubicBezTo>
                        <a:pt x="1275906" y="1548465"/>
                        <a:pt x="1235901" y="1592280"/>
                        <a:pt x="1180656" y="1609425"/>
                      </a:cubicBezTo>
                      <a:cubicBezTo>
                        <a:pt x="1163511" y="1614188"/>
                        <a:pt x="1148271" y="1616093"/>
                        <a:pt x="1132079" y="1616093"/>
                      </a:cubicBezTo>
                      <a:close/>
                      <a:moveTo>
                        <a:pt x="54801" y="661688"/>
                      </a:moveTo>
                      <a:lnTo>
                        <a:pt x="1028256" y="1569420"/>
                      </a:lnTo>
                      <a:cubicBezTo>
                        <a:pt x="1069214" y="1607520"/>
                        <a:pt x="1125411" y="1620855"/>
                        <a:pt x="1178751" y="1603710"/>
                      </a:cubicBezTo>
                      <a:cubicBezTo>
                        <a:pt x="1232091" y="1587518"/>
                        <a:pt x="1271144" y="1545608"/>
                        <a:pt x="1284479" y="1490363"/>
                      </a:cubicBezTo>
                      <a:lnTo>
                        <a:pt x="1583564" y="194010"/>
                      </a:lnTo>
                      <a:cubicBezTo>
                        <a:pt x="1595946" y="139718"/>
                        <a:pt x="1578801" y="84473"/>
                        <a:pt x="1538796" y="46373"/>
                      </a:cubicBezTo>
                      <a:cubicBezTo>
                        <a:pt x="1497839" y="8273"/>
                        <a:pt x="1441641" y="-5062"/>
                        <a:pt x="1388301" y="12083"/>
                      </a:cubicBezTo>
                      <a:lnTo>
                        <a:pt x="114809" y="401655"/>
                      </a:lnTo>
                      <a:cubicBezTo>
                        <a:pt x="61469" y="417848"/>
                        <a:pt x="22416" y="459758"/>
                        <a:pt x="9081" y="515003"/>
                      </a:cubicBezTo>
                      <a:cubicBezTo>
                        <a:pt x="-3301" y="568343"/>
                        <a:pt x="13844" y="623588"/>
                        <a:pt x="54801" y="661688"/>
                      </a:cubicBezTo>
                      <a:lnTo>
                        <a:pt x="54801" y="661688"/>
                      </a:lnTo>
                      <a:close/>
                    </a:path>
                  </a:pathLst>
                </a:custGeom>
                <a:grpFill/>
                <a:ln w="9525" cap="flat">
                  <a:noFill/>
                  <a:prstDash val="solid"/>
                  <a:miter/>
                </a:ln>
              </p:spPr>
              <p:txBody>
                <a:bodyPr rtlCol="0" anchor="ctr"/>
                <a:lstStyle/>
                <a:p>
                  <a:endParaRPr lang="en-US" sz="1730"/>
                </a:p>
              </p:txBody>
            </p:sp>
            <p:sp>
              <p:nvSpPr>
                <p:cNvPr id="27" name="Freeform: Shape 26">
                  <a:extLst>
                    <a:ext uri="{FF2B5EF4-FFF2-40B4-BE49-F238E27FC236}">
                      <a16:creationId xmlns:a16="http://schemas.microsoft.com/office/drawing/2014/main" id="{8B8FDFD2-6DC2-46C3-BEBA-C3C38CB0E870}"/>
                    </a:ext>
                  </a:extLst>
                </p:cNvPr>
                <p:cNvSpPr/>
                <p:nvPr/>
              </p:nvSpPr>
              <p:spPr>
                <a:xfrm>
                  <a:off x="5569965" y="3033304"/>
                  <a:ext cx="1648967" cy="1494562"/>
                </a:xfrm>
                <a:custGeom>
                  <a:avLst/>
                  <a:gdLst>
                    <a:gd name="connsiteX0" fmla="*/ 784479 w 1648967"/>
                    <a:gd name="connsiteY0" fmla="*/ 1494562 h 1494562"/>
                    <a:gd name="connsiteX1" fmla="*/ 778764 w 1648967"/>
                    <a:gd name="connsiteY1" fmla="*/ 1494562 h 1494562"/>
                    <a:gd name="connsiteX2" fmla="*/ 643509 w 1648967"/>
                    <a:gd name="connsiteY2" fmla="*/ 1409790 h 1494562"/>
                    <a:gd name="connsiteX3" fmla="*/ 18669 w 1648967"/>
                    <a:gd name="connsiteY3" fmla="*/ 235357 h 1494562"/>
                    <a:gd name="connsiteX4" fmla="*/ 18669 w 1648967"/>
                    <a:gd name="connsiteY4" fmla="*/ 235357 h 1494562"/>
                    <a:gd name="connsiteX5" fmla="*/ 24384 w 1648967"/>
                    <a:gd name="connsiteY5" fmla="*/ 75337 h 1494562"/>
                    <a:gd name="connsiteX6" fmla="*/ 165354 w 1648967"/>
                    <a:gd name="connsiteY6" fmla="*/ 90 h 1494562"/>
                    <a:gd name="connsiteX7" fmla="*/ 1495044 w 1648967"/>
                    <a:gd name="connsiteY7" fmla="*/ 46762 h 1494562"/>
                    <a:gd name="connsiteX8" fmla="*/ 1630299 w 1648967"/>
                    <a:gd name="connsiteY8" fmla="*/ 131535 h 1494562"/>
                    <a:gd name="connsiteX9" fmla="*/ 1624584 w 1648967"/>
                    <a:gd name="connsiteY9" fmla="*/ 291555 h 1494562"/>
                    <a:gd name="connsiteX10" fmla="*/ 919734 w 1648967"/>
                    <a:gd name="connsiteY10" fmla="*/ 1419315 h 1494562"/>
                    <a:gd name="connsiteX11" fmla="*/ 784479 w 1648967"/>
                    <a:gd name="connsiteY11" fmla="*/ 1494562 h 1494562"/>
                    <a:gd name="connsiteX12" fmla="*/ 158686 w 1648967"/>
                    <a:gd name="connsiteY12" fmla="*/ 5805 h 1494562"/>
                    <a:gd name="connsiteX13" fmla="*/ 28194 w 1648967"/>
                    <a:gd name="connsiteY13" fmla="*/ 78195 h 1494562"/>
                    <a:gd name="connsiteX14" fmla="*/ 22479 w 1648967"/>
                    <a:gd name="connsiteY14" fmla="*/ 232500 h 1494562"/>
                    <a:gd name="connsiteX15" fmla="*/ 22479 w 1648967"/>
                    <a:gd name="connsiteY15" fmla="*/ 232500 h 1494562"/>
                    <a:gd name="connsiteX16" fmla="*/ 647319 w 1648967"/>
                    <a:gd name="connsiteY16" fmla="*/ 1406932 h 1494562"/>
                    <a:gd name="connsiteX17" fmla="*/ 777812 w 1648967"/>
                    <a:gd name="connsiteY17" fmla="*/ 1488847 h 1494562"/>
                    <a:gd name="connsiteX18" fmla="*/ 914019 w 1648967"/>
                    <a:gd name="connsiteY18" fmla="*/ 1416457 h 1494562"/>
                    <a:gd name="connsiteX19" fmla="*/ 1618869 w 1648967"/>
                    <a:gd name="connsiteY19" fmla="*/ 288697 h 1494562"/>
                    <a:gd name="connsiteX20" fmla="*/ 1624584 w 1648967"/>
                    <a:gd name="connsiteY20" fmla="*/ 134392 h 1494562"/>
                    <a:gd name="connsiteX21" fmla="*/ 1494092 w 1648967"/>
                    <a:gd name="connsiteY21" fmla="*/ 52477 h 1494562"/>
                    <a:gd name="connsiteX22" fmla="*/ 164402 w 1648967"/>
                    <a:gd name="connsiteY22" fmla="*/ 5805 h 1494562"/>
                    <a:gd name="connsiteX23" fmla="*/ 158686 w 1648967"/>
                    <a:gd name="connsiteY23" fmla="*/ 5805 h 149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8967" h="1494562">
                      <a:moveTo>
                        <a:pt x="784479" y="1494562"/>
                      </a:moveTo>
                      <a:cubicBezTo>
                        <a:pt x="782574" y="1494562"/>
                        <a:pt x="780669" y="1494562"/>
                        <a:pt x="778764" y="1494562"/>
                      </a:cubicBezTo>
                      <a:cubicBezTo>
                        <a:pt x="720662" y="1492657"/>
                        <a:pt x="670179" y="1461225"/>
                        <a:pt x="643509" y="1409790"/>
                      </a:cubicBezTo>
                      <a:lnTo>
                        <a:pt x="18669" y="235357"/>
                      </a:lnTo>
                      <a:lnTo>
                        <a:pt x="18669" y="235357"/>
                      </a:lnTo>
                      <a:cubicBezTo>
                        <a:pt x="-8001" y="183922"/>
                        <a:pt x="-6096" y="124867"/>
                        <a:pt x="24384" y="75337"/>
                      </a:cubicBezTo>
                      <a:cubicBezTo>
                        <a:pt x="54864" y="26760"/>
                        <a:pt x="107252" y="-1815"/>
                        <a:pt x="165354" y="90"/>
                      </a:cubicBezTo>
                      <a:lnTo>
                        <a:pt x="1495044" y="46762"/>
                      </a:lnTo>
                      <a:cubicBezTo>
                        <a:pt x="1553147" y="48667"/>
                        <a:pt x="1603629" y="80100"/>
                        <a:pt x="1630299" y="131535"/>
                      </a:cubicBezTo>
                      <a:cubicBezTo>
                        <a:pt x="1656969" y="182970"/>
                        <a:pt x="1655064" y="242025"/>
                        <a:pt x="1624584" y="291555"/>
                      </a:cubicBezTo>
                      <a:lnTo>
                        <a:pt x="919734" y="1419315"/>
                      </a:lnTo>
                      <a:cubicBezTo>
                        <a:pt x="890206" y="1466940"/>
                        <a:pt x="839724" y="1494562"/>
                        <a:pt x="784479" y="1494562"/>
                      </a:cubicBezTo>
                      <a:close/>
                      <a:moveTo>
                        <a:pt x="158686" y="5805"/>
                      </a:moveTo>
                      <a:cubicBezTo>
                        <a:pt x="105347" y="5805"/>
                        <a:pt x="56769" y="32475"/>
                        <a:pt x="28194" y="78195"/>
                      </a:cubicBezTo>
                      <a:cubicBezTo>
                        <a:pt x="-1334" y="125820"/>
                        <a:pt x="-3239" y="182970"/>
                        <a:pt x="22479" y="232500"/>
                      </a:cubicBezTo>
                      <a:lnTo>
                        <a:pt x="22479" y="232500"/>
                      </a:lnTo>
                      <a:lnTo>
                        <a:pt x="647319" y="1406932"/>
                      </a:lnTo>
                      <a:cubicBezTo>
                        <a:pt x="673989" y="1456462"/>
                        <a:pt x="722567" y="1486942"/>
                        <a:pt x="777812" y="1488847"/>
                      </a:cubicBezTo>
                      <a:cubicBezTo>
                        <a:pt x="834009" y="1490752"/>
                        <a:pt x="884492" y="1464082"/>
                        <a:pt x="914019" y="1416457"/>
                      </a:cubicBezTo>
                      <a:lnTo>
                        <a:pt x="1618869" y="288697"/>
                      </a:lnTo>
                      <a:cubicBezTo>
                        <a:pt x="1648397" y="241072"/>
                        <a:pt x="1650302" y="183922"/>
                        <a:pt x="1624584" y="134392"/>
                      </a:cubicBezTo>
                      <a:cubicBezTo>
                        <a:pt x="1597914" y="84862"/>
                        <a:pt x="1549337" y="54382"/>
                        <a:pt x="1494092" y="52477"/>
                      </a:cubicBezTo>
                      <a:lnTo>
                        <a:pt x="164402" y="5805"/>
                      </a:lnTo>
                      <a:cubicBezTo>
                        <a:pt x="162497" y="5805"/>
                        <a:pt x="160592" y="5805"/>
                        <a:pt x="158686" y="5805"/>
                      </a:cubicBezTo>
                      <a:close/>
                    </a:path>
                  </a:pathLst>
                </a:custGeom>
                <a:grpFill/>
                <a:ln w="9525" cap="flat">
                  <a:noFill/>
                  <a:prstDash val="solid"/>
                  <a:miter/>
                </a:ln>
              </p:spPr>
              <p:txBody>
                <a:bodyPr rtlCol="0" anchor="ctr"/>
                <a:lstStyle/>
                <a:p>
                  <a:endParaRPr lang="en-US" sz="1730"/>
                </a:p>
              </p:txBody>
            </p:sp>
            <p:sp>
              <p:nvSpPr>
                <p:cNvPr id="28" name="Freeform: Shape 27">
                  <a:extLst>
                    <a:ext uri="{FF2B5EF4-FFF2-40B4-BE49-F238E27FC236}">
                      <a16:creationId xmlns:a16="http://schemas.microsoft.com/office/drawing/2014/main" id="{6E4C7E11-B3E1-4D45-B156-5EC4DE2F6D98}"/>
                    </a:ext>
                  </a:extLst>
                </p:cNvPr>
                <p:cNvSpPr/>
                <p:nvPr/>
              </p:nvSpPr>
              <p:spPr>
                <a:xfrm>
                  <a:off x="5695335" y="2890984"/>
                  <a:ext cx="1562058" cy="1634024"/>
                </a:xfrm>
                <a:custGeom>
                  <a:avLst/>
                  <a:gdLst>
                    <a:gd name="connsiteX0" fmla="*/ 368597 w 1562058"/>
                    <a:gd name="connsiteY0" fmla="*/ 1634025 h 1634024"/>
                    <a:gd name="connsiteX1" fmla="*/ 310494 w 1562058"/>
                    <a:gd name="connsiteY1" fmla="*/ 1623547 h 1634024"/>
                    <a:gd name="connsiteX2" fmla="*/ 209529 w 1562058"/>
                    <a:gd name="connsiteY2" fmla="*/ 1499722 h 1634024"/>
                    <a:gd name="connsiteX3" fmla="*/ 1884 w 1562058"/>
                    <a:gd name="connsiteY3" fmla="*/ 185272 h 1634024"/>
                    <a:gd name="connsiteX4" fmla="*/ 59034 w 1562058"/>
                    <a:gd name="connsiteY4" fmla="*/ 35730 h 1634024"/>
                    <a:gd name="connsiteX5" fmla="*/ 217149 w 1562058"/>
                    <a:gd name="connsiteY5" fmla="*/ 10965 h 1634024"/>
                    <a:gd name="connsiteX6" fmla="*/ 1459210 w 1562058"/>
                    <a:gd name="connsiteY6" fmla="*/ 488167 h 1634024"/>
                    <a:gd name="connsiteX7" fmla="*/ 1560174 w 1562058"/>
                    <a:gd name="connsiteY7" fmla="*/ 611992 h 1634024"/>
                    <a:gd name="connsiteX8" fmla="*/ 1503024 w 1562058"/>
                    <a:gd name="connsiteY8" fmla="*/ 761535 h 1634024"/>
                    <a:gd name="connsiteX9" fmla="*/ 469562 w 1562058"/>
                    <a:gd name="connsiteY9" fmla="*/ 1598782 h 1634024"/>
                    <a:gd name="connsiteX10" fmla="*/ 368597 w 1562058"/>
                    <a:gd name="connsiteY10" fmla="*/ 1634025 h 1634024"/>
                    <a:gd name="connsiteX11" fmla="*/ 159047 w 1562058"/>
                    <a:gd name="connsiteY11" fmla="*/ 5250 h 1634024"/>
                    <a:gd name="connsiteX12" fmla="*/ 62844 w 1562058"/>
                    <a:gd name="connsiteY12" fmla="*/ 39540 h 1634024"/>
                    <a:gd name="connsiteX13" fmla="*/ 7599 w 1562058"/>
                    <a:gd name="connsiteY13" fmla="*/ 183367 h 1634024"/>
                    <a:gd name="connsiteX14" fmla="*/ 215244 w 1562058"/>
                    <a:gd name="connsiteY14" fmla="*/ 1497818 h 1634024"/>
                    <a:gd name="connsiteX15" fmla="*/ 312399 w 1562058"/>
                    <a:gd name="connsiteY15" fmla="*/ 1617832 h 1634024"/>
                    <a:gd name="connsiteX16" fmla="*/ 464799 w 1562058"/>
                    <a:gd name="connsiteY16" fmla="*/ 1594020 h 1634024"/>
                    <a:gd name="connsiteX17" fmla="*/ 1498262 w 1562058"/>
                    <a:gd name="connsiteY17" fmla="*/ 756772 h 1634024"/>
                    <a:gd name="connsiteX18" fmla="*/ 1553507 w 1562058"/>
                    <a:gd name="connsiteY18" fmla="*/ 612945 h 1634024"/>
                    <a:gd name="connsiteX19" fmla="*/ 1456352 w 1562058"/>
                    <a:gd name="connsiteY19" fmla="*/ 492930 h 1634024"/>
                    <a:gd name="connsiteX20" fmla="*/ 215244 w 1562058"/>
                    <a:gd name="connsiteY20" fmla="*/ 15727 h 1634024"/>
                    <a:gd name="connsiteX21" fmla="*/ 159047 w 1562058"/>
                    <a:gd name="connsiteY21" fmla="*/ 5250 h 163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2058" h="1634024">
                      <a:moveTo>
                        <a:pt x="368597" y="1634025"/>
                      </a:moveTo>
                      <a:cubicBezTo>
                        <a:pt x="349547" y="1634025"/>
                        <a:pt x="329544" y="1630215"/>
                        <a:pt x="310494" y="1623547"/>
                      </a:cubicBezTo>
                      <a:cubicBezTo>
                        <a:pt x="256202" y="1602593"/>
                        <a:pt x="219054" y="1556872"/>
                        <a:pt x="209529" y="1499722"/>
                      </a:cubicBezTo>
                      <a:lnTo>
                        <a:pt x="1884" y="185272"/>
                      </a:lnTo>
                      <a:cubicBezTo>
                        <a:pt x="-6688" y="128122"/>
                        <a:pt x="14267" y="72877"/>
                        <a:pt x="59034" y="35730"/>
                      </a:cubicBezTo>
                      <a:cubicBezTo>
                        <a:pt x="103802" y="-465"/>
                        <a:pt x="162857" y="-9990"/>
                        <a:pt x="217149" y="10965"/>
                      </a:cubicBezTo>
                      <a:lnTo>
                        <a:pt x="1459210" y="488167"/>
                      </a:lnTo>
                      <a:cubicBezTo>
                        <a:pt x="1513502" y="509122"/>
                        <a:pt x="1550649" y="554842"/>
                        <a:pt x="1560174" y="611992"/>
                      </a:cubicBezTo>
                      <a:cubicBezTo>
                        <a:pt x="1568747" y="669142"/>
                        <a:pt x="1547792" y="724387"/>
                        <a:pt x="1503024" y="761535"/>
                      </a:cubicBezTo>
                      <a:lnTo>
                        <a:pt x="469562" y="1598782"/>
                      </a:lnTo>
                      <a:cubicBezTo>
                        <a:pt x="439082" y="1621643"/>
                        <a:pt x="404792" y="1634025"/>
                        <a:pt x="368597" y="1634025"/>
                      </a:cubicBezTo>
                      <a:close/>
                      <a:moveTo>
                        <a:pt x="159047" y="5250"/>
                      </a:moveTo>
                      <a:cubicBezTo>
                        <a:pt x="124757" y="5250"/>
                        <a:pt x="90467" y="16680"/>
                        <a:pt x="62844" y="39540"/>
                      </a:cubicBezTo>
                      <a:cubicBezTo>
                        <a:pt x="19029" y="74782"/>
                        <a:pt x="-973" y="128122"/>
                        <a:pt x="7599" y="183367"/>
                      </a:cubicBezTo>
                      <a:lnTo>
                        <a:pt x="215244" y="1497818"/>
                      </a:lnTo>
                      <a:cubicBezTo>
                        <a:pt x="223817" y="1553062"/>
                        <a:pt x="260012" y="1597830"/>
                        <a:pt x="312399" y="1617832"/>
                      </a:cubicBezTo>
                      <a:cubicBezTo>
                        <a:pt x="364787" y="1637835"/>
                        <a:pt x="421937" y="1629262"/>
                        <a:pt x="464799" y="1594020"/>
                      </a:cubicBezTo>
                      <a:lnTo>
                        <a:pt x="1498262" y="756772"/>
                      </a:lnTo>
                      <a:cubicBezTo>
                        <a:pt x="1542077" y="721530"/>
                        <a:pt x="1562080" y="668190"/>
                        <a:pt x="1553507" y="612945"/>
                      </a:cubicBezTo>
                      <a:cubicBezTo>
                        <a:pt x="1544935" y="557700"/>
                        <a:pt x="1508740" y="512932"/>
                        <a:pt x="1456352" y="492930"/>
                      </a:cubicBezTo>
                      <a:lnTo>
                        <a:pt x="215244" y="15727"/>
                      </a:lnTo>
                      <a:cubicBezTo>
                        <a:pt x="197147" y="9060"/>
                        <a:pt x="178097" y="5250"/>
                        <a:pt x="159047" y="5250"/>
                      </a:cubicBezTo>
                      <a:close/>
                    </a:path>
                  </a:pathLst>
                </a:custGeom>
                <a:grpFill/>
                <a:ln w="9525" cap="flat">
                  <a:noFill/>
                  <a:prstDash val="solid"/>
                  <a:miter/>
                </a:ln>
              </p:spPr>
              <p:txBody>
                <a:bodyPr rtlCol="0" anchor="ctr"/>
                <a:lstStyle/>
                <a:p>
                  <a:endParaRPr lang="en-US" sz="1730"/>
                </a:p>
              </p:txBody>
            </p:sp>
            <p:sp>
              <p:nvSpPr>
                <p:cNvPr id="29" name="Freeform: Shape 28">
                  <a:extLst>
                    <a:ext uri="{FF2B5EF4-FFF2-40B4-BE49-F238E27FC236}">
                      <a16:creationId xmlns:a16="http://schemas.microsoft.com/office/drawing/2014/main" id="{539C0DAE-0A7B-47B1-9D94-46CF71201782}"/>
                    </a:ext>
                  </a:extLst>
                </p:cNvPr>
                <p:cNvSpPr/>
                <p:nvPr/>
              </p:nvSpPr>
              <p:spPr>
                <a:xfrm>
                  <a:off x="5630741" y="2796715"/>
                  <a:ext cx="1568373" cy="1631138"/>
                </a:xfrm>
                <a:custGeom>
                  <a:avLst/>
                  <a:gdLst>
                    <a:gd name="connsiteX0" fmla="*/ 158870 w 1568373"/>
                    <a:gd name="connsiteY0" fmla="*/ 1631139 h 1631138"/>
                    <a:gd name="connsiteX1" fmla="*/ 56953 w 1568373"/>
                    <a:gd name="connsiteY1" fmla="*/ 1593991 h 1631138"/>
                    <a:gd name="connsiteX2" fmla="*/ 2660 w 1568373"/>
                    <a:gd name="connsiteY2" fmla="*/ 1443496 h 1631138"/>
                    <a:gd name="connsiteX3" fmla="*/ 232213 w 1568373"/>
                    <a:gd name="connsiteY3" fmla="*/ 132856 h 1631138"/>
                    <a:gd name="connsiteX4" fmla="*/ 335083 w 1568373"/>
                    <a:gd name="connsiteY4" fmla="*/ 9984 h 1631138"/>
                    <a:gd name="connsiteX5" fmla="*/ 492246 w 1568373"/>
                    <a:gd name="connsiteY5" fmla="*/ 37606 h 1631138"/>
                    <a:gd name="connsiteX6" fmla="*/ 1511421 w 1568373"/>
                    <a:gd name="connsiteY6" fmla="*/ 892951 h 1631138"/>
                    <a:gd name="connsiteX7" fmla="*/ 1565713 w 1568373"/>
                    <a:gd name="connsiteY7" fmla="*/ 1043446 h 1631138"/>
                    <a:gd name="connsiteX8" fmla="*/ 1462843 w 1568373"/>
                    <a:gd name="connsiteY8" fmla="*/ 1166319 h 1631138"/>
                    <a:gd name="connsiteX9" fmla="*/ 214116 w 1568373"/>
                    <a:gd name="connsiteY9" fmla="*/ 1620662 h 1631138"/>
                    <a:gd name="connsiteX10" fmla="*/ 158870 w 1568373"/>
                    <a:gd name="connsiteY10" fmla="*/ 1631139 h 1631138"/>
                    <a:gd name="connsiteX11" fmla="*/ 390328 w 1568373"/>
                    <a:gd name="connsiteY11" fmla="*/ 6174 h 1631138"/>
                    <a:gd name="connsiteX12" fmla="*/ 336988 w 1568373"/>
                    <a:gd name="connsiteY12" fmla="*/ 15699 h 1631138"/>
                    <a:gd name="connsiteX13" fmla="*/ 237928 w 1568373"/>
                    <a:gd name="connsiteY13" fmla="*/ 133809 h 1631138"/>
                    <a:gd name="connsiteX14" fmla="*/ 7423 w 1568373"/>
                    <a:gd name="connsiteY14" fmla="*/ 1444449 h 1631138"/>
                    <a:gd name="connsiteX15" fmla="*/ 59810 w 1568373"/>
                    <a:gd name="connsiteY15" fmla="*/ 1589229 h 1631138"/>
                    <a:gd name="connsiteX16" fmla="*/ 212210 w 1568373"/>
                    <a:gd name="connsiteY16" fmla="*/ 1615899 h 1631138"/>
                    <a:gd name="connsiteX17" fmla="*/ 1461891 w 1568373"/>
                    <a:gd name="connsiteY17" fmla="*/ 1160604 h 1631138"/>
                    <a:gd name="connsiteX18" fmla="*/ 1560951 w 1568373"/>
                    <a:gd name="connsiteY18" fmla="*/ 1042494 h 1631138"/>
                    <a:gd name="connsiteX19" fmla="*/ 1508563 w 1568373"/>
                    <a:gd name="connsiteY19" fmla="*/ 897714 h 1631138"/>
                    <a:gd name="connsiteX20" fmla="*/ 489388 w 1568373"/>
                    <a:gd name="connsiteY20" fmla="*/ 42369 h 1631138"/>
                    <a:gd name="connsiteX21" fmla="*/ 390328 w 1568373"/>
                    <a:gd name="connsiteY21" fmla="*/ 6174 h 1631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8373" h="1631138">
                      <a:moveTo>
                        <a:pt x="158870" y="1631139"/>
                      </a:moveTo>
                      <a:cubicBezTo>
                        <a:pt x="121723" y="1631139"/>
                        <a:pt x="86481" y="1617804"/>
                        <a:pt x="56953" y="1593991"/>
                      </a:cubicBezTo>
                      <a:cubicBezTo>
                        <a:pt x="13138" y="1556844"/>
                        <a:pt x="-7817" y="1500646"/>
                        <a:pt x="2660" y="1443496"/>
                      </a:cubicBezTo>
                      <a:lnTo>
                        <a:pt x="232213" y="132856"/>
                      </a:lnTo>
                      <a:cubicBezTo>
                        <a:pt x="242691" y="75706"/>
                        <a:pt x="280791" y="29986"/>
                        <a:pt x="335083" y="9984"/>
                      </a:cubicBezTo>
                      <a:cubicBezTo>
                        <a:pt x="389375" y="-10019"/>
                        <a:pt x="448431" y="459"/>
                        <a:pt x="492246" y="37606"/>
                      </a:cubicBezTo>
                      <a:lnTo>
                        <a:pt x="1511421" y="892951"/>
                      </a:lnTo>
                      <a:cubicBezTo>
                        <a:pt x="1555236" y="930099"/>
                        <a:pt x="1576191" y="986296"/>
                        <a:pt x="1565713" y="1043446"/>
                      </a:cubicBezTo>
                      <a:cubicBezTo>
                        <a:pt x="1555236" y="1100596"/>
                        <a:pt x="1517136" y="1146316"/>
                        <a:pt x="1462843" y="1166319"/>
                      </a:cubicBezTo>
                      <a:lnTo>
                        <a:pt x="214116" y="1620662"/>
                      </a:lnTo>
                      <a:cubicBezTo>
                        <a:pt x="196018" y="1627329"/>
                        <a:pt x="176968" y="1631139"/>
                        <a:pt x="158870" y="1631139"/>
                      </a:cubicBezTo>
                      <a:close/>
                      <a:moveTo>
                        <a:pt x="390328" y="6174"/>
                      </a:moveTo>
                      <a:cubicBezTo>
                        <a:pt x="372231" y="6174"/>
                        <a:pt x="354133" y="9031"/>
                        <a:pt x="336988" y="15699"/>
                      </a:cubicBezTo>
                      <a:cubicBezTo>
                        <a:pt x="284600" y="34749"/>
                        <a:pt x="247453" y="78564"/>
                        <a:pt x="237928" y="133809"/>
                      </a:cubicBezTo>
                      <a:lnTo>
                        <a:pt x="7423" y="1444449"/>
                      </a:lnTo>
                      <a:cubicBezTo>
                        <a:pt x="-2102" y="1499694"/>
                        <a:pt x="17900" y="1553987"/>
                        <a:pt x="59810" y="1589229"/>
                      </a:cubicBezTo>
                      <a:cubicBezTo>
                        <a:pt x="102673" y="1625424"/>
                        <a:pt x="159823" y="1634949"/>
                        <a:pt x="212210" y="1615899"/>
                      </a:cubicBezTo>
                      <a:lnTo>
                        <a:pt x="1461891" y="1160604"/>
                      </a:lnTo>
                      <a:cubicBezTo>
                        <a:pt x="1514278" y="1141554"/>
                        <a:pt x="1551426" y="1097739"/>
                        <a:pt x="1560951" y="1042494"/>
                      </a:cubicBezTo>
                      <a:cubicBezTo>
                        <a:pt x="1570476" y="987249"/>
                        <a:pt x="1550473" y="932956"/>
                        <a:pt x="1508563" y="897714"/>
                      </a:cubicBezTo>
                      <a:lnTo>
                        <a:pt x="489388" y="42369"/>
                      </a:lnTo>
                      <a:cubicBezTo>
                        <a:pt x="460813" y="18556"/>
                        <a:pt x="426523" y="6174"/>
                        <a:pt x="390328" y="6174"/>
                      </a:cubicBezTo>
                      <a:close/>
                    </a:path>
                  </a:pathLst>
                </a:custGeom>
                <a:grpFill/>
                <a:ln w="9525" cap="flat">
                  <a:noFill/>
                  <a:prstDash val="solid"/>
                  <a:miter/>
                </a:ln>
              </p:spPr>
              <p:txBody>
                <a:bodyPr rtlCol="0" anchor="ctr"/>
                <a:lstStyle/>
                <a:p>
                  <a:endParaRPr lang="en-US" sz="1730"/>
                </a:p>
              </p:txBody>
            </p:sp>
            <p:sp>
              <p:nvSpPr>
                <p:cNvPr id="30" name="Freeform: Shape 29">
                  <a:extLst>
                    <a:ext uri="{FF2B5EF4-FFF2-40B4-BE49-F238E27FC236}">
                      <a16:creationId xmlns:a16="http://schemas.microsoft.com/office/drawing/2014/main" id="{9ED92269-8257-43A2-A5A6-A5D8531C86D9}"/>
                    </a:ext>
                  </a:extLst>
                </p:cNvPr>
                <p:cNvSpPr/>
                <p:nvPr/>
              </p:nvSpPr>
              <p:spPr>
                <a:xfrm>
                  <a:off x="5402873" y="2763813"/>
                  <a:ext cx="1649777" cy="1482113"/>
                </a:xfrm>
                <a:custGeom>
                  <a:avLst/>
                  <a:gdLst>
                    <a:gd name="connsiteX0" fmla="*/ 160044 w 1649777"/>
                    <a:gd name="connsiteY0" fmla="*/ 1482113 h 1482113"/>
                    <a:gd name="connsiteX1" fmla="*/ 22884 w 1649777"/>
                    <a:gd name="connsiteY1" fmla="*/ 1404961 h 1482113"/>
                    <a:gd name="connsiteX2" fmla="*/ 20026 w 1649777"/>
                    <a:gd name="connsiteY2" fmla="*/ 1244941 h 1482113"/>
                    <a:gd name="connsiteX3" fmla="*/ 664869 w 1649777"/>
                    <a:gd name="connsiteY3" fmla="*/ 81938 h 1482113"/>
                    <a:gd name="connsiteX4" fmla="*/ 667726 w 1649777"/>
                    <a:gd name="connsiteY4" fmla="*/ 82891 h 1482113"/>
                    <a:gd name="connsiteX5" fmla="*/ 664869 w 1649777"/>
                    <a:gd name="connsiteY5" fmla="*/ 81938 h 1482113"/>
                    <a:gd name="connsiteX6" fmla="*/ 802029 w 1649777"/>
                    <a:gd name="connsiteY6" fmla="*/ 23 h 1482113"/>
                    <a:gd name="connsiteX7" fmla="*/ 942046 w 1649777"/>
                    <a:gd name="connsiteY7" fmla="*/ 77176 h 1482113"/>
                    <a:gd name="connsiteX8" fmla="*/ 1626894 w 1649777"/>
                    <a:gd name="connsiteY8" fmla="*/ 1217318 h 1482113"/>
                    <a:gd name="connsiteX9" fmla="*/ 1629751 w 1649777"/>
                    <a:gd name="connsiteY9" fmla="*/ 1377338 h 1482113"/>
                    <a:gd name="connsiteX10" fmla="*/ 1492591 w 1649777"/>
                    <a:gd name="connsiteY10" fmla="*/ 1459253 h 1482113"/>
                    <a:gd name="connsiteX11" fmla="*/ 161949 w 1649777"/>
                    <a:gd name="connsiteY11" fmla="*/ 1482113 h 1482113"/>
                    <a:gd name="connsiteX12" fmla="*/ 160044 w 1649777"/>
                    <a:gd name="connsiteY12" fmla="*/ 1482113 h 1482113"/>
                    <a:gd name="connsiteX13" fmla="*/ 804886 w 1649777"/>
                    <a:gd name="connsiteY13" fmla="*/ 4786 h 1482113"/>
                    <a:gd name="connsiteX14" fmla="*/ 802029 w 1649777"/>
                    <a:gd name="connsiteY14" fmla="*/ 4786 h 1482113"/>
                    <a:gd name="connsiteX15" fmla="*/ 669631 w 1649777"/>
                    <a:gd name="connsiteY15" fmla="*/ 83843 h 1482113"/>
                    <a:gd name="connsiteX16" fmla="*/ 24789 w 1649777"/>
                    <a:gd name="connsiteY16" fmla="*/ 1247798 h 1482113"/>
                    <a:gd name="connsiteX17" fmla="*/ 27646 w 1649777"/>
                    <a:gd name="connsiteY17" fmla="*/ 1402103 h 1482113"/>
                    <a:gd name="connsiteX18" fmla="*/ 162901 w 1649777"/>
                    <a:gd name="connsiteY18" fmla="*/ 1477351 h 1482113"/>
                    <a:gd name="connsiteX19" fmla="*/ 1493544 w 1649777"/>
                    <a:gd name="connsiteY19" fmla="*/ 1454491 h 1482113"/>
                    <a:gd name="connsiteX20" fmla="*/ 1625941 w 1649777"/>
                    <a:gd name="connsiteY20" fmla="*/ 1375433 h 1482113"/>
                    <a:gd name="connsiteX21" fmla="*/ 1623084 w 1649777"/>
                    <a:gd name="connsiteY21" fmla="*/ 1221128 h 1482113"/>
                    <a:gd name="connsiteX22" fmla="*/ 937284 w 1649777"/>
                    <a:gd name="connsiteY22" fmla="*/ 79081 h 1482113"/>
                    <a:gd name="connsiteX23" fmla="*/ 804886 w 1649777"/>
                    <a:gd name="connsiteY23" fmla="*/ 4786 h 1482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9777" h="1482113">
                      <a:moveTo>
                        <a:pt x="160044" y="1482113"/>
                      </a:moveTo>
                      <a:cubicBezTo>
                        <a:pt x="103846" y="1482113"/>
                        <a:pt x="52411" y="1453538"/>
                        <a:pt x="22884" y="1404961"/>
                      </a:cubicBezTo>
                      <a:cubicBezTo>
                        <a:pt x="-6644" y="1355431"/>
                        <a:pt x="-7596" y="1295423"/>
                        <a:pt x="20026" y="1244941"/>
                      </a:cubicBezTo>
                      <a:lnTo>
                        <a:pt x="664869" y="81938"/>
                      </a:lnTo>
                      <a:lnTo>
                        <a:pt x="667726" y="82891"/>
                      </a:lnTo>
                      <a:lnTo>
                        <a:pt x="664869" y="81938"/>
                      </a:lnTo>
                      <a:cubicBezTo>
                        <a:pt x="692491" y="31456"/>
                        <a:pt x="743926" y="976"/>
                        <a:pt x="802029" y="23"/>
                      </a:cubicBezTo>
                      <a:cubicBezTo>
                        <a:pt x="859179" y="-929"/>
                        <a:pt x="912519" y="27646"/>
                        <a:pt x="942046" y="77176"/>
                      </a:cubicBezTo>
                      <a:lnTo>
                        <a:pt x="1626894" y="1217318"/>
                      </a:lnTo>
                      <a:cubicBezTo>
                        <a:pt x="1656421" y="1266848"/>
                        <a:pt x="1657374" y="1326856"/>
                        <a:pt x="1629751" y="1377338"/>
                      </a:cubicBezTo>
                      <a:cubicBezTo>
                        <a:pt x="1602129" y="1427821"/>
                        <a:pt x="1550694" y="1458301"/>
                        <a:pt x="1492591" y="1459253"/>
                      </a:cubicBezTo>
                      <a:lnTo>
                        <a:pt x="161949" y="1482113"/>
                      </a:lnTo>
                      <a:cubicBezTo>
                        <a:pt x="161949" y="1482113"/>
                        <a:pt x="160996" y="1482113"/>
                        <a:pt x="160044" y="1482113"/>
                      </a:cubicBezTo>
                      <a:close/>
                      <a:moveTo>
                        <a:pt x="804886" y="4786"/>
                      </a:moveTo>
                      <a:cubicBezTo>
                        <a:pt x="803934" y="4786"/>
                        <a:pt x="802981" y="4786"/>
                        <a:pt x="802029" y="4786"/>
                      </a:cubicBezTo>
                      <a:cubicBezTo>
                        <a:pt x="745831" y="5738"/>
                        <a:pt x="697254" y="35266"/>
                        <a:pt x="669631" y="83843"/>
                      </a:cubicBezTo>
                      <a:lnTo>
                        <a:pt x="24789" y="1247798"/>
                      </a:lnTo>
                      <a:cubicBezTo>
                        <a:pt x="-1881" y="1296376"/>
                        <a:pt x="-929" y="1354478"/>
                        <a:pt x="27646" y="1402103"/>
                      </a:cubicBezTo>
                      <a:cubicBezTo>
                        <a:pt x="56221" y="1449728"/>
                        <a:pt x="106704" y="1478303"/>
                        <a:pt x="162901" y="1477351"/>
                      </a:cubicBezTo>
                      <a:lnTo>
                        <a:pt x="1493544" y="1454491"/>
                      </a:lnTo>
                      <a:cubicBezTo>
                        <a:pt x="1549741" y="1453538"/>
                        <a:pt x="1598319" y="1424011"/>
                        <a:pt x="1625941" y="1375433"/>
                      </a:cubicBezTo>
                      <a:cubicBezTo>
                        <a:pt x="1652611" y="1326856"/>
                        <a:pt x="1651659" y="1268753"/>
                        <a:pt x="1623084" y="1221128"/>
                      </a:cubicBezTo>
                      <a:lnTo>
                        <a:pt x="937284" y="79081"/>
                      </a:lnTo>
                      <a:cubicBezTo>
                        <a:pt x="908709" y="32408"/>
                        <a:pt x="860131" y="4786"/>
                        <a:pt x="804886" y="4786"/>
                      </a:cubicBezTo>
                      <a:close/>
                    </a:path>
                  </a:pathLst>
                </a:custGeom>
                <a:grpFill/>
                <a:ln w="9525" cap="flat">
                  <a:noFill/>
                  <a:prstDash val="solid"/>
                  <a:miter/>
                </a:ln>
              </p:spPr>
              <p:txBody>
                <a:bodyPr rtlCol="0" anchor="ctr"/>
                <a:lstStyle/>
                <a:p>
                  <a:endParaRPr lang="en-US" sz="1730"/>
                </a:p>
              </p:txBody>
            </p:sp>
            <p:sp>
              <p:nvSpPr>
                <p:cNvPr id="31" name="Freeform: Shape 30">
                  <a:extLst>
                    <a:ext uri="{FF2B5EF4-FFF2-40B4-BE49-F238E27FC236}">
                      <a16:creationId xmlns:a16="http://schemas.microsoft.com/office/drawing/2014/main" id="{210A87AF-2A78-4E38-9F04-A90BA7EFCCF9}"/>
                    </a:ext>
                  </a:extLst>
                </p:cNvPr>
                <p:cNvSpPr/>
                <p:nvPr/>
              </p:nvSpPr>
              <p:spPr>
                <a:xfrm>
                  <a:off x="5247730" y="2789965"/>
                  <a:ext cx="1584777" cy="1622649"/>
                </a:xfrm>
                <a:custGeom>
                  <a:avLst/>
                  <a:gdLst>
                    <a:gd name="connsiteX0" fmla="*/ 1425801 w 1584777"/>
                    <a:gd name="connsiteY0" fmla="*/ 1622649 h 1622649"/>
                    <a:gd name="connsiteX1" fmla="*/ 1375319 w 1584777"/>
                    <a:gd name="connsiteY1" fmla="*/ 1615029 h 1622649"/>
                    <a:gd name="connsiteX2" fmla="*/ 110399 w 1584777"/>
                    <a:gd name="connsiteY2" fmla="*/ 1203549 h 1622649"/>
                    <a:gd name="connsiteX3" fmla="*/ 3719 w 1584777"/>
                    <a:gd name="connsiteY3" fmla="*/ 1084487 h 1622649"/>
                    <a:gd name="connsiteX4" fmla="*/ 53249 w 1584777"/>
                    <a:gd name="connsiteY4" fmla="*/ 932087 h 1622649"/>
                    <a:gd name="connsiteX5" fmla="*/ 1041944 w 1584777"/>
                    <a:gd name="connsiteY5" fmla="*/ 41499 h 1622649"/>
                    <a:gd name="connsiteX6" fmla="*/ 1043849 w 1584777"/>
                    <a:gd name="connsiteY6" fmla="*/ 43404 h 1622649"/>
                    <a:gd name="connsiteX7" fmla="*/ 1041944 w 1584777"/>
                    <a:gd name="connsiteY7" fmla="*/ 41499 h 1622649"/>
                    <a:gd name="connsiteX8" fmla="*/ 1198154 w 1584777"/>
                    <a:gd name="connsiteY8" fmla="*/ 8162 h 1622649"/>
                    <a:gd name="connsiteX9" fmla="*/ 1304834 w 1584777"/>
                    <a:gd name="connsiteY9" fmla="*/ 127224 h 1622649"/>
                    <a:gd name="connsiteX10" fmla="*/ 1581059 w 1584777"/>
                    <a:gd name="connsiteY10" fmla="*/ 1428339 h 1622649"/>
                    <a:gd name="connsiteX11" fmla="*/ 1531529 w 1584777"/>
                    <a:gd name="connsiteY11" fmla="*/ 1580739 h 1622649"/>
                    <a:gd name="connsiteX12" fmla="*/ 1425801 w 1584777"/>
                    <a:gd name="connsiteY12" fmla="*/ 1622649 h 1622649"/>
                    <a:gd name="connsiteX13" fmla="*/ 1147671 w 1584777"/>
                    <a:gd name="connsiteY13" fmla="*/ 6257 h 1622649"/>
                    <a:gd name="connsiteX14" fmla="*/ 1044801 w 1584777"/>
                    <a:gd name="connsiteY14" fmla="*/ 46262 h 1622649"/>
                    <a:gd name="connsiteX15" fmla="*/ 56106 w 1584777"/>
                    <a:gd name="connsiteY15" fmla="*/ 936849 h 1622649"/>
                    <a:gd name="connsiteX16" fmla="*/ 8481 w 1584777"/>
                    <a:gd name="connsiteY16" fmla="*/ 1083534 h 1622649"/>
                    <a:gd name="connsiteX17" fmla="*/ 111351 w 1584777"/>
                    <a:gd name="connsiteY17" fmla="*/ 1197834 h 1622649"/>
                    <a:gd name="connsiteX18" fmla="*/ 1376272 w 1584777"/>
                    <a:gd name="connsiteY18" fmla="*/ 1609314 h 1622649"/>
                    <a:gd name="connsiteX19" fmla="*/ 1526766 w 1584777"/>
                    <a:gd name="connsiteY19" fmla="*/ 1576929 h 1622649"/>
                    <a:gd name="connsiteX20" fmla="*/ 1574391 w 1584777"/>
                    <a:gd name="connsiteY20" fmla="*/ 1430244 h 1622649"/>
                    <a:gd name="connsiteX21" fmla="*/ 1298166 w 1584777"/>
                    <a:gd name="connsiteY21" fmla="*/ 129129 h 1622649"/>
                    <a:gd name="connsiteX22" fmla="*/ 1195297 w 1584777"/>
                    <a:gd name="connsiteY22" fmla="*/ 14829 h 1622649"/>
                    <a:gd name="connsiteX23" fmla="*/ 1147671 w 1584777"/>
                    <a:gd name="connsiteY23" fmla="*/ 6257 h 1622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84777" h="1622649">
                      <a:moveTo>
                        <a:pt x="1425801" y="1622649"/>
                      </a:moveTo>
                      <a:cubicBezTo>
                        <a:pt x="1409609" y="1622649"/>
                        <a:pt x="1392464" y="1619792"/>
                        <a:pt x="1375319" y="1615029"/>
                      </a:cubicBezTo>
                      <a:lnTo>
                        <a:pt x="110399" y="1203549"/>
                      </a:lnTo>
                      <a:cubicBezTo>
                        <a:pt x="55154" y="1185452"/>
                        <a:pt x="15149" y="1141637"/>
                        <a:pt x="3719" y="1084487"/>
                      </a:cubicBezTo>
                      <a:cubicBezTo>
                        <a:pt x="-8664" y="1028289"/>
                        <a:pt x="10386" y="971139"/>
                        <a:pt x="53249" y="932087"/>
                      </a:cubicBezTo>
                      <a:lnTo>
                        <a:pt x="1041944" y="41499"/>
                      </a:lnTo>
                      <a:lnTo>
                        <a:pt x="1043849" y="43404"/>
                      </a:lnTo>
                      <a:lnTo>
                        <a:pt x="1041944" y="41499"/>
                      </a:lnTo>
                      <a:cubicBezTo>
                        <a:pt x="1084806" y="2447"/>
                        <a:pt x="1142909" y="-9936"/>
                        <a:pt x="1198154" y="8162"/>
                      </a:cubicBezTo>
                      <a:cubicBezTo>
                        <a:pt x="1253399" y="26259"/>
                        <a:pt x="1293404" y="70074"/>
                        <a:pt x="1304834" y="127224"/>
                      </a:cubicBezTo>
                      <a:lnTo>
                        <a:pt x="1581059" y="1428339"/>
                      </a:lnTo>
                      <a:cubicBezTo>
                        <a:pt x="1593441" y="1484537"/>
                        <a:pt x="1574391" y="1541687"/>
                        <a:pt x="1531529" y="1580739"/>
                      </a:cubicBezTo>
                      <a:cubicBezTo>
                        <a:pt x="1502001" y="1608362"/>
                        <a:pt x="1463901" y="1622649"/>
                        <a:pt x="1425801" y="1622649"/>
                      </a:cubicBezTo>
                      <a:close/>
                      <a:moveTo>
                        <a:pt x="1147671" y="6257"/>
                      </a:moveTo>
                      <a:cubicBezTo>
                        <a:pt x="1110524" y="6257"/>
                        <a:pt x="1074329" y="19592"/>
                        <a:pt x="1044801" y="46262"/>
                      </a:cubicBezTo>
                      <a:lnTo>
                        <a:pt x="56106" y="936849"/>
                      </a:lnTo>
                      <a:cubicBezTo>
                        <a:pt x="14196" y="973997"/>
                        <a:pt x="-2949" y="1029242"/>
                        <a:pt x="8481" y="1083534"/>
                      </a:cubicBezTo>
                      <a:cubicBezTo>
                        <a:pt x="19911" y="1137827"/>
                        <a:pt x="58964" y="1180689"/>
                        <a:pt x="111351" y="1197834"/>
                      </a:cubicBezTo>
                      <a:lnTo>
                        <a:pt x="1376272" y="1609314"/>
                      </a:lnTo>
                      <a:cubicBezTo>
                        <a:pt x="1429611" y="1626459"/>
                        <a:pt x="1485809" y="1615029"/>
                        <a:pt x="1526766" y="1576929"/>
                      </a:cubicBezTo>
                      <a:cubicBezTo>
                        <a:pt x="1568676" y="1539782"/>
                        <a:pt x="1585822" y="1484537"/>
                        <a:pt x="1574391" y="1430244"/>
                      </a:cubicBezTo>
                      <a:lnTo>
                        <a:pt x="1298166" y="129129"/>
                      </a:lnTo>
                      <a:cubicBezTo>
                        <a:pt x="1286736" y="74837"/>
                        <a:pt x="1247684" y="31974"/>
                        <a:pt x="1195297" y="14829"/>
                      </a:cubicBezTo>
                      <a:cubicBezTo>
                        <a:pt x="1180056" y="9114"/>
                        <a:pt x="1163864" y="6257"/>
                        <a:pt x="1147671" y="6257"/>
                      </a:cubicBezTo>
                      <a:close/>
                    </a:path>
                  </a:pathLst>
                </a:custGeom>
                <a:grpFill/>
                <a:ln w="9525" cap="flat">
                  <a:noFill/>
                  <a:prstDash val="solid"/>
                  <a:miter/>
                </a:ln>
              </p:spPr>
              <p:txBody>
                <a:bodyPr rtlCol="0" anchor="ctr"/>
                <a:lstStyle/>
                <a:p>
                  <a:endParaRPr lang="en-US" sz="1730"/>
                </a:p>
              </p:txBody>
            </p:sp>
            <p:sp>
              <p:nvSpPr>
                <p:cNvPr id="32" name="Freeform: Shape 31">
                  <a:extLst>
                    <a:ext uri="{FF2B5EF4-FFF2-40B4-BE49-F238E27FC236}">
                      <a16:creationId xmlns:a16="http://schemas.microsoft.com/office/drawing/2014/main" id="{68AB032E-C55A-479E-967C-DDD3EBD31ACC}"/>
                    </a:ext>
                  </a:extLst>
                </p:cNvPr>
                <p:cNvSpPr/>
                <p:nvPr/>
              </p:nvSpPr>
              <p:spPr>
                <a:xfrm>
                  <a:off x="5179859" y="2878404"/>
                  <a:ext cx="1545260" cy="1640889"/>
                </a:xfrm>
                <a:custGeom>
                  <a:avLst/>
                  <a:gdLst>
                    <a:gd name="connsiteX0" fmla="*/ 1222210 w 1545260"/>
                    <a:gd name="connsiteY0" fmla="*/ 1640890 h 1640889"/>
                    <a:gd name="connsiteX1" fmla="*/ 1126008 w 1545260"/>
                    <a:gd name="connsiteY1" fmla="*/ 1608505 h 1640889"/>
                    <a:gd name="connsiteX2" fmla="*/ 63970 w 1545260"/>
                    <a:gd name="connsiteY2" fmla="*/ 807452 h 1640889"/>
                    <a:gd name="connsiteX3" fmla="*/ 1105 w 1545260"/>
                    <a:gd name="connsiteY3" fmla="*/ 660767 h 1640889"/>
                    <a:gd name="connsiteX4" fmla="*/ 97308 w 1545260"/>
                    <a:gd name="connsiteY4" fmla="*/ 533132 h 1640889"/>
                    <a:gd name="connsiteX5" fmla="*/ 1322223 w 1545260"/>
                    <a:gd name="connsiteY5" fmla="*/ 13067 h 1640889"/>
                    <a:gd name="connsiteX6" fmla="*/ 1481290 w 1545260"/>
                    <a:gd name="connsiteY6" fmla="*/ 32117 h 1640889"/>
                    <a:gd name="connsiteX7" fmla="*/ 1544155 w 1545260"/>
                    <a:gd name="connsiteY7" fmla="*/ 178802 h 1640889"/>
                    <a:gd name="connsiteX8" fmla="*/ 1382230 w 1545260"/>
                    <a:gd name="connsiteY8" fmla="*/ 1498967 h 1640889"/>
                    <a:gd name="connsiteX9" fmla="*/ 1286028 w 1545260"/>
                    <a:gd name="connsiteY9" fmla="*/ 1626602 h 1640889"/>
                    <a:gd name="connsiteX10" fmla="*/ 1222210 w 1545260"/>
                    <a:gd name="connsiteY10" fmla="*/ 1640890 h 1640889"/>
                    <a:gd name="connsiteX11" fmla="*/ 1323175 w 1545260"/>
                    <a:gd name="connsiteY11" fmla="*/ 15925 h 1640889"/>
                    <a:gd name="connsiteX12" fmla="*/ 1324128 w 1545260"/>
                    <a:gd name="connsiteY12" fmla="*/ 18782 h 1640889"/>
                    <a:gd name="connsiteX13" fmla="*/ 100165 w 1545260"/>
                    <a:gd name="connsiteY13" fmla="*/ 537895 h 1640889"/>
                    <a:gd name="connsiteX14" fmla="*/ 6820 w 1545260"/>
                    <a:gd name="connsiteY14" fmla="*/ 660767 h 1640889"/>
                    <a:gd name="connsiteX15" fmla="*/ 66828 w 1545260"/>
                    <a:gd name="connsiteY15" fmla="*/ 803642 h 1640889"/>
                    <a:gd name="connsiteX16" fmla="*/ 1128865 w 1545260"/>
                    <a:gd name="connsiteY16" fmla="*/ 1604695 h 1640889"/>
                    <a:gd name="connsiteX17" fmla="*/ 1282218 w 1545260"/>
                    <a:gd name="connsiteY17" fmla="*/ 1623745 h 1640889"/>
                    <a:gd name="connsiteX18" fmla="*/ 1375563 w 1545260"/>
                    <a:gd name="connsiteY18" fmla="*/ 1500872 h 1640889"/>
                    <a:gd name="connsiteX19" fmla="*/ 1537488 w 1545260"/>
                    <a:gd name="connsiteY19" fmla="*/ 180707 h 1640889"/>
                    <a:gd name="connsiteX20" fmla="*/ 1477480 w 1545260"/>
                    <a:gd name="connsiteY20" fmla="*/ 38785 h 1640889"/>
                    <a:gd name="connsiteX21" fmla="*/ 1324128 w 1545260"/>
                    <a:gd name="connsiteY21" fmla="*/ 19735 h 1640889"/>
                    <a:gd name="connsiteX22" fmla="*/ 1323175 w 1545260"/>
                    <a:gd name="connsiteY22" fmla="*/ 15925 h 164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45260" h="1640889">
                      <a:moveTo>
                        <a:pt x="1222210" y="1640890"/>
                      </a:moveTo>
                      <a:cubicBezTo>
                        <a:pt x="1187920" y="1640890"/>
                        <a:pt x="1154583" y="1629460"/>
                        <a:pt x="1126008" y="1608505"/>
                      </a:cubicBezTo>
                      <a:lnTo>
                        <a:pt x="63970" y="807452"/>
                      </a:lnTo>
                      <a:cubicBezTo>
                        <a:pt x="18250" y="772210"/>
                        <a:pt x="-5562" y="717917"/>
                        <a:pt x="1105" y="660767"/>
                      </a:cubicBezTo>
                      <a:cubicBezTo>
                        <a:pt x="7773" y="603617"/>
                        <a:pt x="43968" y="555992"/>
                        <a:pt x="97308" y="533132"/>
                      </a:cubicBezTo>
                      <a:lnTo>
                        <a:pt x="1322223" y="13067"/>
                      </a:lnTo>
                      <a:cubicBezTo>
                        <a:pt x="1375563" y="-9793"/>
                        <a:pt x="1434618" y="-2173"/>
                        <a:pt x="1481290" y="32117"/>
                      </a:cubicBezTo>
                      <a:cubicBezTo>
                        <a:pt x="1527010" y="67360"/>
                        <a:pt x="1550823" y="121652"/>
                        <a:pt x="1544155" y="178802"/>
                      </a:cubicBezTo>
                      <a:lnTo>
                        <a:pt x="1382230" y="1498967"/>
                      </a:lnTo>
                      <a:cubicBezTo>
                        <a:pt x="1375563" y="1556117"/>
                        <a:pt x="1339368" y="1603742"/>
                        <a:pt x="1286028" y="1626602"/>
                      </a:cubicBezTo>
                      <a:cubicBezTo>
                        <a:pt x="1264120" y="1636127"/>
                        <a:pt x="1243165" y="1640890"/>
                        <a:pt x="1222210" y="1640890"/>
                      </a:cubicBezTo>
                      <a:close/>
                      <a:moveTo>
                        <a:pt x="1323175" y="15925"/>
                      </a:moveTo>
                      <a:lnTo>
                        <a:pt x="1324128" y="18782"/>
                      </a:lnTo>
                      <a:lnTo>
                        <a:pt x="100165" y="537895"/>
                      </a:lnTo>
                      <a:cubicBezTo>
                        <a:pt x="48730" y="559802"/>
                        <a:pt x="14440" y="605522"/>
                        <a:pt x="6820" y="660767"/>
                      </a:cubicBezTo>
                      <a:cubicBezTo>
                        <a:pt x="153" y="716965"/>
                        <a:pt x="23013" y="769352"/>
                        <a:pt x="66828" y="803642"/>
                      </a:cubicBezTo>
                      <a:lnTo>
                        <a:pt x="1128865" y="1604695"/>
                      </a:lnTo>
                      <a:cubicBezTo>
                        <a:pt x="1173633" y="1638032"/>
                        <a:pt x="1230783" y="1645652"/>
                        <a:pt x="1282218" y="1623745"/>
                      </a:cubicBezTo>
                      <a:cubicBezTo>
                        <a:pt x="1333653" y="1601837"/>
                        <a:pt x="1367943" y="1556117"/>
                        <a:pt x="1375563" y="1500872"/>
                      </a:cubicBezTo>
                      <a:lnTo>
                        <a:pt x="1537488" y="180707"/>
                      </a:lnTo>
                      <a:cubicBezTo>
                        <a:pt x="1544155" y="125462"/>
                        <a:pt x="1521295" y="72122"/>
                        <a:pt x="1477480" y="38785"/>
                      </a:cubicBezTo>
                      <a:cubicBezTo>
                        <a:pt x="1432713" y="5447"/>
                        <a:pt x="1375563" y="-2173"/>
                        <a:pt x="1324128" y="19735"/>
                      </a:cubicBezTo>
                      <a:lnTo>
                        <a:pt x="1323175" y="15925"/>
                      </a:lnTo>
                      <a:close/>
                    </a:path>
                  </a:pathLst>
                </a:custGeom>
                <a:grpFill/>
                <a:ln w="9525" cap="flat">
                  <a:noFill/>
                  <a:prstDash val="solid"/>
                  <a:miter/>
                </a:ln>
              </p:spPr>
              <p:txBody>
                <a:bodyPr rtlCol="0" anchor="ctr"/>
                <a:lstStyle/>
                <a:p>
                  <a:endParaRPr lang="en-US" sz="1730"/>
                </a:p>
              </p:txBody>
            </p:sp>
            <p:sp>
              <p:nvSpPr>
                <p:cNvPr id="33" name="Freeform: Shape 32">
                  <a:extLst>
                    <a:ext uri="{FF2B5EF4-FFF2-40B4-BE49-F238E27FC236}">
                      <a16:creationId xmlns:a16="http://schemas.microsoft.com/office/drawing/2014/main" id="{0E920397-911B-4B13-9B54-DE6B738DA0CD}"/>
                    </a:ext>
                  </a:extLst>
                </p:cNvPr>
                <p:cNvSpPr/>
                <p:nvPr/>
              </p:nvSpPr>
              <p:spPr>
                <a:xfrm>
                  <a:off x="5208682" y="3017783"/>
                  <a:ext cx="1646681" cy="1514845"/>
                </a:xfrm>
                <a:custGeom>
                  <a:avLst/>
                  <a:gdLst>
                    <a:gd name="connsiteX0" fmla="*/ 902875 w 1646681"/>
                    <a:gd name="connsiteY0" fmla="*/ 1514846 h 1514845"/>
                    <a:gd name="connsiteX1" fmla="*/ 770477 w 1646681"/>
                    <a:gd name="connsiteY1" fmla="*/ 1444361 h 1514845"/>
                    <a:gd name="connsiteX2" fmla="*/ 27527 w 1646681"/>
                    <a:gd name="connsiteY2" fmla="*/ 341366 h 1514845"/>
                    <a:gd name="connsiteX3" fmla="*/ 16097 w 1646681"/>
                    <a:gd name="connsiteY3" fmla="*/ 182298 h 1514845"/>
                    <a:gd name="connsiteX4" fmla="*/ 148495 w 1646681"/>
                    <a:gd name="connsiteY4" fmla="*/ 92763 h 1514845"/>
                    <a:gd name="connsiteX5" fmla="*/ 1475327 w 1646681"/>
                    <a:gd name="connsiteY5" fmla="*/ 371 h 1514845"/>
                    <a:gd name="connsiteX6" fmla="*/ 1619155 w 1646681"/>
                    <a:gd name="connsiteY6" fmla="*/ 70856 h 1514845"/>
                    <a:gd name="connsiteX7" fmla="*/ 1630585 w 1646681"/>
                    <a:gd name="connsiteY7" fmla="*/ 229923 h 1514845"/>
                    <a:gd name="connsiteX8" fmla="*/ 1047655 w 1646681"/>
                    <a:gd name="connsiteY8" fmla="*/ 1424358 h 1514845"/>
                    <a:gd name="connsiteX9" fmla="*/ 915257 w 1646681"/>
                    <a:gd name="connsiteY9" fmla="*/ 1513893 h 1514845"/>
                    <a:gd name="connsiteX10" fmla="*/ 902875 w 1646681"/>
                    <a:gd name="connsiteY10" fmla="*/ 1514846 h 1514845"/>
                    <a:gd name="connsiteX11" fmla="*/ 1475327 w 1646681"/>
                    <a:gd name="connsiteY11" fmla="*/ 2276 h 1514845"/>
                    <a:gd name="connsiteX12" fmla="*/ 1475327 w 1646681"/>
                    <a:gd name="connsiteY12" fmla="*/ 5133 h 1514845"/>
                    <a:gd name="connsiteX13" fmla="*/ 148495 w 1646681"/>
                    <a:gd name="connsiteY13" fmla="*/ 97526 h 1514845"/>
                    <a:gd name="connsiteX14" fmla="*/ 20860 w 1646681"/>
                    <a:gd name="connsiteY14" fmla="*/ 184203 h 1514845"/>
                    <a:gd name="connsiteX15" fmla="*/ 31337 w 1646681"/>
                    <a:gd name="connsiteY15" fmla="*/ 338508 h 1514845"/>
                    <a:gd name="connsiteX16" fmla="*/ 775240 w 1646681"/>
                    <a:gd name="connsiteY16" fmla="*/ 1441503 h 1514845"/>
                    <a:gd name="connsiteX17" fmla="*/ 914305 w 1646681"/>
                    <a:gd name="connsiteY17" fmla="*/ 1509131 h 1514845"/>
                    <a:gd name="connsiteX18" fmla="*/ 1041940 w 1646681"/>
                    <a:gd name="connsiteY18" fmla="*/ 1422453 h 1514845"/>
                    <a:gd name="connsiteX19" fmla="*/ 1624870 w 1646681"/>
                    <a:gd name="connsiteY19" fmla="*/ 227066 h 1514845"/>
                    <a:gd name="connsiteX20" fmla="*/ 1614392 w 1646681"/>
                    <a:gd name="connsiteY20" fmla="*/ 72761 h 1514845"/>
                    <a:gd name="connsiteX21" fmla="*/ 1475327 w 1646681"/>
                    <a:gd name="connsiteY21" fmla="*/ 5133 h 1514845"/>
                    <a:gd name="connsiteX22" fmla="*/ 1475327 w 1646681"/>
                    <a:gd name="connsiteY22" fmla="*/ 2276 h 1514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46681" h="1514845">
                      <a:moveTo>
                        <a:pt x="902875" y="1514846"/>
                      </a:moveTo>
                      <a:cubicBezTo>
                        <a:pt x="849535" y="1514846"/>
                        <a:pt x="800957" y="1489128"/>
                        <a:pt x="770477" y="1444361"/>
                      </a:cubicBezTo>
                      <a:lnTo>
                        <a:pt x="27527" y="341366"/>
                      </a:lnTo>
                      <a:cubicBezTo>
                        <a:pt x="-4858" y="293741"/>
                        <a:pt x="-8668" y="233733"/>
                        <a:pt x="16097" y="182298"/>
                      </a:cubicBezTo>
                      <a:cubicBezTo>
                        <a:pt x="41815" y="129911"/>
                        <a:pt x="91345" y="96573"/>
                        <a:pt x="148495" y="92763"/>
                      </a:cubicBezTo>
                      <a:lnTo>
                        <a:pt x="1475327" y="371"/>
                      </a:lnTo>
                      <a:cubicBezTo>
                        <a:pt x="1533430" y="-3439"/>
                        <a:pt x="1586770" y="22278"/>
                        <a:pt x="1619155" y="70856"/>
                      </a:cubicBezTo>
                      <a:cubicBezTo>
                        <a:pt x="1651540" y="118481"/>
                        <a:pt x="1655350" y="178488"/>
                        <a:pt x="1630585" y="229923"/>
                      </a:cubicBezTo>
                      <a:lnTo>
                        <a:pt x="1047655" y="1424358"/>
                      </a:lnTo>
                      <a:cubicBezTo>
                        <a:pt x="1021937" y="1476746"/>
                        <a:pt x="972407" y="1510083"/>
                        <a:pt x="915257" y="1513893"/>
                      </a:cubicBezTo>
                      <a:cubicBezTo>
                        <a:pt x="910495" y="1513893"/>
                        <a:pt x="906685" y="1514846"/>
                        <a:pt x="902875" y="1514846"/>
                      </a:cubicBezTo>
                      <a:close/>
                      <a:moveTo>
                        <a:pt x="1475327" y="2276"/>
                      </a:moveTo>
                      <a:lnTo>
                        <a:pt x="1475327" y="5133"/>
                      </a:lnTo>
                      <a:lnTo>
                        <a:pt x="148495" y="97526"/>
                      </a:lnTo>
                      <a:cubicBezTo>
                        <a:pt x="93250" y="101336"/>
                        <a:pt x="45625" y="133720"/>
                        <a:pt x="20860" y="184203"/>
                      </a:cubicBezTo>
                      <a:cubicBezTo>
                        <a:pt x="-3905" y="234686"/>
                        <a:pt x="857" y="291836"/>
                        <a:pt x="31337" y="338508"/>
                      </a:cubicBezTo>
                      <a:lnTo>
                        <a:pt x="775240" y="1441503"/>
                      </a:lnTo>
                      <a:cubicBezTo>
                        <a:pt x="806672" y="1488176"/>
                        <a:pt x="858107" y="1512941"/>
                        <a:pt x="914305" y="1509131"/>
                      </a:cubicBezTo>
                      <a:cubicBezTo>
                        <a:pt x="969550" y="1505321"/>
                        <a:pt x="1018127" y="1472936"/>
                        <a:pt x="1041940" y="1422453"/>
                      </a:cubicBezTo>
                      <a:lnTo>
                        <a:pt x="1624870" y="227066"/>
                      </a:lnTo>
                      <a:cubicBezTo>
                        <a:pt x="1649635" y="176583"/>
                        <a:pt x="1644872" y="119433"/>
                        <a:pt x="1614392" y="72761"/>
                      </a:cubicBezTo>
                      <a:cubicBezTo>
                        <a:pt x="1582960" y="26088"/>
                        <a:pt x="1531525" y="1323"/>
                        <a:pt x="1475327" y="5133"/>
                      </a:cubicBezTo>
                      <a:lnTo>
                        <a:pt x="1475327" y="2276"/>
                      </a:lnTo>
                      <a:close/>
                    </a:path>
                  </a:pathLst>
                </a:custGeom>
                <a:grpFill/>
                <a:ln w="9525" cap="flat">
                  <a:noFill/>
                  <a:prstDash val="solid"/>
                  <a:miter/>
                </a:ln>
              </p:spPr>
              <p:txBody>
                <a:bodyPr rtlCol="0" anchor="ctr"/>
                <a:lstStyle/>
                <a:p>
                  <a:endParaRPr lang="en-US" sz="1730"/>
                </a:p>
              </p:txBody>
            </p:sp>
            <p:sp>
              <p:nvSpPr>
                <p:cNvPr id="34" name="Freeform: Shape 33">
                  <a:extLst>
                    <a:ext uri="{FF2B5EF4-FFF2-40B4-BE49-F238E27FC236}">
                      <a16:creationId xmlns:a16="http://schemas.microsoft.com/office/drawing/2014/main" id="{96906B36-03C9-4D78-9F2B-7404A5256EC0}"/>
                    </a:ext>
                  </a:extLst>
                </p:cNvPr>
                <p:cNvSpPr/>
                <p:nvPr/>
              </p:nvSpPr>
              <p:spPr>
                <a:xfrm>
                  <a:off x="5329614" y="2845675"/>
                  <a:ext cx="1604843" cy="1605039"/>
                </a:xfrm>
                <a:custGeom>
                  <a:avLst/>
                  <a:gdLst>
                    <a:gd name="connsiteX0" fmla="*/ 504765 w 1604843"/>
                    <a:gd name="connsiteY0" fmla="*/ 1605039 h 1605039"/>
                    <a:gd name="connsiteX1" fmla="*/ 462856 w 1604843"/>
                    <a:gd name="connsiteY1" fmla="*/ 1599324 h 1605039"/>
                    <a:gd name="connsiteX2" fmla="*/ 349508 w 1604843"/>
                    <a:gd name="connsiteY2" fmla="*/ 1485977 h 1605039"/>
                    <a:gd name="connsiteX3" fmla="*/ 5655 w 1604843"/>
                    <a:gd name="connsiteY3" fmla="*/ 201054 h 1605039"/>
                    <a:gd name="connsiteX4" fmla="*/ 46613 w 1604843"/>
                    <a:gd name="connsiteY4" fmla="*/ 46749 h 1605039"/>
                    <a:gd name="connsiteX5" fmla="*/ 200918 w 1604843"/>
                    <a:gd name="connsiteY5" fmla="*/ 5792 h 1605039"/>
                    <a:gd name="connsiteX6" fmla="*/ 1485841 w 1604843"/>
                    <a:gd name="connsiteY6" fmla="*/ 350597 h 1605039"/>
                    <a:gd name="connsiteX7" fmla="*/ 1599188 w 1604843"/>
                    <a:gd name="connsiteY7" fmla="*/ 463944 h 1605039"/>
                    <a:gd name="connsiteX8" fmla="*/ 1558231 w 1604843"/>
                    <a:gd name="connsiteY8" fmla="*/ 618249 h 1605039"/>
                    <a:gd name="connsiteX9" fmla="*/ 617161 w 1604843"/>
                    <a:gd name="connsiteY9" fmla="*/ 1559319 h 1605039"/>
                    <a:gd name="connsiteX10" fmla="*/ 504765 w 1604843"/>
                    <a:gd name="connsiteY10" fmla="*/ 1605039 h 1605039"/>
                    <a:gd name="connsiteX11" fmla="*/ 159008 w 1604843"/>
                    <a:gd name="connsiteY11" fmla="*/ 4839 h 1605039"/>
                    <a:gd name="connsiteX12" fmla="*/ 50423 w 1604843"/>
                    <a:gd name="connsiteY12" fmla="*/ 50559 h 1605039"/>
                    <a:gd name="connsiteX13" fmla="*/ 10418 w 1604843"/>
                    <a:gd name="connsiteY13" fmla="*/ 200102 h 1605039"/>
                    <a:gd name="connsiteX14" fmla="*/ 355223 w 1604843"/>
                    <a:gd name="connsiteY14" fmla="*/ 1485024 h 1605039"/>
                    <a:gd name="connsiteX15" fmla="*/ 464760 w 1604843"/>
                    <a:gd name="connsiteY15" fmla="*/ 1594562 h 1605039"/>
                    <a:gd name="connsiteX16" fmla="*/ 614303 w 1604843"/>
                    <a:gd name="connsiteY16" fmla="*/ 1554557 h 1605039"/>
                    <a:gd name="connsiteX17" fmla="*/ 1555373 w 1604843"/>
                    <a:gd name="connsiteY17" fmla="*/ 613487 h 1605039"/>
                    <a:gd name="connsiteX18" fmla="*/ 1595378 w 1604843"/>
                    <a:gd name="connsiteY18" fmla="*/ 463944 h 1605039"/>
                    <a:gd name="connsiteX19" fmla="*/ 1485841 w 1604843"/>
                    <a:gd name="connsiteY19" fmla="*/ 354407 h 1605039"/>
                    <a:gd name="connsiteX20" fmla="*/ 199965 w 1604843"/>
                    <a:gd name="connsiteY20" fmla="*/ 10554 h 1605039"/>
                    <a:gd name="connsiteX21" fmla="*/ 159008 w 1604843"/>
                    <a:gd name="connsiteY21" fmla="*/ 4839 h 1605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04843" h="1605039">
                      <a:moveTo>
                        <a:pt x="504765" y="1605039"/>
                      </a:moveTo>
                      <a:cubicBezTo>
                        <a:pt x="490478" y="1605039"/>
                        <a:pt x="477143" y="1603134"/>
                        <a:pt x="462856" y="1599324"/>
                      </a:cubicBezTo>
                      <a:cubicBezTo>
                        <a:pt x="406658" y="1584084"/>
                        <a:pt x="364748" y="1542174"/>
                        <a:pt x="349508" y="1485977"/>
                      </a:cubicBezTo>
                      <a:lnTo>
                        <a:pt x="5655" y="201054"/>
                      </a:lnTo>
                      <a:cubicBezTo>
                        <a:pt x="-9585" y="144857"/>
                        <a:pt x="6608" y="87707"/>
                        <a:pt x="46613" y="46749"/>
                      </a:cubicBezTo>
                      <a:cubicBezTo>
                        <a:pt x="87570" y="5792"/>
                        <a:pt x="144720" y="-9448"/>
                        <a:pt x="200918" y="5792"/>
                      </a:cubicBezTo>
                      <a:lnTo>
                        <a:pt x="1485841" y="350597"/>
                      </a:lnTo>
                      <a:cubicBezTo>
                        <a:pt x="1542038" y="365837"/>
                        <a:pt x="1583948" y="407747"/>
                        <a:pt x="1599188" y="463944"/>
                      </a:cubicBezTo>
                      <a:cubicBezTo>
                        <a:pt x="1614428" y="520142"/>
                        <a:pt x="1598236" y="577292"/>
                        <a:pt x="1558231" y="618249"/>
                      </a:cubicBezTo>
                      <a:lnTo>
                        <a:pt x="617161" y="1559319"/>
                      </a:lnTo>
                      <a:cubicBezTo>
                        <a:pt x="586681" y="1588847"/>
                        <a:pt x="546675" y="1605039"/>
                        <a:pt x="504765" y="1605039"/>
                      </a:cubicBezTo>
                      <a:close/>
                      <a:moveTo>
                        <a:pt x="159008" y="4839"/>
                      </a:moveTo>
                      <a:cubicBezTo>
                        <a:pt x="119003" y="4839"/>
                        <a:pt x="79950" y="21032"/>
                        <a:pt x="50423" y="50559"/>
                      </a:cubicBezTo>
                      <a:cubicBezTo>
                        <a:pt x="11370" y="89612"/>
                        <a:pt x="-3870" y="145809"/>
                        <a:pt x="10418" y="200102"/>
                      </a:cubicBezTo>
                      <a:lnTo>
                        <a:pt x="355223" y="1485024"/>
                      </a:lnTo>
                      <a:cubicBezTo>
                        <a:pt x="369510" y="1539317"/>
                        <a:pt x="410468" y="1579322"/>
                        <a:pt x="464760" y="1594562"/>
                      </a:cubicBezTo>
                      <a:cubicBezTo>
                        <a:pt x="519053" y="1608849"/>
                        <a:pt x="574298" y="1593609"/>
                        <a:pt x="614303" y="1554557"/>
                      </a:cubicBezTo>
                      <a:lnTo>
                        <a:pt x="1555373" y="613487"/>
                      </a:lnTo>
                      <a:cubicBezTo>
                        <a:pt x="1594426" y="574434"/>
                        <a:pt x="1609666" y="518237"/>
                        <a:pt x="1595378" y="463944"/>
                      </a:cubicBezTo>
                      <a:cubicBezTo>
                        <a:pt x="1581091" y="409652"/>
                        <a:pt x="1540133" y="369647"/>
                        <a:pt x="1485841" y="354407"/>
                      </a:cubicBezTo>
                      <a:lnTo>
                        <a:pt x="199965" y="10554"/>
                      </a:lnTo>
                      <a:cubicBezTo>
                        <a:pt x="185678" y="6744"/>
                        <a:pt x="172343" y="4839"/>
                        <a:pt x="159008" y="4839"/>
                      </a:cubicBezTo>
                      <a:close/>
                    </a:path>
                  </a:pathLst>
                </a:custGeom>
                <a:grpFill/>
                <a:ln w="9525" cap="flat">
                  <a:noFill/>
                  <a:prstDash val="solid"/>
                  <a:miter/>
                </a:ln>
              </p:spPr>
              <p:txBody>
                <a:bodyPr rtlCol="0" anchor="ctr"/>
                <a:lstStyle/>
                <a:p>
                  <a:endParaRPr lang="en-US" sz="1730"/>
                </a:p>
              </p:txBody>
            </p:sp>
            <p:sp>
              <p:nvSpPr>
                <p:cNvPr id="35" name="Freeform: Shape 34">
                  <a:extLst>
                    <a:ext uri="{FF2B5EF4-FFF2-40B4-BE49-F238E27FC236}">
                      <a16:creationId xmlns:a16="http://schemas.microsoft.com/office/drawing/2014/main" id="{45B1856C-F96B-402D-875F-EFB4AD53D798}"/>
                    </a:ext>
                  </a:extLst>
                </p:cNvPr>
                <p:cNvSpPr/>
                <p:nvPr/>
              </p:nvSpPr>
              <p:spPr>
                <a:xfrm>
                  <a:off x="5435874" y="2634946"/>
                  <a:ext cx="1515194" cy="1647175"/>
                </a:xfrm>
                <a:custGeom>
                  <a:avLst/>
                  <a:gdLst>
                    <a:gd name="connsiteX0" fmla="*/ 160380 w 1515194"/>
                    <a:gd name="connsiteY0" fmla="*/ 1647176 h 1647175"/>
                    <a:gd name="connsiteX1" fmla="*/ 70845 w 1515194"/>
                    <a:gd name="connsiteY1" fmla="*/ 1619553 h 1647175"/>
                    <a:gd name="connsiteX2" fmla="*/ 360 w 1515194"/>
                    <a:gd name="connsiteY2" fmla="*/ 1475726 h 1647175"/>
                    <a:gd name="connsiteX3" fmla="*/ 92752 w 1515194"/>
                    <a:gd name="connsiteY3" fmla="*/ 148893 h 1647175"/>
                    <a:gd name="connsiteX4" fmla="*/ 182287 w 1515194"/>
                    <a:gd name="connsiteY4" fmla="*/ 16496 h 1647175"/>
                    <a:gd name="connsiteX5" fmla="*/ 341355 w 1515194"/>
                    <a:gd name="connsiteY5" fmla="*/ 27926 h 1647175"/>
                    <a:gd name="connsiteX6" fmla="*/ 1444350 w 1515194"/>
                    <a:gd name="connsiteY6" fmla="*/ 771828 h 1647175"/>
                    <a:gd name="connsiteX7" fmla="*/ 1514835 w 1515194"/>
                    <a:gd name="connsiteY7" fmla="*/ 915656 h 1647175"/>
                    <a:gd name="connsiteX8" fmla="*/ 1425300 w 1515194"/>
                    <a:gd name="connsiteY8" fmla="*/ 1048053 h 1647175"/>
                    <a:gd name="connsiteX9" fmla="*/ 230865 w 1515194"/>
                    <a:gd name="connsiteY9" fmla="*/ 1630983 h 1647175"/>
                    <a:gd name="connsiteX10" fmla="*/ 160380 w 1515194"/>
                    <a:gd name="connsiteY10" fmla="*/ 1647176 h 1647175"/>
                    <a:gd name="connsiteX11" fmla="*/ 253725 w 1515194"/>
                    <a:gd name="connsiteY11" fmla="*/ 5066 h 1647175"/>
                    <a:gd name="connsiteX12" fmla="*/ 186097 w 1515194"/>
                    <a:gd name="connsiteY12" fmla="*/ 21258 h 1647175"/>
                    <a:gd name="connsiteX13" fmla="*/ 99420 w 1515194"/>
                    <a:gd name="connsiteY13" fmla="*/ 148893 h 1647175"/>
                    <a:gd name="connsiteX14" fmla="*/ 7027 w 1515194"/>
                    <a:gd name="connsiteY14" fmla="*/ 1475726 h 1647175"/>
                    <a:gd name="connsiteX15" fmla="*/ 74655 w 1515194"/>
                    <a:gd name="connsiteY15" fmla="*/ 1614791 h 1647175"/>
                    <a:gd name="connsiteX16" fmla="*/ 228960 w 1515194"/>
                    <a:gd name="connsiteY16" fmla="*/ 1625268 h 1647175"/>
                    <a:gd name="connsiteX17" fmla="*/ 1424347 w 1515194"/>
                    <a:gd name="connsiteY17" fmla="*/ 1042338 h 1647175"/>
                    <a:gd name="connsiteX18" fmla="*/ 1511025 w 1515194"/>
                    <a:gd name="connsiteY18" fmla="*/ 914703 h 1647175"/>
                    <a:gd name="connsiteX19" fmla="*/ 1443397 w 1515194"/>
                    <a:gd name="connsiteY19" fmla="*/ 775638 h 1647175"/>
                    <a:gd name="connsiteX20" fmla="*/ 340402 w 1515194"/>
                    <a:gd name="connsiteY20" fmla="*/ 31736 h 1647175"/>
                    <a:gd name="connsiteX21" fmla="*/ 253725 w 1515194"/>
                    <a:gd name="connsiteY21" fmla="*/ 5066 h 164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15194" h="1647175">
                      <a:moveTo>
                        <a:pt x="160380" y="1647176"/>
                      </a:moveTo>
                      <a:cubicBezTo>
                        <a:pt x="128947" y="1647176"/>
                        <a:pt x="98467" y="1637651"/>
                        <a:pt x="70845" y="1619553"/>
                      </a:cubicBezTo>
                      <a:cubicBezTo>
                        <a:pt x="23220" y="1587168"/>
                        <a:pt x="-3450" y="1533828"/>
                        <a:pt x="360" y="1475726"/>
                      </a:cubicBezTo>
                      <a:lnTo>
                        <a:pt x="92752" y="148893"/>
                      </a:lnTo>
                      <a:cubicBezTo>
                        <a:pt x="96562" y="90791"/>
                        <a:pt x="129900" y="41261"/>
                        <a:pt x="182287" y="16496"/>
                      </a:cubicBezTo>
                      <a:cubicBezTo>
                        <a:pt x="234675" y="-9222"/>
                        <a:pt x="293730" y="-4459"/>
                        <a:pt x="341355" y="27926"/>
                      </a:cubicBezTo>
                      <a:lnTo>
                        <a:pt x="1444350" y="771828"/>
                      </a:lnTo>
                      <a:cubicBezTo>
                        <a:pt x="1491975" y="804213"/>
                        <a:pt x="1518645" y="857553"/>
                        <a:pt x="1514835" y="915656"/>
                      </a:cubicBezTo>
                      <a:cubicBezTo>
                        <a:pt x="1511025" y="973758"/>
                        <a:pt x="1477687" y="1023288"/>
                        <a:pt x="1425300" y="1048053"/>
                      </a:cubicBezTo>
                      <a:lnTo>
                        <a:pt x="230865" y="1630983"/>
                      </a:lnTo>
                      <a:cubicBezTo>
                        <a:pt x="208005" y="1641461"/>
                        <a:pt x="184192" y="1647176"/>
                        <a:pt x="160380" y="1647176"/>
                      </a:cubicBezTo>
                      <a:close/>
                      <a:moveTo>
                        <a:pt x="253725" y="5066"/>
                      </a:moveTo>
                      <a:cubicBezTo>
                        <a:pt x="230865" y="5066"/>
                        <a:pt x="208005" y="10781"/>
                        <a:pt x="186097" y="21258"/>
                      </a:cubicBezTo>
                      <a:cubicBezTo>
                        <a:pt x="135615" y="46023"/>
                        <a:pt x="103230" y="93648"/>
                        <a:pt x="99420" y="148893"/>
                      </a:cubicBezTo>
                      <a:lnTo>
                        <a:pt x="7027" y="1475726"/>
                      </a:lnTo>
                      <a:cubicBezTo>
                        <a:pt x="3217" y="1530971"/>
                        <a:pt x="27982" y="1583358"/>
                        <a:pt x="74655" y="1614791"/>
                      </a:cubicBezTo>
                      <a:cubicBezTo>
                        <a:pt x="121327" y="1646223"/>
                        <a:pt x="178477" y="1650033"/>
                        <a:pt x="228960" y="1625268"/>
                      </a:cubicBezTo>
                      <a:lnTo>
                        <a:pt x="1424347" y="1042338"/>
                      </a:lnTo>
                      <a:cubicBezTo>
                        <a:pt x="1474830" y="1017573"/>
                        <a:pt x="1507215" y="969948"/>
                        <a:pt x="1511025" y="914703"/>
                      </a:cubicBezTo>
                      <a:cubicBezTo>
                        <a:pt x="1514835" y="859458"/>
                        <a:pt x="1490070" y="807071"/>
                        <a:pt x="1443397" y="775638"/>
                      </a:cubicBezTo>
                      <a:lnTo>
                        <a:pt x="340402" y="31736"/>
                      </a:lnTo>
                      <a:cubicBezTo>
                        <a:pt x="313732" y="14591"/>
                        <a:pt x="284205" y="5066"/>
                        <a:pt x="253725" y="5066"/>
                      </a:cubicBezTo>
                      <a:close/>
                    </a:path>
                  </a:pathLst>
                </a:custGeom>
                <a:grpFill/>
                <a:ln w="9525" cap="flat">
                  <a:noFill/>
                  <a:prstDash val="solid"/>
                  <a:miter/>
                </a:ln>
              </p:spPr>
              <p:txBody>
                <a:bodyPr rtlCol="0" anchor="ctr"/>
                <a:lstStyle/>
                <a:p>
                  <a:endParaRPr lang="en-US" sz="1730"/>
                </a:p>
              </p:txBody>
            </p:sp>
            <p:sp>
              <p:nvSpPr>
                <p:cNvPr id="36" name="Freeform: Shape 35">
                  <a:extLst>
                    <a:ext uri="{FF2B5EF4-FFF2-40B4-BE49-F238E27FC236}">
                      <a16:creationId xmlns:a16="http://schemas.microsoft.com/office/drawing/2014/main" id="{527EA758-0E18-46FC-B237-13A9D2CFBA88}"/>
                    </a:ext>
                  </a:extLst>
                </p:cNvPr>
                <p:cNvSpPr/>
                <p:nvPr/>
              </p:nvSpPr>
              <p:spPr>
                <a:xfrm>
                  <a:off x="5267647" y="2501714"/>
                  <a:ext cx="1640193" cy="1544187"/>
                </a:xfrm>
                <a:custGeom>
                  <a:avLst/>
                  <a:gdLst>
                    <a:gd name="connsiteX0" fmla="*/ 159062 w 1640193"/>
                    <a:gd name="connsiteY0" fmla="*/ 1544188 h 1544187"/>
                    <a:gd name="connsiteX1" fmla="*/ 32379 w 1640193"/>
                    <a:gd name="connsiteY1" fmla="*/ 1480370 h 1544187"/>
                    <a:gd name="connsiteX2" fmla="*/ 13329 w 1640193"/>
                    <a:gd name="connsiteY2" fmla="*/ 1321303 h 1544187"/>
                    <a:gd name="connsiteX3" fmla="*/ 532442 w 1640193"/>
                    <a:gd name="connsiteY3" fmla="*/ 97340 h 1544187"/>
                    <a:gd name="connsiteX4" fmla="*/ 660077 w 1640193"/>
                    <a:gd name="connsiteY4" fmla="*/ 1138 h 1544187"/>
                    <a:gd name="connsiteX5" fmla="*/ 806762 w 1640193"/>
                    <a:gd name="connsiteY5" fmla="*/ 64003 h 1544187"/>
                    <a:gd name="connsiteX6" fmla="*/ 1607814 w 1640193"/>
                    <a:gd name="connsiteY6" fmla="*/ 1126040 h 1544187"/>
                    <a:gd name="connsiteX7" fmla="*/ 1626864 w 1640193"/>
                    <a:gd name="connsiteY7" fmla="*/ 1285108 h 1544187"/>
                    <a:gd name="connsiteX8" fmla="*/ 1499229 w 1640193"/>
                    <a:gd name="connsiteY8" fmla="*/ 1381310 h 1544187"/>
                    <a:gd name="connsiteX9" fmla="*/ 179064 w 1640193"/>
                    <a:gd name="connsiteY9" fmla="*/ 1543235 h 1544187"/>
                    <a:gd name="connsiteX10" fmla="*/ 159062 w 1640193"/>
                    <a:gd name="connsiteY10" fmla="*/ 1544188 h 1544187"/>
                    <a:gd name="connsiteX11" fmla="*/ 680079 w 1640193"/>
                    <a:gd name="connsiteY11" fmla="*/ 4948 h 1544187"/>
                    <a:gd name="connsiteX12" fmla="*/ 661029 w 1640193"/>
                    <a:gd name="connsiteY12" fmla="*/ 5900 h 1544187"/>
                    <a:gd name="connsiteX13" fmla="*/ 538157 w 1640193"/>
                    <a:gd name="connsiteY13" fmla="*/ 99245 h 1544187"/>
                    <a:gd name="connsiteX14" fmla="*/ 18092 w 1640193"/>
                    <a:gd name="connsiteY14" fmla="*/ 1324160 h 1544187"/>
                    <a:gd name="connsiteX15" fmla="*/ 37142 w 1640193"/>
                    <a:gd name="connsiteY15" fmla="*/ 1477513 h 1544187"/>
                    <a:gd name="connsiteX16" fmla="*/ 179064 w 1640193"/>
                    <a:gd name="connsiteY16" fmla="*/ 1537520 h 1544187"/>
                    <a:gd name="connsiteX17" fmla="*/ 1499229 w 1640193"/>
                    <a:gd name="connsiteY17" fmla="*/ 1375595 h 1544187"/>
                    <a:gd name="connsiteX18" fmla="*/ 1622102 w 1640193"/>
                    <a:gd name="connsiteY18" fmla="*/ 1282250 h 1544187"/>
                    <a:gd name="connsiteX19" fmla="*/ 1603052 w 1640193"/>
                    <a:gd name="connsiteY19" fmla="*/ 1128898 h 1544187"/>
                    <a:gd name="connsiteX20" fmla="*/ 802952 w 1640193"/>
                    <a:gd name="connsiteY20" fmla="*/ 66860 h 1544187"/>
                    <a:gd name="connsiteX21" fmla="*/ 680079 w 1640193"/>
                    <a:gd name="connsiteY21" fmla="*/ 4948 h 154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0193" h="1544187">
                      <a:moveTo>
                        <a:pt x="159062" y="1544188"/>
                      </a:moveTo>
                      <a:cubicBezTo>
                        <a:pt x="109532" y="1544188"/>
                        <a:pt x="62859" y="1521328"/>
                        <a:pt x="32379" y="1480370"/>
                      </a:cubicBezTo>
                      <a:cubicBezTo>
                        <a:pt x="-2863" y="1434650"/>
                        <a:pt x="-9531" y="1374643"/>
                        <a:pt x="13329" y="1321303"/>
                      </a:cubicBezTo>
                      <a:lnTo>
                        <a:pt x="532442" y="97340"/>
                      </a:lnTo>
                      <a:cubicBezTo>
                        <a:pt x="555302" y="44000"/>
                        <a:pt x="602927" y="7805"/>
                        <a:pt x="660077" y="1138"/>
                      </a:cubicBezTo>
                      <a:cubicBezTo>
                        <a:pt x="717227" y="-5530"/>
                        <a:pt x="772472" y="17330"/>
                        <a:pt x="806762" y="64003"/>
                      </a:cubicBezTo>
                      <a:lnTo>
                        <a:pt x="1607814" y="1126040"/>
                      </a:lnTo>
                      <a:cubicBezTo>
                        <a:pt x="1643057" y="1171760"/>
                        <a:pt x="1649724" y="1231768"/>
                        <a:pt x="1626864" y="1285108"/>
                      </a:cubicBezTo>
                      <a:cubicBezTo>
                        <a:pt x="1604004" y="1338448"/>
                        <a:pt x="1556379" y="1374643"/>
                        <a:pt x="1499229" y="1381310"/>
                      </a:cubicBezTo>
                      <a:lnTo>
                        <a:pt x="179064" y="1543235"/>
                      </a:lnTo>
                      <a:cubicBezTo>
                        <a:pt x="172397" y="1544188"/>
                        <a:pt x="165729" y="1544188"/>
                        <a:pt x="159062" y="1544188"/>
                      </a:cubicBezTo>
                      <a:close/>
                      <a:moveTo>
                        <a:pt x="680079" y="4948"/>
                      </a:moveTo>
                      <a:cubicBezTo>
                        <a:pt x="673412" y="4948"/>
                        <a:pt x="666744" y="4948"/>
                        <a:pt x="661029" y="5900"/>
                      </a:cubicBezTo>
                      <a:cubicBezTo>
                        <a:pt x="605784" y="12568"/>
                        <a:pt x="559112" y="47810"/>
                        <a:pt x="538157" y="99245"/>
                      </a:cubicBezTo>
                      <a:lnTo>
                        <a:pt x="18092" y="1324160"/>
                      </a:lnTo>
                      <a:cubicBezTo>
                        <a:pt x="-3816" y="1375595"/>
                        <a:pt x="2852" y="1432745"/>
                        <a:pt x="37142" y="1477513"/>
                      </a:cubicBezTo>
                      <a:cubicBezTo>
                        <a:pt x="70479" y="1522280"/>
                        <a:pt x="123819" y="1544188"/>
                        <a:pt x="179064" y="1537520"/>
                      </a:cubicBezTo>
                      <a:lnTo>
                        <a:pt x="1499229" y="1375595"/>
                      </a:lnTo>
                      <a:cubicBezTo>
                        <a:pt x="1554474" y="1368928"/>
                        <a:pt x="1601147" y="1333685"/>
                        <a:pt x="1622102" y="1282250"/>
                      </a:cubicBezTo>
                      <a:cubicBezTo>
                        <a:pt x="1644009" y="1230815"/>
                        <a:pt x="1637342" y="1173665"/>
                        <a:pt x="1603052" y="1128898"/>
                      </a:cubicBezTo>
                      <a:lnTo>
                        <a:pt x="802952" y="66860"/>
                      </a:lnTo>
                      <a:cubicBezTo>
                        <a:pt x="773424" y="27808"/>
                        <a:pt x="728657" y="4948"/>
                        <a:pt x="680079" y="4948"/>
                      </a:cubicBezTo>
                      <a:close/>
                    </a:path>
                  </a:pathLst>
                </a:custGeom>
                <a:grpFill/>
                <a:ln w="9525" cap="flat">
                  <a:noFill/>
                  <a:prstDash val="solid"/>
                  <a:miter/>
                </a:ln>
              </p:spPr>
              <p:txBody>
                <a:bodyPr rtlCol="0" anchor="ctr"/>
                <a:lstStyle/>
                <a:p>
                  <a:endParaRPr lang="en-US" sz="1730"/>
                </a:p>
              </p:txBody>
            </p:sp>
            <p:sp>
              <p:nvSpPr>
                <p:cNvPr id="37" name="Freeform: Shape 36">
                  <a:extLst>
                    <a:ext uri="{FF2B5EF4-FFF2-40B4-BE49-F238E27FC236}">
                      <a16:creationId xmlns:a16="http://schemas.microsoft.com/office/drawing/2014/main" id="{908C230E-B5F2-4289-94E6-3AA7884E2C18}"/>
                    </a:ext>
                  </a:extLst>
                </p:cNvPr>
                <p:cNvSpPr/>
                <p:nvPr/>
              </p:nvSpPr>
              <p:spPr>
                <a:xfrm>
                  <a:off x="5184232" y="2459493"/>
                  <a:ext cx="1623190" cy="1584503"/>
                </a:xfrm>
                <a:custGeom>
                  <a:avLst/>
                  <a:gdLst>
                    <a:gd name="connsiteX0" fmla="*/ 1462629 w 1623190"/>
                    <a:gd name="connsiteY0" fmla="*/ 1584504 h 1584503"/>
                    <a:gd name="connsiteX1" fmla="*/ 1428339 w 1623190"/>
                    <a:gd name="connsiteY1" fmla="*/ 1580694 h 1584503"/>
                    <a:gd name="connsiteX2" fmla="*/ 127224 w 1623190"/>
                    <a:gd name="connsiteY2" fmla="*/ 1304469 h 1584503"/>
                    <a:gd name="connsiteX3" fmla="*/ 8162 w 1623190"/>
                    <a:gd name="connsiteY3" fmla="*/ 1197789 h 1584503"/>
                    <a:gd name="connsiteX4" fmla="*/ 41499 w 1623190"/>
                    <a:gd name="connsiteY4" fmla="*/ 1041579 h 1584503"/>
                    <a:gd name="connsiteX5" fmla="*/ 932087 w 1623190"/>
                    <a:gd name="connsiteY5" fmla="*/ 52884 h 1584503"/>
                    <a:gd name="connsiteX6" fmla="*/ 1084487 w 1623190"/>
                    <a:gd name="connsiteY6" fmla="*/ 3354 h 1584503"/>
                    <a:gd name="connsiteX7" fmla="*/ 1203549 w 1623190"/>
                    <a:gd name="connsiteY7" fmla="*/ 110034 h 1584503"/>
                    <a:gd name="connsiteX8" fmla="*/ 1615029 w 1623190"/>
                    <a:gd name="connsiteY8" fmla="*/ 1374954 h 1584503"/>
                    <a:gd name="connsiteX9" fmla="*/ 1581692 w 1623190"/>
                    <a:gd name="connsiteY9" fmla="*/ 1531164 h 1584503"/>
                    <a:gd name="connsiteX10" fmla="*/ 1462629 w 1623190"/>
                    <a:gd name="connsiteY10" fmla="*/ 1584504 h 1584503"/>
                    <a:gd name="connsiteX11" fmla="*/ 1050197 w 1623190"/>
                    <a:gd name="connsiteY11" fmla="*/ 5259 h 1584503"/>
                    <a:gd name="connsiteX12" fmla="*/ 935897 w 1623190"/>
                    <a:gd name="connsiteY12" fmla="*/ 56694 h 1584503"/>
                    <a:gd name="connsiteX13" fmla="*/ 45309 w 1623190"/>
                    <a:gd name="connsiteY13" fmla="*/ 1044436 h 1584503"/>
                    <a:gd name="connsiteX14" fmla="*/ 12924 w 1623190"/>
                    <a:gd name="connsiteY14" fmla="*/ 1194931 h 1584503"/>
                    <a:gd name="connsiteX15" fmla="*/ 127224 w 1623190"/>
                    <a:gd name="connsiteY15" fmla="*/ 1297801 h 1584503"/>
                    <a:gd name="connsiteX16" fmla="*/ 1428339 w 1623190"/>
                    <a:gd name="connsiteY16" fmla="*/ 1574026 h 1584503"/>
                    <a:gd name="connsiteX17" fmla="*/ 1575024 w 1623190"/>
                    <a:gd name="connsiteY17" fmla="*/ 1526401 h 1584503"/>
                    <a:gd name="connsiteX18" fmla="*/ 1607409 w 1623190"/>
                    <a:gd name="connsiteY18" fmla="*/ 1375906 h 1584503"/>
                    <a:gd name="connsiteX19" fmla="*/ 1197834 w 1623190"/>
                    <a:gd name="connsiteY19" fmla="*/ 111939 h 1584503"/>
                    <a:gd name="connsiteX20" fmla="*/ 1083534 w 1623190"/>
                    <a:gd name="connsiteY20" fmla="*/ 9069 h 1584503"/>
                    <a:gd name="connsiteX21" fmla="*/ 1050197 w 1623190"/>
                    <a:gd name="connsiteY21" fmla="*/ 5259 h 1584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23190" h="1584503">
                      <a:moveTo>
                        <a:pt x="1462629" y="1584504"/>
                      </a:moveTo>
                      <a:cubicBezTo>
                        <a:pt x="1451199" y="1584504"/>
                        <a:pt x="1439769" y="1583551"/>
                        <a:pt x="1428339" y="1580694"/>
                      </a:cubicBezTo>
                      <a:lnTo>
                        <a:pt x="127224" y="1304469"/>
                      </a:lnTo>
                      <a:cubicBezTo>
                        <a:pt x="71027" y="1292086"/>
                        <a:pt x="26259" y="1252081"/>
                        <a:pt x="8162" y="1197789"/>
                      </a:cubicBezTo>
                      <a:cubicBezTo>
                        <a:pt x="-9936" y="1142544"/>
                        <a:pt x="2447" y="1084441"/>
                        <a:pt x="41499" y="1041579"/>
                      </a:cubicBezTo>
                      <a:lnTo>
                        <a:pt x="932087" y="52884"/>
                      </a:lnTo>
                      <a:cubicBezTo>
                        <a:pt x="971139" y="10021"/>
                        <a:pt x="1027337" y="-8076"/>
                        <a:pt x="1084487" y="3354"/>
                      </a:cubicBezTo>
                      <a:cubicBezTo>
                        <a:pt x="1140684" y="15736"/>
                        <a:pt x="1185452" y="55741"/>
                        <a:pt x="1203549" y="110034"/>
                      </a:cubicBezTo>
                      <a:lnTo>
                        <a:pt x="1615029" y="1374954"/>
                      </a:lnTo>
                      <a:cubicBezTo>
                        <a:pt x="1633127" y="1430199"/>
                        <a:pt x="1620744" y="1488301"/>
                        <a:pt x="1581692" y="1531164"/>
                      </a:cubicBezTo>
                      <a:cubicBezTo>
                        <a:pt x="1549307" y="1566406"/>
                        <a:pt x="1507397" y="1584504"/>
                        <a:pt x="1462629" y="1584504"/>
                      </a:cubicBezTo>
                      <a:close/>
                      <a:moveTo>
                        <a:pt x="1050197" y="5259"/>
                      </a:moveTo>
                      <a:cubicBezTo>
                        <a:pt x="1007334" y="5259"/>
                        <a:pt x="966377" y="23356"/>
                        <a:pt x="935897" y="56694"/>
                      </a:cubicBezTo>
                      <a:lnTo>
                        <a:pt x="45309" y="1044436"/>
                      </a:lnTo>
                      <a:cubicBezTo>
                        <a:pt x="8162" y="1086346"/>
                        <a:pt x="-4221" y="1142544"/>
                        <a:pt x="12924" y="1194931"/>
                      </a:cubicBezTo>
                      <a:cubicBezTo>
                        <a:pt x="30069" y="1248271"/>
                        <a:pt x="72932" y="1286371"/>
                        <a:pt x="127224" y="1297801"/>
                      </a:cubicBezTo>
                      <a:lnTo>
                        <a:pt x="1428339" y="1574026"/>
                      </a:lnTo>
                      <a:cubicBezTo>
                        <a:pt x="1482632" y="1585456"/>
                        <a:pt x="1537877" y="1567359"/>
                        <a:pt x="1575024" y="1526401"/>
                      </a:cubicBezTo>
                      <a:cubicBezTo>
                        <a:pt x="1612172" y="1484491"/>
                        <a:pt x="1624554" y="1428294"/>
                        <a:pt x="1607409" y="1375906"/>
                      </a:cubicBezTo>
                      <a:lnTo>
                        <a:pt x="1197834" y="111939"/>
                      </a:lnTo>
                      <a:cubicBezTo>
                        <a:pt x="1180689" y="58599"/>
                        <a:pt x="1137827" y="20499"/>
                        <a:pt x="1083534" y="9069"/>
                      </a:cubicBezTo>
                      <a:cubicBezTo>
                        <a:pt x="1072104" y="6211"/>
                        <a:pt x="1060674" y="5259"/>
                        <a:pt x="1050197" y="5259"/>
                      </a:cubicBezTo>
                      <a:close/>
                    </a:path>
                  </a:pathLst>
                </a:custGeom>
                <a:grpFill/>
                <a:ln w="9525" cap="flat">
                  <a:noFill/>
                  <a:prstDash val="solid"/>
                  <a:miter/>
                </a:ln>
              </p:spPr>
              <p:txBody>
                <a:bodyPr rtlCol="0" anchor="ctr"/>
                <a:lstStyle/>
                <a:p>
                  <a:endParaRPr lang="en-US" sz="1730"/>
                </a:p>
              </p:txBody>
            </p:sp>
            <p:sp>
              <p:nvSpPr>
                <p:cNvPr id="38" name="Freeform: Shape 37">
                  <a:extLst>
                    <a:ext uri="{FF2B5EF4-FFF2-40B4-BE49-F238E27FC236}">
                      <a16:creationId xmlns:a16="http://schemas.microsoft.com/office/drawing/2014/main" id="{E4EA9F46-94E7-46E0-BE8E-F6DCFF2545C1}"/>
                    </a:ext>
                  </a:extLst>
                </p:cNvPr>
                <p:cNvSpPr/>
                <p:nvPr/>
              </p:nvSpPr>
              <p:spPr>
                <a:xfrm>
                  <a:off x="5197133" y="2512353"/>
                  <a:ext cx="1483088" cy="1650706"/>
                </a:xfrm>
                <a:custGeom>
                  <a:avLst/>
                  <a:gdLst>
                    <a:gd name="connsiteX0" fmla="*/ 1300186 w 1483088"/>
                    <a:gd name="connsiteY0" fmla="*/ 1650706 h 1650706"/>
                    <a:gd name="connsiteX1" fmla="*/ 1218271 w 1483088"/>
                    <a:gd name="connsiteY1" fmla="*/ 1627846 h 1650706"/>
                    <a:gd name="connsiteX2" fmla="*/ 77176 w 1483088"/>
                    <a:gd name="connsiteY2" fmla="*/ 942046 h 1650706"/>
                    <a:gd name="connsiteX3" fmla="*/ 23 w 1483088"/>
                    <a:gd name="connsiteY3" fmla="*/ 802029 h 1650706"/>
                    <a:gd name="connsiteX4" fmla="*/ 81938 w 1483088"/>
                    <a:gd name="connsiteY4" fmla="*/ 664869 h 1650706"/>
                    <a:gd name="connsiteX5" fmla="*/ 1245893 w 1483088"/>
                    <a:gd name="connsiteY5" fmla="*/ 20026 h 1650706"/>
                    <a:gd name="connsiteX6" fmla="*/ 1405913 w 1483088"/>
                    <a:gd name="connsiteY6" fmla="*/ 22884 h 1650706"/>
                    <a:gd name="connsiteX7" fmla="*/ 1483066 w 1483088"/>
                    <a:gd name="connsiteY7" fmla="*/ 162901 h 1650706"/>
                    <a:gd name="connsiteX8" fmla="*/ 1460206 w 1483088"/>
                    <a:gd name="connsiteY8" fmla="*/ 1493544 h 1650706"/>
                    <a:gd name="connsiteX9" fmla="*/ 1378291 w 1483088"/>
                    <a:gd name="connsiteY9" fmla="*/ 1630704 h 1650706"/>
                    <a:gd name="connsiteX10" fmla="*/ 1300186 w 1483088"/>
                    <a:gd name="connsiteY10" fmla="*/ 1650706 h 1650706"/>
                    <a:gd name="connsiteX11" fmla="*/ 1323046 w 1483088"/>
                    <a:gd name="connsiteY11" fmla="*/ 5739 h 1650706"/>
                    <a:gd name="connsiteX12" fmla="*/ 1247798 w 1483088"/>
                    <a:gd name="connsiteY12" fmla="*/ 25741 h 1650706"/>
                    <a:gd name="connsiteX13" fmla="*/ 84796 w 1483088"/>
                    <a:gd name="connsiteY13" fmla="*/ 669631 h 1650706"/>
                    <a:gd name="connsiteX14" fmla="*/ 5738 w 1483088"/>
                    <a:gd name="connsiteY14" fmla="*/ 802029 h 1650706"/>
                    <a:gd name="connsiteX15" fmla="*/ 80033 w 1483088"/>
                    <a:gd name="connsiteY15" fmla="*/ 937284 h 1650706"/>
                    <a:gd name="connsiteX16" fmla="*/ 1220176 w 1483088"/>
                    <a:gd name="connsiteY16" fmla="*/ 1622131 h 1650706"/>
                    <a:gd name="connsiteX17" fmla="*/ 1374481 w 1483088"/>
                    <a:gd name="connsiteY17" fmla="*/ 1624989 h 1650706"/>
                    <a:gd name="connsiteX18" fmla="*/ 1453538 w 1483088"/>
                    <a:gd name="connsiteY18" fmla="*/ 1492591 h 1650706"/>
                    <a:gd name="connsiteX19" fmla="*/ 1456396 w 1483088"/>
                    <a:gd name="connsiteY19" fmla="*/ 1492591 h 1650706"/>
                    <a:gd name="connsiteX20" fmla="*/ 1453538 w 1483088"/>
                    <a:gd name="connsiteY20" fmla="*/ 1492591 h 1650706"/>
                    <a:gd name="connsiteX21" fmla="*/ 1476398 w 1483088"/>
                    <a:gd name="connsiteY21" fmla="*/ 161949 h 1650706"/>
                    <a:gd name="connsiteX22" fmla="*/ 1401151 w 1483088"/>
                    <a:gd name="connsiteY22" fmla="*/ 26694 h 1650706"/>
                    <a:gd name="connsiteX23" fmla="*/ 1323046 w 1483088"/>
                    <a:gd name="connsiteY23" fmla="*/ 5739 h 165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83088" h="1650706">
                      <a:moveTo>
                        <a:pt x="1300186" y="1650706"/>
                      </a:moveTo>
                      <a:cubicBezTo>
                        <a:pt x="1271611" y="1650706"/>
                        <a:pt x="1243036" y="1643086"/>
                        <a:pt x="1218271" y="1627846"/>
                      </a:cubicBezTo>
                      <a:lnTo>
                        <a:pt x="77176" y="942046"/>
                      </a:lnTo>
                      <a:cubicBezTo>
                        <a:pt x="27646" y="912519"/>
                        <a:pt x="-929" y="860131"/>
                        <a:pt x="23" y="802029"/>
                      </a:cubicBezTo>
                      <a:cubicBezTo>
                        <a:pt x="976" y="743926"/>
                        <a:pt x="31456" y="693444"/>
                        <a:pt x="81938" y="664869"/>
                      </a:cubicBezTo>
                      <a:lnTo>
                        <a:pt x="1245893" y="20026"/>
                      </a:lnTo>
                      <a:cubicBezTo>
                        <a:pt x="1296376" y="-7596"/>
                        <a:pt x="1356383" y="-6644"/>
                        <a:pt x="1405913" y="22884"/>
                      </a:cubicBezTo>
                      <a:cubicBezTo>
                        <a:pt x="1455443" y="52411"/>
                        <a:pt x="1484018" y="104799"/>
                        <a:pt x="1483066" y="162901"/>
                      </a:cubicBezTo>
                      <a:lnTo>
                        <a:pt x="1460206" y="1493544"/>
                      </a:lnTo>
                      <a:cubicBezTo>
                        <a:pt x="1459253" y="1551646"/>
                        <a:pt x="1428773" y="1602129"/>
                        <a:pt x="1378291" y="1630704"/>
                      </a:cubicBezTo>
                      <a:cubicBezTo>
                        <a:pt x="1353526" y="1644039"/>
                        <a:pt x="1326856" y="1650706"/>
                        <a:pt x="1300186" y="1650706"/>
                      </a:cubicBezTo>
                      <a:close/>
                      <a:moveTo>
                        <a:pt x="1323046" y="5739"/>
                      </a:moveTo>
                      <a:cubicBezTo>
                        <a:pt x="1297328" y="5739"/>
                        <a:pt x="1271611" y="12406"/>
                        <a:pt x="1247798" y="25741"/>
                      </a:cubicBezTo>
                      <a:lnTo>
                        <a:pt x="84796" y="669631"/>
                      </a:lnTo>
                      <a:cubicBezTo>
                        <a:pt x="36218" y="696301"/>
                        <a:pt x="6691" y="745831"/>
                        <a:pt x="5738" y="802029"/>
                      </a:cubicBezTo>
                      <a:cubicBezTo>
                        <a:pt x="4786" y="858226"/>
                        <a:pt x="32408" y="908709"/>
                        <a:pt x="80033" y="937284"/>
                      </a:cubicBezTo>
                      <a:lnTo>
                        <a:pt x="1220176" y="1622131"/>
                      </a:lnTo>
                      <a:cubicBezTo>
                        <a:pt x="1267801" y="1650706"/>
                        <a:pt x="1325903" y="1651659"/>
                        <a:pt x="1374481" y="1624989"/>
                      </a:cubicBezTo>
                      <a:cubicBezTo>
                        <a:pt x="1423058" y="1598319"/>
                        <a:pt x="1452586" y="1548789"/>
                        <a:pt x="1453538" y="1492591"/>
                      </a:cubicBezTo>
                      <a:lnTo>
                        <a:pt x="1456396" y="1492591"/>
                      </a:lnTo>
                      <a:lnTo>
                        <a:pt x="1453538" y="1492591"/>
                      </a:lnTo>
                      <a:lnTo>
                        <a:pt x="1476398" y="161949"/>
                      </a:lnTo>
                      <a:cubicBezTo>
                        <a:pt x="1477351" y="105751"/>
                        <a:pt x="1449728" y="55269"/>
                        <a:pt x="1401151" y="26694"/>
                      </a:cubicBezTo>
                      <a:cubicBezTo>
                        <a:pt x="1378291" y="13359"/>
                        <a:pt x="1350668" y="5739"/>
                        <a:pt x="1323046" y="5739"/>
                      </a:cubicBezTo>
                      <a:close/>
                    </a:path>
                  </a:pathLst>
                </a:custGeom>
                <a:grpFill/>
                <a:ln w="9525" cap="flat">
                  <a:noFill/>
                  <a:prstDash val="solid"/>
                  <a:miter/>
                </a:ln>
              </p:spPr>
              <p:txBody>
                <a:bodyPr rtlCol="0" anchor="ctr"/>
                <a:lstStyle/>
                <a:p>
                  <a:endParaRPr lang="en-US" sz="1730"/>
                </a:p>
              </p:txBody>
            </p:sp>
            <p:sp>
              <p:nvSpPr>
                <p:cNvPr id="39" name="Freeform: Shape 38">
                  <a:extLst>
                    <a:ext uri="{FF2B5EF4-FFF2-40B4-BE49-F238E27FC236}">
                      <a16:creationId xmlns:a16="http://schemas.microsoft.com/office/drawing/2014/main" id="{39AEC4BE-26B9-48DE-994D-6F2CF0101081}"/>
                    </a:ext>
                  </a:extLst>
                </p:cNvPr>
                <p:cNvSpPr/>
                <p:nvPr/>
              </p:nvSpPr>
              <p:spPr>
                <a:xfrm>
                  <a:off x="5302425" y="2655449"/>
                  <a:ext cx="1631597" cy="1570475"/>
                </a:xfrm>
                <a:custGeom>
                  <a:avLst/>
                  <a:gdLst>
                    <a:gd name="connsiteX0" fmla="*/ 1014871 w 1631597"/>
                    <a:gd name="connsiteY0" fmla="*/ 1570476 h 1570475"/>
                    <a:gd name="connsiteX1" fmla="*/ 892951 w 1631597"/>
                    <a:gd name="connsiteY1" fmla="*/ 1513326 h 1570475"/>
                    <a:gd name="connsiteX2" fmla="*/ 37606 w 1631597"/>
                    <a:gd name="connsiteY2" fmla="*/ 494151 h 1570475"/>
                    <a:gd name="connsiteX3" fmla="*/ 9984 w 1631597"/>
                    <a:gd name="connsiteY3" fmla="*/ 336988 h 1570475"/>
                    <a:gd name="connsiteX4" fmla="*/ 132856 w 1631597"/>
                    <a:gd name="connsiteY4" fmla="*/ 234118 h 1570475"/>
                    <a:gd name="connsiteX5" fmla="*/ 1443496 w 1631597"/>
                    <a:gd name="connsiteY5" fmla="*/ 2660 h 1570475"/>
                    <a:gd name="connsiteX6" fmla="*/ 1593991 w 1631597"/>
                    <a:gd name="connsiteY6" fmla="*/ 56953 h 1570475"/>
                    <a:gd name="connsiteX7" fmla="*/ 1621614 w 1631597"/>
                    <a:gd name="connsiteY7" fmla="*/ 214115 h 1570475"/>
                    <a:gd name="connsiteX8" fmla="*/ 1166319 w 1631597"/>
                    <a:gd name="connsiteY8" fmla="*/ 1464748 h 1570475"/>
                    <a:gd name="connsiteX9" fmla="*/ 1043446 w 1631597"/>
                    <a:gd name="connsiteY9" fmla="*/ 1567618 h 1570475"/>
                    <a:gd name="connsiteX10" fmla="*/ 1014871 w 1631597"/>
                    <a:gd name="connsiteY10" fmla="*/ 1570476 h 1570475"/>
                    <a:gd name="connsiteX11" fmla="*/ 1471119 w 1631597"/>
                    <a:gd name="connsiteY11" fmla="*/ 6470 h 1570475"/>
                    <a:gd name="connsiteX12" fmla="*/ 1443496 w 1631597"/>
                    <a:gd name="connsiteY12" fmla="*/ 9328 h 1570475"/>
                    <a:gd name="connsiteX13" fmla="*/ 133809 w 1631597"/>
                    <a:gd name="connsiteY13" fmla="*/ 239833 h 1570475"/>
                    <a:gd name="connsiteX14" fmla="*/ 15699 w 1631597"/>
                    <a:gd name="connsiteY14" fmla="*/ 338893 h 1570475"/>
                    <a:gd name="connsiteX15" fmla="*/ 42369 w 1631597"/>
                    <a:gd name="connsiteY15" fmla="*/ 491293 h 1570475"/>
                    <a:gd name="connsiteX16" fmla="*/ 897714 w 1631597"/>
                    <a:gd name="connsiteY16" fmla="*/ 1510468 h 1570475"/>
                    <a:gd name="connsiteX17" fmla="*/ 1042494 w 1631597"/>
                    <a:gd name="connsiteY17" fmla="*/ 1562856 h 1570475"/>
                    <a:gd name="connsiteX18" fmla="*/ 1160604 w 1631597"/>
                    <a:gd name="connsiteY18" fmla="*/ 1463796 h 1570475"/>
                    <a:gd name="connsiteX19" fmla="*/ 1163461 w 1631597"/>
                    <a:gd name="connsiteY19" fmla="*/ 1464748 h 1570475"/>
                    <a:gd name="connsiteX20" fmla="*/ 1160604 w 1631597"/>
                    <a:gd name="connsiteY20" fmla="*/ 1463796 h 1570475"/>
                    <a:gd name="connsiteX21" fmla="*/ 1615899 w 1631597"/>
                    <a:gd name="connsiteY21" fmla="*/ 213163 h 1570475"/>
                    <a:gd name="connsiteX22" fmla="*/ 1589229 w 1631597"/>
                    <a:gd name="connsiteY22" fmla="*/ 60763 h 1570475"/>
                    <a:gd name="connsiteX23" fmla="*/ 1471119 w 1631597"/>
                    <a:gd name="connsiteY23" fmla="*/ 6470 h 157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1597" h="1570475">
                      <a:moveTo>
                        <a:pt x="1014871" y="1570476"/>
                      </a:moveTo>
                      <a:cubicBezTo>
                        <a:pt x="968199" y="1570476"/>
                        <a:pt x="924384" y="1550473"/>
                        <a:pt x="892951" y="1513326"/>
                      </a:cubicBezTo>
                      <a:lnTo>
                        <a:pt x="37606" y="494151"/>
                      </a:lnTo>
                      <a:cubicBezTo>
                        <a:pt x="459" y="450336"/>
                        <a:pt x="-10019" y="391281"/>
                        <a:pt x="9984" y="336988"/>
                      </a:cubicBezTo>
                      <a:cubicBezTo>
                        <a:pt x="29986" y="282695"/>
                        <a:pt x="75706" y="244595"/>
                        <a:pt x="132856" y="234118"/>
                      </a:cubicBezTo>
                      <a:lnTo>
                        <a:pt x="1443496" y="2660"/>
                      </a:lnTo>
                      <a:cubicBezTo>
                        <a:pt x="1500646" y="-7817"/>
                        <a:pt x="1556844" y="13138"/>
                        <a:pt x="1593991" y="56953"/>
                      </a:cubicBezTo>
                      <a:cubicBezTo>
                        <a:pt x="1631139" y="100768"/>
                        <a:pt x="1641616" y="159823"/>
                        <a:pt x="1621614" y="214115"/>
                      </a:cubicBezTo>
                      <a:lnTo>
                        <a:pt x="1166319" y="1464748"/>
                      </a:lnTo>
                      <a:cubicBezTo>
                        <a:pt x="1146316" y="1519041"/>
                        <a:pt x="1100596" y="1557141"/>
                        <a:pt x="1043446" y="1567618"/>
                      </a:cubicBezTo>
                      <a:cubicBezTo>
                        <a:pt x="1033921" y="1569523"/>
                        <a:pt x="1024396" y="1570476"/>
                        <a:pt x="1014871" y="1570476"/>
                      </a:cubicBezTo>
                      <a:close/>
                      <a:moveTo>
                        <a:pt x="1471119" y="6470"/>
                      </a:moveTo>
                      <a:cubicBezTo>
                        <a:pt x="1461594" y="6470"/>
                        <a:pt x="1453021" y="7423"/>
                        <a:pt x="1443496" y="9328"/>
                      </a:cubicBezTo>
                      <a:lnTo>
                        <a:pt x="133809" y="239833"/>
                      </a:lnTo>
                      <a:cubicBezTo>
                        <a:pt x="78564" y="249358"/>
                        <a:pt x="34749" y="286506"/>
                        <a:pt x="15699" y="338893"/>
                      </a:cubicBezTo>
                      <a:cubicBezTo>
                        <a:pt x="-3351" y="391281"/>
                        <a:pt x="6174" y="448430"/>
                        <a:pt x="42369" y="491293"/>
                      </a:cubicBezTo>
                      <a:lnTo>
                        <a:pt x="897714" y="1510468"/>
                      </a:lnTo>
                      <a:cubicBezTo>
                        <a:pt x="933909" y="1553331"/>
                        <a:pt x="988201" y="1573333"/>
                        <a:pt x="1042494" y="1562856"/>
                      </a:cubicBezTo>
                      <a:cubicBezTo>
                        <a:pt x="1097739" y="1553331"/>
                        <a:pt x="1141554" y="1516183"/>
                        <a:pt x="1160604" y="1463796"/>
                      </a:cubicBezTo>
                      <a:lnTo>
                        <a:pt x="1163461" y="1464748"/>
                      </a:lnTo>
                      <a:lnTo>
                        <a:pt x="1160604" y="1463796"/>
                      </a:lnTo>
                      <a:lnTo>
                        <a:pt x="1615899" y="213163"/>
                      </a:lnTo>
                      <a:cubicBezTo>
                        <a:pt x="1634949" y="160775"/>
                        <a:pt x="1625424" y="103625"/>
                        <a:pt x="1589229" y="60763"/>
                      </a:cubicBezTo>
                      <a:cubicBezTo>
                        <a:pt x="1558749" y="25520"/>
                        <a:pt x="1515886" y="6470"/>
                        <a:pt x="1471119" y="6470"/>
                      </a:cubicBezTo>
                      <a:close/>
                    </a:path>
                  </a:pathLst>
                </a:custGeom>
                <a:grpFill/>
                <a:ln w="9525" cap="flat">
                  <a:noFill/>
                  <a:prstDash val="solid"/>
                  <a:miter/>
                </a:ln>
              </p:spPr>
              <p:txBody>
                <a:bodyPr rtlCol="0" anchor="ctr"/>
                <a:lstStyle/>
                <a:p>
                  <a:endParaRPr lang="en-US" sz="1730"/>
                </a:p>
              </p:txBody>
            </p:sp>
            <p:sp>
              <p:nvSpPr>
                <p:cNvPr id="40" name="Freeform: Shape 39">
                  <a:extLst>
                    <a:ext uri="{FF2B5EF4-FFF2-40B4-BE49-F238E27FC236}">
                      <a16:creationId xmlns:a16="http://schemas.microsoft.com/office/drawing/2014/main" id="{F0BD796C-8AF4-40D5-BB9A-908F59971CD7}"/>
                    </a:ext>
                  </a:extLst>
                </p:cNvPr>
                <p:cNvSpPr/>
                <p:nvPr/>
              </p:nvSpPr>
              <p:spPr>
                <a:xfrm>
                  <a:off x="5490992" y="2665438"/>
                  <a:ext cx="1634512" cy="1562390"/>
                </a:xfrm>
                <a:custGeom>
                  <a:avLst/>
                  <a:gdLst>
                    <a:gd name="connsiteX0" fmla="*/ 637710 w 1634512"/>
                    <a:gd name="connsiteY0" fmla="*/ 1562391 h 1562390"/>
                    <a:gd name="connsiteX1" fmla="*/ 611992 w 1634512"/>
                    <a:gd name="connsiteY1" fmla="*/ 1560486 h 1562390"/>
                    <a:gd name="connsiteX2" fmla="*/ 488167 w 1634512"/>
                    <a:gd name="connsiteY2" fmla="*/ 1459521 h 1562390"/>
                    <a:gd name="connsiteX3" fmla="*/ 10965 w 1634512"/>
                    <a:gd name="connsiteY3" fmla="*/ 217461 h 1562390"/>
                    <a:gd name="connsiteX4" fmla="*/ 35730 w 1634512"/>
                    <a:gd name="connsiteY4" fmla="*/ 59346 h 1562390"/>
                    <a:gd name="connsiteX5" fmla="*/ 185272 w 1634512"/>
                    <a:gd name="connsiteY5" fmla="*/ 2196 h 1562390"/>
                    <a:gd name="connsiteX6" fmla="*/ 1499723 w 1634512"/>
                    <a:gd name="connsiteY6" fmla="*/ 209841 h 1562390"/>
                    <a:gd name="connsiteX7" fmla="*/ 1623548 w 1634512"/>
                    <a:gd name="connsiteY7" fmla="*/ 310806 h 1562390"/>
                    <a:gd name="connsiteX8" fmla="*/ 1598782 w 1634512"/>
                    <a:gd name="connsiteY8" fmla="*/ 468921 h 1562390"/>
                    <a:gd name="connsiteX9" fmla="*/ 761535 w 1634512"/>
                    <a:gd name="connsiteY9" fmla="*/ 1502383 h 1562390"/>
                    <a:gd name="connsiteX10" fmla="*/ 759630 w 1634512"/>
                    <a:gd name="connsiteY10" fmla="*/ 1500478 h 1562390"/>
                    <a:gd name="connsiteX11" fmla="*/ 761535 w 1634512"/>
                    <a:gd name="connsiteY11" fmla="*/ 1502383 h 1562390"/>
                    <a:gd name="connsiteX12" fmla="*/ 637710 w 1634512"/>
                    <a:gd name="connsiteY12" fmla="*/ 1562391 h 1562390"/>
                    <a:gd name="connsiteX13" fmla="*/ 159555 w 1634512"/>
                    <a:gd name="connsiteY13" fmla="*/ 6006 h 1562390"/>
                    <a:gd name="connsiteX14" fmla="*/ 40492 w 1634512"/>
                    <a:gd name="connsiteY14" fmla="*/ 63156 h 1562390"/>
                    <a:gd name="connsiteX15" fmla="*/ 16680 w 1634512"/>
                    <a:gd name="connsiteY15" fmla="*/ 215556 h 1562390"/>
                    <a:gd name="connsiteX16" fmla="*/ 493882 w 1634512"/>
                    <a:gd name="connsiteY16" fmla="*/ 1457616 h 1562390"/>
                    <a:gd name="connsiteX17" fmla="*/ 613897 w 1634512"/>
                    <a:gd name="connsiteY17" fmla="*/ 1554771 h 1562390"/>
                    <a:gd name="connsiteX18" fmla="*/ 757725 w 1634512"/>
                    <a:gd name="connsiteY18" fmla="*/ 1499526 h 1562390"/>
                    <a:gd name="connsiteX19" fmla="*/ 1594020 w 1634512"/>
                    <a:gd name="connsiteY19" fmla="*/ 465111 h 1562390"/>
                    <a:gd name="connsiteX20" fmla="*/ 1617832 w 1634512"/>
                    <a:gd name="connsiteY20" fmla="*/ 312711 h 1562390"/>
                    <a:gd name="connsiteX21" fmla="*/ 1497817 w 1634512"/>
                    <a:gd name="connsiteY21" fmla="*/ 215556 h 1562390"/>
                    <a:gd name="connsiteX22" fmla="*/ 184320 w 1634512"/>
                    <a:gd name="connsiteY22" fmla="*/ 7911 h 1562390"/>
                    <a:gd name="connsiteX23" fmla="*/ 159555 w 1634512"/>
                    <a:gd name="connsiteY23" fmla="*/ 6006 h 1562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4512" h="1562390">
                      <a:moveTo>
                        <a:pt x="637710" y="1562391"/>
                      </a:moveTo>
                      <a:cubicBezTo>
                        <a:pt x="629137" y="1562391"/>
                        <a:pt x="620565" y="1561438"/>
                        <a:pt x="611992" y="1560486"/>
                      </a:cubicBezTo>
                      <a:cubicBezTo>
                        <a:pt x="554842" y="1551913"/>
                        <a:pt x="508170" y="1513813"/>
                        <a:pt x="488167" y="1459521"/>
                      </a:cubicBezTo>
                      <a:lnTo>
                        <a:pt x="10965" y="217461"/>
                      </a:lnTo>
                      <a:cubicBezTo>
                        <a:pt x="-9990" y="163168"/>
                        <a:pt x="-465" y="104113"/>
                        <a:pt x="35730" y="59346"/>
                      </a:cubicBezTo>
                      <a:cubicBezTo>
                        <a:pt x="71925" y="14578"/>
                        <a:pt x="128122" y="-7329"/>
                        <a:pt x="185272" y="2196"/>
                      </a:cubicBezTo>
                      <a:lnTo>
                        <a:pt x="1499723" y="209841"/>
                      </a:lnTo>
                      <a:cubicBezTo>
                        <a:pt x="1556873" y="218413"/>
                        <a:pt x="1603545" y="256513"/>
                        <a:pt x="1623548" y="310806"/>
                      </a:cubicBezTo>
                      <a:cubicBezTo>
                        <a:pt x="1644502" y="365098"/>
                        <a:pt x="1634977" y="424153"/>
                        <a:pt x="1598782" y="468921"/>
                      </a:cubicBezTo>
                      <a:lnTo>
                        <a:pt x="761535" y="1502383"/>
                      </a:lnTo>
                      <a:lnTo>
                        <a:pt x="759630" y="1500478"/>
                      </a:lnTo>
                      <a:lnTo>
                        <a:pt x="761535" y="1502383"/>
                      </a:lnTo>
                      <a:cubicBezTo>
                        <a:pt x="730102" y="1541436"/>
                        <a:pt x="685335" y="1562391"/>
                        <a:pt x="637710" y="1562391"/>
                      </a:cubicBezTo>
                      <a:close/>
                      <a:moveTo>
                        <a:pt x="159555" y="6006"/>
                      </a:moveTo>
                      <a:cubicBezTo>
                        <a:pt x="113835" y="6006"/>
                        <a:pt x="70020" y="26008"/>
                        <a:pt x="40492" y="63156"/>
                      </a:cubicBezTo>
                      <a:cubicBezTo>
                        <a:pt x="5250" y="106971"/>
                        <a:pt x="-3323" y="163168"/>
                        <a:pt x="16680" y="215556"/>
                      </a:cubicBezTo>
                      <a:lnTo>
                        <a:pt x="493882" y="1457616"/>
                      </a:lnTo>
                      <a:cubicBezTo>
                        <a:pt x="513885" y="1510003"/>
                        <a:pt x="558652" y="1546198"/>
                        <a:pt x="613897" y="1554771"/>
                      </a:cubicBezTo>
                      <a:cubicBezTo>
                        <a:pt x="669142" y="1563343"/>
                        <a:pt x="722482" y="1542388"/>
                        <a:pt x="757725" y="1499526"/>
                      </a:cubicBezTo>
                      <a:lnTo>
                        <a:pt x="1594020" y="465111"/>
                      </a:lnTo>
                      <a:cubicBezTo>
                        <a:pt x="1629262" y="421296"/>
                        <a:pt x="1637835" y="365098"/>
                        <a:pt x="1617832" y="312711"/>
                      </a:cubicBezTo>
                      <a:cubicBezTo>
                        <a:pt x="1597830" y="260323"/>
                        <a:pt x="1553062" y="224128"/>
                        <a:pt x="1497817" y="215556"/>
                      </a:cubicBezTo>
                      <a:lnTo>
                        <a:pt x="184320" y="7911"/>
                      </a:lnTo>
                      <a:cubicBezTo>
                        <a:pt x="175747" y="6958"/>
                        <a:pt x="167175" y="6006"/>
                        <a:pt x="159555" y="6006"/>
                      </a:cubicBezTo>
                      <a:close/>
                    </a:path>
                  </a:pathLst>
                </a:custGeom>
                <a:grpFill/>
                <a:ln w="9525" cap="flat">
                  <a:noFill/>
                  <a:prstDash val="solid"/>
                  <a:miter/>
                </a:ln>
              </p:spPr>
              <p:txBody>
                <a:bodyPr rtlCol="0" anchor="ctr"/>
                <a:lstStyle/>
                <a:p>
                  <a:endParaRPr lang="en-US" sz="1730"/>
                </a:p>
              </p:txBody>
            </p:sp>
            <p:sp>
              <p:nvSpPr>
                <p:cNvPr id="41" name="Freeform: Shape 40">
                  <a:extLst>
                    <a:ext uri="{FF2B5EF4-FFF2-40B4-BE49-F238E27FC236}">
                      <a16:creationId xmlns:a16="http://schemas.microsoft.com/office/drawing/2014/main" id="{448D5FB5-0EA7-4531-99EE-40DBB5DB06BB}"/>
                    </a:ext>
                  </a:extLst>
                </p:cNvPr>
                <p:cNvSpPr/>
                <p:nvPr/>
              </p:nvSpPr>
              <p:spPr>
                <a:xfrm>
                  <a:off x="5740942" y="2518472"/>
                  <a:ext cx="1494657" cy="1649348"/>
                </a:xfrm>
                <a:custGeom>
                  <a:avLst/>
                  <a:gdLst>
                    <a:gd name="connsiteX0" fmla="*/ 206785 w 1494657"/>
                    <a:gd name="connsiteY0" fmla="*/ 1649349 h 1649348"/>
                    <a:gd name="connsiteX1" fmla="*/ 131537 w 1494657"/>
                    <a:gd name="connsiteY1" fmla="*/ 1630299 h 1649348"/>
                    <a:gd name="connsiteX2" fmla="*/ 46765 w 1494657"/>
                    <a:gd name="connsiteY2" fmla="*/ 1495044 h 1649348"/>
                    <a:gd name="connsiteX3" fmla="*/ 92 w 1494657"/>
                    <a:gd name="connsiteY3" fmla="*/ 165354 h 1649348"/>
                    <a:gd name="connsiteX4" fmla="*/ 75340 w 1494657"/>
                    <a:gd name="connsiteY4" fmla="*/ 24384 h 1649348"/>
                    <a:gd name="connsiteX5" fmla="*/ 235360 w 1494657"/>
                    <a:gd name="connsiteY5" fmla="*/ 18669 h 1649348"/>
                    <a:gd name="connsiteX6" fmla="*/ 1409792 w 1494657"/>
                    <a:gd name="connsiteY6" fmla="*/ 643509 h 1649348"/>
                    <a:gd name="connsiteX7" fmla="*/ 1494565 w 1494657"/>
                    <a:gd name="connsiteY7" fmla="*/ 778764 h 1649348"/>
                    <a:gd name="connsiteX8" fmla="*/ 1419317 w 1494657"/>
                    <a:gd name="connsiteY8" fmla="*/ 919734 h 1649348"/>
                    <a:gd name="connsiteX9" fmla="*/ 291557 w 1494657"/>
                    <a:gd name="connsiteY9" fmla="*/ 1624584 h 1649348"/>
                    <a:gd name="connsiteX10" fmla="*/ 206785 w 1494657"/>
                    <a:gd name="connsiteY10" fmla="*/ 1649349 h 1649348"/>
                    <a:gd name="connsiteX11" fmla="*/ 160112 w 1494657"/>
                    <a:gd name="connsiteY11" fmla="*/ 4381 h 1649348"/>
                    <a:gd name="connsiteX12" fmla="*/ 78197 w 1494657"/>
                    <a:gd name="connsiteY12" fmla="*/ 28194 h 1649348"/>
                    <a:gd name="connsiteX13" fmla="*/ 5807 w 1494657"/>
                    <a:gd name="connsiteY13" fmla="*/ 164402 h 1649348"/>
                    <a:gd name="connsiteX14" fmla="*/ 52480 w 1494657"/>
                    <a:gd name="connsiteY14" fmla="*/ 1494092 h 1649348"/>
                    <a:gd name="connsiteX15" fmla="*/ 134395 w 1494657"/>
                    <a:gd name="connsiteY15" fmla="*/ 1624584 h 1649348"/>
                    <a:gd name="connsiteX16" fmla="*/ 288700 w 1494657"/>
                    <a:gd name="connsiteY16" fmla="*/ 1618869 h 1649348"/>
                    <a:gd name="connsiteX17" fmla="*/ 290605 w 1494657"/>
                    <a:gd name="connsiteY17" fmla="*/ 1620774 h 1649348"/>
                    <a:gd name="connsiteX18" fmla="*/ 288700 w 1494657"/>
                    <a:gd name="connsiteY18" fmla="*/ 1618869 h 1649348"/>
                    <a:gd name="connsiteX19" fmla="*/ 1416460 w 1494657"/>
                    <a:gd name="connsiteY19" fmla="*/ 914019 h 1649348"/>
                    <a:gd name="connsiteX20" fmla="*/ 1488850 w 1494657"/>
                    <a:gd name="connsiteY20" fmla="*/ 777812 h 1649348"/>
                    <a:gd name="connsiteX21" fmla="*/ 1406935 w 1494657"/>
                    <a:gd name="connsiteY21" fmla="*/ 647319 h 1649348"/>
                    <a:gd name="connsiteX22" fmla="*/ 232502 w 1494657"/>
                    <a:gd name="connsiteY22" fmla="*/ 23431 h 1649348"/>
                    <a:gd name="connsiteX23" fmla="*/ 160112 w 1494657"/>
                    <a:gd name="connsiteY23" fmla="*/ 4381 h 1649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94657" h="1649348">
                      <a:moveTo>
                        <a:pt x="206785" y="1649349"/>
                      </a:moveTo>
                      <a:cubicBezTo>
                        <a:pt x="181067" y="1649349"/>
                        <a:pt x="155350" y="1642682"/>
                        <a:pt x="131537" y="1630299"/>
                      </a:cubicBezTo>
                      <a:cubicBezTo>
                        <a:pt x="80102" y="1603629"/>
                        <a:pt x="48670" y="1552194"/>
                        <a:pt x="46765" y="1495044"/>
                      </a:cubicBezTo>
                      <a:lnTo>
                        <a:pt x="92" y="165354"/>
                      </a:lnTo>
                      <a:cubicBezTo>
                        <a:pt x="-1813" y="107252"/>
                        <a:pt x="25810" y="54864"/>
                        <a:pt x="75340" y="24384"/>
                      </a:cubicBezTo>
                      <a:cubicBezTo>
                        <a:pt x="123917" y="-6096"/>
                        <a:pt x="183925" y="-8001"/>
                        <a:pt x="235360" y="18669"/>
                      </a:cubicBezTo>
                      <a:lnTo>
                        <a:pt x="1409792" y="643509"/>
                      </a:lnTo>
                      <a:cubicBezTo>
                        <a:pt x="1461228" y="670179"/>
                        <a:pt x="1492660" y="721614"/>
                        <a:pt x="1494565" y="778764"/>
                      </a:cubicBezTo>
                      <a:cubicBezTo>
                        <a:pt x="1496470" y="836867"/>
                        <a:pt x="1468848" y="889254"/>
                        <a:pt x="1419317" y="919734"/>
                      </a:cubicBezTo>
                      <a:lnTo>
                        <a:pt x="291557" y="1624584"/>
                      </a:lnTo>
                      <a:cubicBezTo>
                        <a:pt x="264887" y="1640777"/>
                        <a:pt x="236312" y="1649349"/>
                        <a:pt x="206785" y="1649349"/>
                      </a:cubicBezTo>
                      <a:close/>
                      <a:moveTo>
                        <a:pt x="160112" y="4381"/>
                      </a:moveTo>
                      <a:cubicBezTo>
                        <a:pt x="131537" y="4381"/>
                        <a:pt x="103915" y="12002"/>
                        <a:pt x="78197" y="28194"/>
                      </a:cubicBezTo>
                      <a:cubicBezTo>
                        <a:pt x="30572" y="57722"/>
                        <a:pt x="3902" y="109157"/>
                        <a:pt x="5807" y="164402"/>
                      </a:cubicBezTo>
                      <a:lnTo>
                        <a:pt x="52480" y="1494092"/>
                      </a:lnTo>
                      <a:cubicBezTo>
                        <a:pt x="54385" y="1550289"/>
                        <a:pt x="84865" y="1598867"/>
                        <a:pt x="134395" y="1624584"/>
                      </a:cubicBezTo>
                      <a:cubicBezTo>
                        <a:pt x="183925" y="1651254"/>
                        <a:pt x="241075" y="1648397"/>
                        <a:pt x="288700" y="1618869"/>
                      </a:cubicBezTo>
                      <a:lnTo>
                        <a:pt x="290605" y="1620774"/>
                      </a:lnTo>
                      <a:lnTo>
                        <a:pt x="288700" y="1618869"/>
                      </a:lnTo>
                      <a:lnTo>
                        <a:pt x="1416460" y="914019"/>
                      </a:lnTo>
                      <a:cubicBezTo>
                        <a:pt x="1464085" y="884492"/>
                        <a:pt x="1490755" y="833057"/>
                        <a:pt x="1488850" y="777812"/>
                      </a:cubicBezTo>
                      <a:cubicBezTo>
                        <a:pt x="1486945" y="721614"/>
                        <a:pt x="1456465" y="673037"/>
                        <a:pt x="1406935" y="647319"/>
                      </a:cubicBezTo>
                      <a:lnTo>
                        <a:pt x="232502" y="23431"/>
                      </a:lnTo>
                      <a:cubicBezTo>
                        <a:pt x="209642" y="11049"/>
                        <a:pt x="184877" y="4381"/>
                        <a:pt x="160112" y="4381"/>
                      </a:cubicBezTo>
                      <a:close/>
                    </a:path>
                  </a:pathLst>
                </a:custGeom>
                <a:grpFill/>
                <a:ln w="9525" cap="flat">
                  <a:noFill/>
                  <a:prstDash val="solid"/>
                  <a:miter/>
                </a:ln>
              </p:spPr>
              <p:txBody>
                <a:bodyPr rtlCol="0" anchor="ctr"/>
                <a:lstStyle/>
                <a:p>
                  <a:endParaRPr lang="en-US" sz="1730"/>
                </a:p>
              </p:txBody>
            </p:sp>
            <p:sp>
              <p:nvSpPr>
                <p:cNvPr id="42" name="Freeform: Shape 41">
                  <a:extLst>
                    <a:ext uri="{FF2B5EF4-FFF2-40B4-BE49-F238E27FC236}">
                      <a16:creationId xmlns:a16="http://schemas.microsoft.com/office/drawing/2014/main" id="{0C1669B7-9FDA-4884-A519-157D40BC91A3}"/>
                    </a:ext>
                  </a:extLst>
                </p:cNvPr>
                <p:cNvSpPr/>
                <p:nvPr/>
              </p:nvSpPr>
              <p:spPr>
                <a:xfrm>
                  <a:off x="5636186" y="2459480"/>
                  <a:ext cx="1616538" cy="1592136"/>
                </a:xfrm>
                <a:custGeom>
                  <a:avLst/>
                  <a:gdLst>
                    <a:gd name="connsiteX0" fmla="*/ 159141 w 1616538"/>
                    <a:gd name="connsiteY0" fmla="*/ 1592136 h 1592136"/>
                    <a:gd name="connsiteX1" fmla="*/ 42936 w 1616538"/>
                    <a:gd name="connsiteY1" fmla="*/ 1541654 h 1592136"/>
                    <a:gd name="connsiteX2" fmla="*/ 6741 w 1616538"/>
                    <a:gd name="connsiteY2" fmla="*/ 1385444 h 1592136"/>
                    <a:gd name="connsiteX3" fmla="*/ 396313 w 1616538"/>
                    <a:gd name="connsiteY3" fmla="*/ 112904 h 1592136"/>
                    <a:gd name="connsiteX4" fmla="*/ 513471 w 1616538"/>
                    <a:gd name="connsiteY4" fmla="*/ 4319 h 1592136"/>
                    <a:gd name="connsiteX5" fmla="*/ 665871 w 1616538"/>
                    <a:gd name="connsiteY5" fmla="*/ 50991 h 1592136"/>
                    <a:gd name="connsiteX6" fmla="*/ 1573603 w 1616538"/>
                    <a:gd name="connsiteY6" fmla="*/ 1024446 h 1592136"/>
                    <a:gd name="connsiteX7" fmla="*/ 1609798 w 1616538"/>
                    <a:gd name="connsiteY7" fmla="*/ 1180656 h 1592136"/>
                    <a:gd name="connsiteX8" fmla="*/ 1492641 w 1616538"/>
                    <a:gd name="connsiteY8" fmla="*/ 1289241 h 1592136"/>
                    <a:gd name="connsiteX9" fmla="*/ 196288 w 1616538"/>
                    <a:gd name="connsiteY9" fmla="*/ 1588326 h 1592136"/>
                    <a:gd name="connsiteX10" fmla="*/ 195336 w 1616538"/>
                    <a:gd name="connsiteY10" fmla="*/ 1585469 h 1592136"/>
                    <a:gd name="connsiteX11" fmla="*/ 196288 w 1616538"/>
                    <a:gd name="connsiteY11" fmla="*/ 1588326 h 1592136"/>
                    <a:gd name="connsiteX12" fmla="*/ 159141 w 1616538"/>
                    <a:gd name="connsiteY12" fmla="*/ 1592136 h 1592136"/>
                    <a:gd name="connsiteX13" fmla="*/ 549666 w 1616538"/>
                    <a:gd name="connsiteY13" fmla="*/ 5271 h 1592136"/>
                    <a:gd name="connsiteX14" fmla="*/ 514423 w 1616538"/>
                    <a:gd name="connsiteY14" fmla="*/ 9081 h 1592136"/>
                    <a:gd name="connsiteX15" fmla="*/ 401076 w 1616538"/>
                    <a:gd name="connsiteY15" fmla="*/ 114809 h 1592136"/>
                    <a:gd name="connsiteX16" fmla="*/ 12456 w 1616538"/>
                    <a:gd name="connsiteY16" fmla="*/ 1387349 h 1592136"/>
                    <a:gd name="connsiteX17" fmla="*/ 46746 w 1616538"/>
                    <a:gd name="connsiteY17" fmla="*/ 1537844 h 1592136"/>
                    <a:gd name="connsiteX18" fmla="*/ 194383 w 1616538"/>
                    <a:gd name="connsiteY18" fmla="*/ 1582611 h 1592136"/>
                    <a:gd name="connsiteX19" fmla="*/ 1490736 w 1616538"/>
                    <a:gd name="connsiteY19" fmla="*/ 1283526 h 1592136"/>
                    <a:gd name="connsiteX20" fmla="*/ 1604083 w 1616538"/>
                    <a:gd name="connsiteY20" fmla="*/ 1177799 h 1592136"/>
                    <a:gd name="connsiteX21" fmla="*/ 1569793 w 1616538"/>
                    <a:gd name="connsiteY21" fmla="*/ 1027304 h 1592136"/>
                    <a:gd name="connsiteX22" fmla="*/ 662061 w 1616538"/>
                    <a:gd name="connsiteY22" fmla="*/ 54801 h 1592136"/>
                    <a:gd name="connsiteX23" fmla="*/ 549666 w 1616538"/>
                    <a:gd name="connsiteY23" fmla="*/ 5271 h 1592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16538" h="1592136">
                      <a:moveTo>
                        <a:pt x="159141" y="1592136"/>
                      </a:moveTo>
                      <a:cubicBezTo>
                        <a:pt x="115326" y="1592136"/>
                        <a:pt x="73416" y="1574039"/>
                        <a:pt x="42936" y="1541654"/>
                      </a:cubicBezTo>
                      <a:cubicBezTo>
                        <a:pt x="3883" y="1499744"/>
                        <a:pt x="-9452" y="1441641"/>
                        <a:pt x="6741" y="1385444"/>
                      </a:cubicBezTo>
                      <a:lnTo>
                        <a:pt x="396313" y="112904"/>
                      </a:lnTo>
                      <a:cubicBezTo>
                        <a:pt x="413458" y="57659"/>
                        <a:pt x="457273" y="16701"/>
                        <a:pt x="513471" y="4319"/>
                      </a:cubicBezTo>
                      <a:cubicBezTo>
                        <a:pt x="569668" y="-9016"/>
                        <a:pt x="626818" y="9081"/>
                        <a:pt x="665871" y="50991"/>
                      </a:cubicBezTo>
                      <a:lnTo>
                        <a:pt x="1573603" y="1024446"/>
                      </a:lnTo>
                      <a:cubicBezTo>
                        <a:pt x="1612656" y="1066356"/>
                        <a:pt x="1625991" y="1124459"/>
                        <a:pt x="1609798" y="1180656"/>
                      </a:cubicBezTo>
                      <a:cubicBezTo>
                        <a:pt x="1592653" y="1235901"/>
                        <a:pt x="1548838" y="1276859"/>
                        <a:pt x="1492641" y="1289241"/>
                      </a:cubicBezTo>
                      <a:lnTo>
                        <a:pt x="196288" y="1588326"/>
                      </a:lnTo>
                      <a:lnTo>
                        <a:pt x="195336" y="1585469"/>
                      </a:lnTo>
                      <a:lnTo>
                        <a:pt x="196288" y="1588326"/>
                      </a:lnTo>
                      <a:cubicBezTo>
                        <a:pt x="183905" y="1591184"/>
                        <a:pt x="171523" y="1592136"/>
                        <a:pt x="159141" y="1592136"/>
                      </a:cubicBezTo>
                      <a:close/>
                      <a:moveTo>
                        <a:pt x="549666" y="5271"/>
                      </a:moveTo>
                      <a:cubicBezTo>
                        <a:pt x="538236" y="5271"/>
                        <a:pt x="525853" y="6224"/>
                        <a:pt x="514423" y="9081"/>
                      </a:cubicBezTo>
                      <a:cubicBezTo>
                        <a:pt x="460131" y="21464"/>
                        <a:pt x="418221" y="60516"/>
                        <a:pt x="401076" y="114809"/>
                      </a:cubicBezTo>
                      <a:lnTo>
                        <a:pt x="12456" y="1387349"/>
                      </a:lnTo>
                      <a:cubicBezTo>
                        <a:pt x="-3737" y="1440689"/>
                        <a:pt x="8646" y="1496886"/>
                        <a:pt x="46746" y="1537844"/>
                      </a:cubicBezTo>
                      <a:cubicBezTo>
                        <a:pt x="84846" y="1578801"/>
                        <a:pt x="140091" y="1595946"/>
                        <a:pt x="194383" y="1582611"/>
                      </a:cubicBezTo>
                      <a:lnTo>
                        <a:pt x="1490736" y="1283526"/>
                      </a:lnTo>
                      <a:cubicBezTo>
                        <a:pt x="1545028" y="1271144"/>
                        <a:pt x="1586938" y="1232091"/>
                        <a:pt x="1604083" y="1177799"/>
                      </a:cubicBezTo>
                      <a:cubicBezTo>
                        <a:pt x="1620276" y="1124459"/>
                        <a:pt x="1606941" y="1068261"/>
                        <a:pt x="1569793" y="1027304"/>
                      </a:cubicBezTo>
                      <a:lnTo>
                        <a:pt x="662061" y="54801"/>
                      </a:lnTo>
                      <a:cubicBezTo>
                        <a:pt x="632533" y="22416"/>
                        <a:pt x="592528" y="5271"/>
                        <a:pt x="549666" y="5271"/>
                      </a:cubicBezTo>
                      <a:close/>
                    </a:path>
                  </a:pathLst>
                </a:custGeom>
                <a:grpFill/>
                <a:ln w="9525" cap="flat">
                  <a:noFill/>
                  <a:prstDash val="solid"/>
                  <a:miter/>
                </a:ln>
              </p:spPr>
              <p:txBody>
                <a:bodyPr rtlCol="0" anchor="ctr"/>
                <a:lstStyle/>
                <a:p>
                  <a:endParaRPr lang="en-US" sz="1730"/>
                </a:p>
              </p:txBody>
            </p:sp>
            <p:sp>
              <p:nvSpPr>
                <p:cNvPr id="43" name="Freeform: Shape 42">
                  <a:extLst>
                    <a:ext uri="{FF2B5EF4-FFF2-40B4-BE49-F238E27FC236}">
                      <a16:creationId xmlns:a16="http://schemas.microsoft.com/office/drawing/2014/main" id="{DDF47D3A-C39D-447A-A0B5-A64D6B0BB3A7}"/>
                    </a:ext>
                  </a:extLst>
                </p:cNvPr>
                <p:cNvSpPr/>
                <p:nvPr/>
              </p:nvSpPr>
              <p:spPr>
                <a:xfrm>
                  <a:off x="5531644" y="2497017"/>
                  <a:ext cx="1643695" cy="1534597"/>
                </a:xfrm>
                <a:custGeom>
                  <a:avLst/>
                  <a:gdLst>
                    <a:gd name="connsiteX0" fmla="*/ 1483835 w 1643695"/>
                    <a:gd name="connsiteY0" fmla="*/ 1534598 h 1534597"/>
                    <a:gd name="connsiteX1" fmla="*/ 1466690 w 1643695"/>
                    <a:gd name="connsiteY1" fmla="*/ 1533645 h 1534597"/>
                    <a:gd name="connsiteX2" fmla="*/ 143668 w 1643695"/>
                    <a:gd name="connsiteY2" fmla="*/ 1395532 h 1534597"/>
                    <a:gd name="connsiteX3" fmla="*/ 14128 w 1643695"/>
                    <a:gd name="connsiteY3" fmla="*/ 1301235 h 1534597"/>
                    <a:gd name="connsiteX4" fmla="*/ 31273 w 1643695"/>
                    <a:gd name="connsiteY4" fmla="*/ 1142167 h 1534597"/>
                    <a:gd name="connsiteX5" fmla="*/ 813275 w 1643695"/>
                    <a:gd name="connsiteY5" fmla="*/ 65842 h 1534597"/>
                    <a:gd name="connsiteX6" fmla="*/ 959008 w 1643695"/>
                    <a:gd name="connsiteY6" fmla="*/ 1072 h 1534597"/>
                    <a:gd name="connsiteX7" fmla="*/ 1088548 w 1643695"/>
                    <a:gd name="connsiteY7" fmla="*/ 95370 h 1534597"/>
                    <a:gd name="connsiteX8" fmla="*/ 1629568 w 1643695"/>
                    <a:gd name="connsiteY8" fmla="*/ 1310760 h 1534597"/>
                    <a:gd name="connsiteX9" fmla="*/ 1612423 w 1643695"/>
                    <a:gd name="connsiteY9" fmla="*/ 1469827 h 1534597"/>
                    <a:gd name="connsiteX10" fmla="*/ 1483835 w 1643695"/>
                    <a:gd name="connsiteY10" fmla="*/ 1534598 h 1534597"/>
                    <a:gd name="connsiteX11" fmla="*/ 940910 w 1643695"/>
                    <a:gd name="connsiteY11" fmla="*/ 5835 h 1534597"/>
                    <a:gd name="connsiteX12" fmla="*/ 816133 w 1643695"/>
                    <a:gd name="connsiteY12" fmla="*/ 69652 h 1534597"/>
                    <a:gd name="connsiteX13" fmla="*/ 34130 w 1643695"/>
                    <a:gd name="connsiteY13" fmla="*/ 1145977 h 1534597"/>
                    <a:gd name="connsiteX14" fmla="*/ 17938 w 1643695"/>
                    <a:gd name="connsiteY14" fmla="*/ 1299330 h 1534597"/>
                    <a:gd name="connsiteX15" fmla="*/ 142715 w 1643695"/>
                    <a:gd name="connsiteY15" fmla="*/ 1389817 h 1534597"/>
                    <a:gd name="connsiteX16" fmla="*/ 1465738 w 1643695"/>
                    <a:gd name="connsiteY16" fmla="*/ 1528882 h 1534597"/>
                    <a:gd name="connsiteX17" fmla="*/ 1606708 w 1643695"/>
                    <a:gd name="connsiteY17" fmla="*/ 1466017 h 1534597"/>
                    <a:gd name="connsiteX18" fmla="*/ 1622900 w 1643695"/>
                    <a:gd name="connsiteY18" fmla="*/ 1312665 h 1534597"/>
                    <a:gd name="connsiteX19" fmla="*/ 1082833 w 1643695"/>
                    <a:gd name="connsiteY19" fmla="*/ 97275 h 1534597"/>
                    <a:gd name="connsiteX20" fmla="*/ 958055 w 1643695"/>
                    <a:gd name="connsiteY20" fmla="*/ 6787 h 1534597"/>
                    <a:gd name="connsiteX21" fmla="*/ 940910 w 1643695"/>
                    <a:gd name="connsiteY21" fmla="*/ 5835 h 153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3695" h="1534597">
                      <a:moveTo>
                        <a:pt x="1483835" y="1534598"/>
                      </a:moveTo>
                      <a:cubicBezTo>
                        <a:pt x="1478120" y="1534598"/>
                        <a:pt x="1472405" y="1534598"/>
                        <a:pt x="1466690" y="1533645"/>
                      </a:cubicBezTo>
                      <a:lnTo>
                        <a:pt x="143668" y="1395532"/>
                      </a:lnTo>
                      <a:cubicBezTo>
                        <a:pt x="86518" y="1389817"/>
                        <a:pt x="37940" y="1354575"/>
                        <a:pt x="14128" y="1301235"/>
                      </a:cubicBezTo>
                      <a:cubicBezTo>
                        <a:pt x="-9685" y="1248848"/>
                        <a:pt x="-3017" y="1188840"/>
                        <a:pt x="31273" y="1142167"/>
                      </a:cubicBezTo>
                      <a:lnTo>
                        <a:pt x="813275" y="65842"/>
                      </a:lnTo>
                      <a:cubicBezTo>
                        <a:pt x="847565" y="19170"/>
                        <a:pt x="901858" y="-5595"/>
                        <a:pt x="959008" y="1072"/>
                      </a:cubicBezTo>
                      <a:cubicBezTo>
                        <a:pt x="1016158" y="6787"/>
                        <a:pt x="1064735" y="42030"/>
                        <a:pt x="1088548" y="95370"/>
                      </a:cubicBezTo>
                      <a:lnTo>
                        <a:pt x="1629568" y="1310760"/>
                      </a:lnTo>
                      <a:cubicBezTo>
                        <a:pt x="1653380" y="1363148"/>
                        <a:pt x="1646713" y="1423155"/>
                        <a:pt x="1612423" y="1469827"/>
                      </a:cubicBezTo>
                      <a:cubicBezTo>
                        <a:pt x="1581943" y="1510785"/>
                        <a:pt x="1534318" y="1534598"/>
                        <a:pt x="1483835" y="1534598"/>
                      </a:cubicBezTo>
                      <a:close/>
                      <a:moveTo>
                        <a:pt x="940910" y="5835"/>
                      </a:moveTo>
                      <a:cubicBezTo>
                        <a:pt x="891380" y="5835"/>
                        <a:pt x="845660" y="28695"/>
                        <a:pt x="816133" y="69652"/>
                      </a:cubicBezTo>
                      <a:lnTo>
                        <a:pt x="34130" y="1145977"/>
                      </a:lnTo>
                      <a:cubicBezTo>
                        <a:pt x="1745" y="1190745"/>
                        <a:pt x="-4922" y="1248848"/>
                        <a:pt x="17938" y="1299330"/>
                      </a:cubicBezTo>
                      <a:cubicBezTo>
                        <a:pt x="40798" y="1350765"/>
                        <a:pt x="87470" y="1384102"/>
                        <a:pt x="142715" y="1389817"/>
                      </a:cubicBezTo>
                      <a:lnTo>
                        <a:pt x="1465738" y="1528882"/>
                      </a:lnTo>
                      <a:cubicBezTo>
                        <a:pt x="1520983" y="1534598"/>
                        <a:pt x="1574323" y="1510785"/>
                        <a:pt x="1606708" y="1466017"/>
                      </a:cubicBezTo>
                      <a:cubicBezTo>
                        <a:pt x="1639093" y="1421250"/>
                        <a:pt x="1645760" y="1363148"/>
                        <a:pt x="1622900" y="1312665"/>
                      </a:cubicBezTo>
                      <a:lnTo>
                        <a:pt x="1082833" y="97275"/>
                      </a:lnTo>
                      <a:cubicBezTo>
                        <a:pt x="1059973" y="45840"/>
                        <a:pt x="1013300" y="12502"/>
                        <a:pt x="958055" y="6787"/>
                      </a:cubicBezTo>
                      <a:cubicBezTo>
                        <a:pt x="952340" y="5835"/>
                        <a:pt x="946625" y="5835"/>
                        <a:pt x="940910" y="5835"/>
                      </a:cubicBezTo>
                      <a:close/>
                    </a:path>
                  </a:pathLst>
                </a:custGeom>
                <a:grpFill/>
                <a:ln w="9525" cap="flat">
                  <a:noFill/>
                  <a:prstDash val="solid"/>
                  <a:miter/>
                </a:ln>
              </p:spPr>
              <p:txBody>
                <a:bodyPr rtlCol="0" anchor="ctr"/>
                <a:lstStyle/>
                <a:p>
                  <a:endParaRPr lang="en-US" sz="1730"/>
                </a:p>
              </p:txBody>
            </p:sp>
            <p:sp>
              <p:nvSpPr>
                <p:cNvPr id="44" name="Freeform: Shape 43">
                  <a:extLst>
                    <a:ext uri="{FF2B5EF4-FFF2-40B4-BE49-F238E27FC236}">
                      <a16:creationId xmlns:a16="http://schemas.microsoft.com/office/drawing/2014/main" id="{DBAD286D-44FA-469A-951B-64F495B9A811}"/>
                    </a:ext>
                  </a:extLst>
                </p:cNvPr>
                <p:cNvSpPr/>
                <p:nvPr/>
              </p:nvSpPr>
              <p:spPr>
                <a:xfrm>
                  <a:off x="5484232" y="2627034"/>
                  <a:ext cx="1525159" cy="1644610"/>
                </a:xfrm>
                <a:custGeom>
                  <a:avLst/>
                  <a:gdLst>
                    <a:gd name="connsiteX0" fmla="*/ 1365512 w 1525159"/>
                    <a:gd name="connsiteY0" fmla="*/ 1644610 h 1644610"/>
                    <a:gd name="connsiteX1" fmla="*/ 1297885 w 1525159"/>
                    <a:gd name="connsiteY1" fmla="*/ 1629370 h 1644610"/>
                    <a:gd name="connsiteX2" fmla="*/ 92020 w 1525159"/>
                    <a:gd name="connsiteY2" fmla="*/ 1067395 h 1644610"/>
                    <a:gd name="connsiteX3" fmla="*/ 580 w 1525159"/>
                    <a:gd name="connsiteY3" fmla="*/ 936903 h 1644610"/>
                    <a:gd name="connsiteX4" fmla="*/ 68207 w 1525159"/>
                    <a:gd name="connsiteY4" fmla="*/ 792123 h 1644610"/>
                    <a:gd name="connsiteX5" fmla="*/ 1157867 w 1525159"/>
                    <a:gd name="connsiteY5" fmla="*/ 29170 h 1644610"/>
                    <a:gd name="connsiteX6" fmla="*/ 1316935 w 1525159"/>
                    <a:gd name="connsiteY6" fmla="*/ 14883 h 1644610"/>
                    <a:gd name="connsiteX7" fmla="*/ 1408375 w 1525159"/>
                    <a:gd name="connsiteY7" fmla="*/ 145375 h 1644610"/>
                    <a:gd name="connsiteX8" fmla="*/ 1524580 w 1525159"/>
                    <a:gd name="connsiteY8" fmla="*/ 1470303 h 1644610"/>
                    <a:gd name="connsiteX9" fmla="*/ 1456952 w 1525159"/>
                    <a:gd name="connsiteY9" fmla="*/ 1615083 h 1644610"/>
                    <a:gd name="connsiteX10" fmla="*/ 1365512 w 1525159"/>
                    <a:gd name="connsiteY10" fmla="*/ 1644610 h 1644610"/>
                    <a:gd name="connsiteX11" fmla="*/ 1249307 w 1525159"/>
                    <a:gd name="connsiteY11" fmla="*/ 4405 h 1644610"/>
                    <a:gd name="connsiteX12" fmla="*/ 1160725 w 1525159"/>
                    <a:gd name="connsiteY12" fmla="*/ 32980 h 1644610"/>
                    <a:gd name="connsiteX13" fmla="*/ 71065 w 1525159"/>
                    <a:gd name="connsiteY13" fmla="*/ 795933 h 1644610"/>
                    <a:gd name="connsiteX14" fmla="*/ 6295 w 1525159"/>
                    <a:gd name="connsiteY14" fmla="*/ 935950 h 1644610"/>
                    <a:gd name="connsiteX15" fmla="*/ 94877 w 1525159"/>
                    <a:gd name="connsiteY15" fmla="*/ 1062633 h 1644610"/>
                    <a:gd name="connsiteX16" fmla="*/ 1300742 w 1525159"/>
                    <a:gd name="connsiteY16" fmla="*/ 1624608 h 1644610"/>
                    <a:gd name="connsiteX17" fmla="*/ 1454095 w 1525159"/>
                    <a:gd name="connsiteY17" fmla="*/ 1611273 h 1644610"/>
                    <a:gd name="connsiteX18" fmla="*/ 1518865 w 1525159"/>
                    <a:gd name="connsiteY18" fmla="*/ 1471255 h 1644610"/>
                    <a:gd name="connsiteX19" fmla="*/ 1403612 w 1525159"/>
                    <a:gd name="connsiteY19" fmla="*/ 145375 h 1644610"/>
                    <a:gd name="connsiteX20" fmla="*/ 1315030 w 1525159"/>
                    <a:gd name="connsiteY20" fmla="*/ 18693 h 1644610"/>
                    <a:gd name="connsiteX21" fmla="*/ 1249307 w 1525159"/>
                    <a:gd name="connsiteY21" fmla="*/ 4405 h 1644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25159" h="1644610">
                      <a:moveTo>
                        <a:pt x="1365512" y="1644610"/>
                      </a:moveTo>
                      <a:cubicBezTo>
                        <a:pt x="1342652" y="1644610"/>
                        <a:pt x="1319792" y="1639848"/>
                        <a:pt x="1297885" y="1629370"/>
                      </a:cubicBezTo>
                      <a:lnTo>
                        <a:pt x="92020" y="1067395"/>
                      </a:lnTo>
                      <a:cubicBezTo>
                        <a:pt x="39632" y="1042630"/>
                        <a:pt x="5342" y="994053"/>
                        <a:pt x="580" y="936903"/>
                      </a:cubicBezTo>
                      <a:cubicBezTo>
                        <a:pt x="-4183" y="879753"/>
                        <a:pt x="20582" y="825460"/>
                        <a:pt x="68207" y="792123"/>
                      </a:cubicBezTo>
                      <a:lnTo>
                        <a:pt x="1157867" y="29170"/>
                      </a:lnTo>
                      <a:cubicBezTo>
                        <a:pt x="1205492" y="-4167"/>
                        <a:pt x="1264547" y="-8930"/>
                        <a:pt x="1316935" y="14883"/>
                      </a:cubicBezTo>
                      <a:cubicBezTo>
                        <a:pt x="1369322" y="39648"/>
                        <a:pt x="1403612" y="88225"/>
                        <a:pt x="1408375" y="145375"/>
                      </a:cubicBezTo>
                      <a:lnTo>
                        <a:pt x="1524580" y="1470303"/>
                      </a:lnTo>
                      <a:cubicBezTo>
                        <a:pt x="1529342" y="1527453"/>
                        <a:pt x="1504577" y="1581745"/>
                        <a:pt x="1456952" y="1615083"/>
                      </a:cubicBezTo>
                      <a:cubicBezTo>
                        <a:pt x="1429330" y="1634133"/>
                        <a:pt x="1397897" y="1644610"/>
                        <a:pt x="1365512" y="1644610"/>
                      </a:cubicBezTo>
                      <a:close/>
                      <a:moveTo>
                        <a:pt x="1249307" y="4405"/>
                      </a:moveTo>
                      <a:cubicBezTo>
                        <a:pt x="1218827" y="4405"/>
                        <a:pt x="1187395" y="13930"/>
                        <a:pt x="1160725" y="32980"/>
                      </a:cubicBezTo>
                      <a:lnTo>
                        <a:pt x="71065" y="795933"/>
                      </a:lnTo>
                      <a:cubicBezTo>
                        <a:pt x="25345" y="828318"/>
                        <a:pt x="580" y="880705"/>
                        <a:pt x="6295" y="935950"/>
                      </a:cubicBezTo>
                      <a:cubicBezTo>
                        <a:pt x="12010" y="991195"/>
                        <a:pt x="44395" y="1038820"/>
                        <a:pt x="94877" y="1062633"/>
                      </a:cubicBezTo>
                      <a:lnTo>
                        <a:pt x="1300742" y="1624608"/>
                      </a:lnTo>
                      <a:cubicBezTo>
                        <a:pt x="1351225" y="1648420"/>
                        <a:pt x="1408375" y="1642705"/>
                        <a:pt x="1454095" y="1611273"/>
                      </a:cubicBezTo>
                      <a:cubicBezTo>
                        <a:pt x="1499815" y="1578888"/>
                        <a:pt x="1524580" y="1527453"/>
                        <a:pt x="1518865" y="1471255"/>
                      </a:cubicBezTo>
                      <a:lnTo>
                        <a:pt x="1403612" y="145375"/>
                      </a:lnTo>
                      <a:cubicBezTo>
                        <a:pt x="1398850" y="90130"/>
                        <a:pt x="1365512" y="42505"/>
                        <a:pt x="1315030" y="18693"/>
                      </a:cubicBezTo>
                      <a:cubicBezTo>
                        <a:pt x="1294075" y="9168"/>
                        <a:pt x="1271215" y="4405"/>
                        <a:pt x="1249307" y="4405"/>
                      </a:cubicBezTo>
                      <a:close/>
                    </a:path>
                  </a:pathLst>
                </a:custGeom>
                <a:grpFill/>
                <a:ln w="9525" cap="flat">
                  <a:noFill/>
                  <a:prstDash val="solid"/>
                  <a:miter/>
                </a:ln>
              </p:spPr>
              <p:txBody>
                <a:bodyPr rtlCol="0" anchor="ctr"/>
                <a:lstStyle/>
                <a:p>
                  <a:endParaRPr lang="en-US" sz="1730"/>
                </a:p>
              </p:txBody>
            </p:sp>
            <p:sp>
              <p:nvSpPr>
                <p:cNvPr id="45" name="Freeform: Shape 44">
                  <a:extLst>
                    <a:ext uri="{FF2B5EF4-FFF2-40B4-BE49-F238E27FC236}">
                      <a16:creationId xmlns:a16="http://schemas.microsoft.com/office/drawing/2014/main" id="{2E176131-CAD3-45CC-BEDF-6B6611AB620E}"/>
                    </a:ext>
                  </a:extLst>
                </p:cNvPr>
                <p:cNvSpPr/>
                <p:nvPr/>
              </p:nvSpPr>
              <p:spPr>
                <a:xfrm>
                  <a:off x="5498775" y="2833512"/>
                  <a:ext cx="1599894" cy="1610534"/>
                </a:xfrm>
                <a:custGeom>
                  <a:avLst/>
                  <a:gdLst>
                    <a:gd name="connsiteX0" fmla="*/ 1116654 w 1599894"/>
                    <a:gd name="connsiteY0" fmla="*/ 1610535 h 1610534"/>
                    <a:gd name="connsiteX1" fmla="*/ 1006164 w 1599894"/>
                    <a:gd name="connsiteY1" fmla="*/ 1565767 h 1610534"/>
                    <a:gd name="connsiteX2" fmla="*/ 48901 w 1599894"/>
                    <a:gd name="connsiteY2" fmla="*/ 641842 h 1610534"/>
                    <a:gd name="connsiteX3" fmla="*/ 5086 w 1599894"/>
                    <a:gd name="connsiteY3" fmla="*/ 488490 h 1610534"/>
                    <a:gd name="connsiteX4" fmla="*/ 116529 w 1599894"/>
                    <a:gd name="connsiteY4" fmla="*/ 373237 h 1610534"/>
                    <a:gd name="connsiteX5" fmla="*/ 1395736 w 1599894"/>
                    <a:gd name="connsiteY5" fmla="*/ 6525 h 1610534"/>
                    <a:gd name="connsiteX6" fmla="*/ 1550994 w 1599894"/>
                    <a:gd name="connsiteY6" fmla="*/ 45577 h 1610534"/>
                    <a:gd name="connsiteX7" fmla="*/ 1594809 w 1599894"/>
                    <a:gd name="connsiteY7" fmla="*/ 198930 h 1610534"/>
                    <a:gd name="connsiteX8" fmla="*/ 1271911 w 1599894"/>
                    <a:gd name="connsiteY8" fmla="*/ 1488615 h 1610534"/>
                    <a:gd name="connsiteX9" fmla="*/ 1160469 w 1599894"/>
                    <a:gd name="connsiteY9" fmla="*/ 1603867 h 1610534"/>
                    <a:gd name="connsiteX10" fmla="*/ 1116654 w 1599894"/>
                    <a:gd name="connsiteY10" fmla="*/ 1610535 h 1610534"/>
                    <a:gd name="connsiteX11" fmla="*/ 1439551 w 1599894"/>
                    <a:gd name="connsiteY11" fmla="*/ 4620 h 1610534"/>
                    <a:gd name="connsiteX12" fmla="*/ 1396689 w 1599894"/>
                    <a:gd name="connsiteY12" fmla="*/ 10335 h 1610534"/>
                    <a:gd name="connsiteX13" fmla="*/ 117481 w 1599894"/>
                    <a:gd name="connsiteY13" fmla="*/ 378000 h 1610534"/>
                    <a:gd name="connsiteX14" fmla="*/ 9849 w 1599894"/>
                    <a:gd name="connsiteY14" fmla="*/ 489442 h 1610534"/>
                    <a:gd name="connsiteX15" fmla="*/ 52711 w 1599894"/>
                    <a:gd name="connsiteY15" fmla="*/ 638033 h 1610534"/>
                    <a:gd name="connsiteX16" fmla="*/ 1009974 w 1599894"/>
                    <a:gd name="connsiteY16" fmla="*/ 1561958 h 1610534"/>
                    <a:gd name="connsiteX17" fmla="*/ 1159516 w 1599894"/>
                    <a:gd name="connsiteY17" fmla="*/ 1599105 h 1610534"/>
                    <a:gd name="connsiteX18" fmla="*/ 1267149 w 1599894"/>
                    <a:gd name="connsiteY18" fmla="*/ 1487663 h 1610534"/>
                    <a:gd name="connsiteX19" fmla="*/ 1589094 w 1599894"/>
                    <a:gd name="connsiteY19" fmla="*/ 197025 h 1610534"/>
                    <a:gd name="connsiteX20" fmla="*/ 1546231 w 1599894"/>
                    <a:gd name="connsiteY20" fmla="*/ 48435 h 1610534"/>
                    <a:gd name="connsiteX21" fmla="*/ 1439551 w 1599894"/>
                    <a:gd name="connsiteY21" fmla="*/ 4620 h 16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9894" h="1610534">
                      <a:moveTo>
                        <a:pt x="1116654" y="1610535"/>
                      </a:moveTo>
                      <a:cubicBezTo>
                        <a:pt x="1075696" y="1610535"/>
                        <a:pt x="1036644" y="1595295"/>
                        <a:pt x="1006164" y="1565767"/>
                      </a:cubicBezTo>
                      <a:lnTo>
                        <a:pt x="48901" y="641842"/>
                      </a:lnTo>
                      <a:cubicBezTo>
                        <a:pt x="6991" y="601837"/>
                        <a:pt x="-9201" y="544687"/>
                        <a:pt x="5086" y="488490"/>
                      </a:cubicBezTo>
                      <a:cubicBezTo>
                        <a:pt x="19374" y="432292"/>
                        <a:pt x="60331" y="389430"/>
                        <a:pt x="116529" y="373237"/>
                      </a:cubicBezTo>
                      <a:lnTo>
                        <a:pt x="1395736" y="6525"/>
                      </a:lnTo>
                      <a:cubicBezTo>
                        <a:pt x="1450981" y="-9668"/>
                        <a:pt x="1509084" y="4620"/>
                        <a:pt x="1550994" y="45577"/>
                      </a:cubicBezTo>
                      <a:cubicBezTo>
                        <a:pt x="1592904" y="85582"/>
                        <a:pt x="1609096" y="142732"/>
                        <a:pt x="1594809" y="198930"/>
                      </a:cubicBezTo>
                      <a:lnTo>
                        <a:pt x="1271911" y="1488615"/>
                      </a:lnTo>
                      <a:cubicBezTo>
                        <a:pt x="1257624" y="1544813"/>
                        <a:pt x="1216666" y="1587675"/>
                        <a:pt x="1160469" y="1603867"/>
                      </a:cubicBezTo>
                      <a:cubicBezTo>
                        <a:pt x="1146181" y="1607678"/>
                        <a:pt x="1130941" y="1610535"/>
                        <a:pt x="1116654" y="1610535"/>
                      </a:cubicBezTo>
                      <a:close/>
                      <a:moveTo>
                        <a:pt x="1439551" y="4620"/>
                      </a:moveTo>
                      <a:cubicBezTo>
                        <a:pt x="1425264" y="4620"/>
                        <a:pt x="1410976" y="6525"/>
                        <a:pt x="1396689" y="10335"/>
                      </a:cubicBezTo>
                      <a:lnTo>
                        <a:pt x="117481" y="378000"/>
                      </a:lnTo>
                      <a:cubicBezTo>
                        <a:pt x="64141" y="393240"/>
                        <a:pt x="24136" y="435150"/>
                        <a:pt x="9849" y="489442"/>
                      </a:cubicBezTo>
                      <a:cubicBezTo>
                        <a:pt x="-3487" y="543735"/>
                        <a:pt x="12706" y="598980"/>
                        <a:pt x="52711" y="638033"/>
                      </a:cubicBezTo>
                      <a:lnTo>
                        <a:pt x="1009974" y="1561958"/>
                      </a:lnTo>
                      <a:cubicBezTo>
                        <a:pt x="1049979" y="1601010"/>
                        <a:pt x="1106176" y="1614345"/>
                        <a:pt x="1159516" y="1599105"/>
                      </a:cubicBezTo>
                      <a:cubicBezTo>
                        <a:pt x="1212856" y="1583865"/>
                        <a:pt x="1252861" y="1541955"/>
                        <a:pt x="1267149" y="1487663"/>
                      </a:cubicBezTo>
                      <a:lnTo>
                        <a:pt x="1589094" y="197025"/>
                      </a:lnTo>
                      <a:cubicBezTo>
                        <a:pt x="1602429" y="142732"/>
                        <a:pt x="1586236" y="87487"/>
                        <a:pt x="1546231" y="48435"/>
                      </a:cubicBezTo>
                      <a:cubicBezTo>
                        <a:pt x="1516704" y="19860"/>
                        <a:pt x="1478604" y="4620"/>
                        <a:pt x="1439551" y="4620"/>
                      </a:cubicBezTo>
                      <a:close/>
                    </a:path>
                  </a:pathLst>
                </a:custGeom>
                <a:grpFill/>
                <a:ln w="9525" cap="flat">
                  <a:noFill/>
                  <a:prstDash val="solid"/>
                  <a:miter/>
                </a:ln>
              </p:spPr>
              <p:txBody>
                <a:bodyPr rtlCol="0" anchor="ctr"/>
                <a:lstStyle/>
                <a:p>
                  <a:endParaRPr lang="en-US" sz="1730"/>
                </a:p>
              </p:txBody>
            </p:sp>
            <p:sp>
              <p:nvSpPr>
                <p:cNvPr id="46" name="Freeform: Shape 45">
                  <a:extLst>
                    <a:ext uri="{FF2B5EF4-FFF2-40B4-BE49-F238E27FC236}">
                      <a16:creationId xmlns:a16="http://schemas.microsoft.com/office/drawing/2014/main" id="{4F78C6ED-873A-4154-B15B-2BC408976511}"/>
                    </a:ext>
                  </a:extLst>
                </p:cNvPr>
                <p:cNvSpPr/>
                <p:nvPr/>
              </p:nvSpPr>
              <p:spPr>
                <a:xfrm>
                  <a:off x="5574695" y="3024613"/>
                  <a:ext cx="1649985" cy="1506110"/>
                </a:xfrm>
                <a:custGeom>
                  <a:avLst/>
                  <a:gdLst>
                    <a:gd name="connsiteX0" fmla="*/ 764509 w 1649985"/>
                    <a:gd name="connsiteY0" fmla="*/ 1506111 h 1506110"/>
                    <a:gd name="connsiteX1" fmla="*/ 755937 w 1649985"/>
                    <a:gd name="connsiteY1" fmla="*/ 1506111 h 1506110"/>
                    <a:gd name="connsiteX2" fmla="*/ 621634 w 1649985"/>
                    <a:gd name="connsiteY2" fmla="*/ 1419433 h 1506110"/>
                    <a:gd name="connsiteX3" fmla="*/ 17749 w 1649985"/>
                    <a:gd name="connsiteY3" fmla="*/ 232618 h 1506110"/>
                    <a:gd name="connsiteX4" fmla="*/ 26322 w 1649985"/>
                    <a:gd name="connsiteY4" fmla="*/ 72598 h 1506110"/>
                    <a:gd name="connsiteX5" fmla="*/ 169197 w 1649985"/>
                    <a:gd name="connsiteY5" fmla="*/ 208 h 1506110"/>
                    <a:gd name="connsiteX6" fmla="*/ 1497934 w 1649985"/>
                    <a:gd name="connsiteY6" fmla="*/ 69741 h 1506110"/>
                    <a:gd name="connsiteX7" fmla="*/ 1632237 w 1649985"/>
                    <a:gd name="connsiteY7" fmla="*/ 156418 h 1506110"/>
                    <a:gd name="connsiteX8" fmla="*/ 1623664 w 1649985"/>
                    <a:gd name="connsiteY8" fmla="*/ 316438 h 1506110"/>
                    <a:gd name="connsiteX9" fmla="*/ 898812 w 1649985"/>
                    <a:gd name="connsiteY9" fmla="*/ 1431816 h 1506110"/>
                    <a:gd name="connsiteX10" fmla="*/ 764509 w 1649985"/>
                    <a:gd name="connsiteY10" fmla="*/ 1506111 h 1506110"/>
                    <a:gd name="connsiteX11" fmla="*/ 22512 w 1649985"/>
                    <a:gd name="connsiteY11" fmla="*/ 230713 h 1506110"/>
                    <a:gd name="connsiteX12" fmla="*/ 626397 w 1649985"/>
                    <a:gd name="connsiteY12" fmla="*/ 1415623 h 1506110"/>
                    <a:gd name="connsiteX13" fmla="*/ 755937 w 1649985"/>
                    <a:gd name="connsiteY13" fmla="*/ 1499443 h 1506110"/>
                    <a:gd name="connsiteX14" fmla="*/ 893097 w 1649985"/>
                    <a:gd name="connsiteY14" fmla="*/ 1428958 h 1506110"/>
                    <a:gd name="connsiteX15" fmla="*/ 1617949 w 1649985"/>
                    <a:gd name="connsiteY15" fmla="*/ 313581 h 1506110"/>
                    <a:gd name="connsiteX16" fmla="*/ 1625569 w 1649985"/>
                    <a:gd name="connsiteY16" fmla="*/ 159276 h 1506110"/>
                    <a:gd name="connsiteX17" fmla="*/ 1496029 w 1649985"/>
                    <a:gd name="connsiteY17" fmla="*/ 75456 h 1506110"/>
                    <a:gd name="connsiteX18" fmla="*/ 168244 w 1649985"/>
                    <a:gd name="connsiteY18" fmla="*/ 5923 h 1506110"/>
                    <a:gd name="connsiteX19" fmla="*/ 31084 w 1649985"/>
                    <a:gd name="connsiteY19" fmla="*/ 76408 h 1506110"/>
                    <a:gd name="connsiteX20" fmla="*/ 22512 w 1649985"/>
                    <a:gd name="connsiteY20" fmla="*/ 230713 h 1506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9985" h="1506110">
                      <a:moveTo>
                        <a:pt x="764509" y="1506111"/>
                      </a:moveTo>
                      <a:cubicBezTo>
                        <a:pt x="761652" y="1506111"/>
                        <a:pt x="758794" y="1506111"/>
                        <a:pt x="755937" y="1506111"/>
                      </a:cubicBezTo>
                      <a:cubicBezTo>
                        <a:pt x="697834" y="1503253"/>
                        <a:pt x="648304" y="1470868"/>
                        <a:pt x="621634" y="1419433"/>
                      </a:cubicBezTo>
                      <a:lnTo>
                        <a:pt x="17749" y="232618"/>
                      </a:lnTo>
                      <a:cubicBezTo>
                        <a:pt x="-8921" y="181183"/>
                        <a:pt x="-5111" y="121176"/>
                        <a:pt x="26322" y="72598"/>
                      </a:cubicBezTo>
                      <a:cubicBezTo>
                        <a:pt x="57754" y="24021"/>
                        <a:pt x="111094" y="-2649"/>
                        <a:pt x="169197" y="208"/>
                      </a:cubicBezTo>
                      <a:lnTo>
                        <a:pt x="1497934" y="69741"/>
                      </a:lnTo>
                      <a:cubicBezTo>
                        <a:pt x="1556037" y="72598"/>
                        <a:pt x="1605567" y="104983"/>
                        <a:pt x="1632237" y="156418"/>
                      </a:cubicBezTo>
                      <a:cubicBezTo>
                        <a:pt x="1658907" y="207853"/>
                        <a:pt x="1655097" y="267861"/>
                        <a:pt x="1623664" y="316438"/>
                      </a:cubicBezTo>
                      <a:lnTo>
                        <a:pt x="898812" y="1431816"/>
                      </a:lnTo>
                      <a:cubicBezTo>
                        <a:pt x="868332" y="1478488"/>
                        <a:pt x="818802" y="1506111"/>
                        <a:pt x="764509" y="1506111"/>
                      </a:cubicBezTo>
                      <a:close/>
                      <a:moveTo>
                        <a:pt x="22512" y="230713"/>
                      </a:moveTo>
                      <a:lnTo>
                        <a:pt x="626397" y="1415623"/>
                      </a:lnTo>
                      <a:cubicBezTo>
                        <a:pt x="652114" y="1465153"/>
                        <a:pt x="699739" y="1496586"/>
                        <a:pt x="755937" y="1499443"/>
                      </a:cubicBezTo>
                      <a:cubicBezTo>
                        <a:pt x="812134" y="1502301"/>
                        <a:pt x="862617" y="1476583"/>
                        <a:pt x="893097" y="1428958"/>
                      </a:cubicBezTo>
                      <a:lnTo>
                        <a:pt x="1617949" y="313581"/>
                      </a:lnTo>
                      <a:cubicBezTo>
                        <a:pt x="1648429" y="266908"/>
                        <a:pt x="1651287" y="208806"/>
                        <a:pt x="1625569" y="159276"/>
                      </a:cubicBezTo>
                      <a:cubicBezTo>
                        <a:pt x="1599852" y="109746"/>
                        <a:pt x="1552227" y="78313"/>
                        <a:pt x="1496029" y="75456"/>
                      </a:cubicBezTo>
                      <a:lnTo>
                        <a:pt x="168244" y="5923"/>
                      </a:lnTo>
                      <a:cubicBezTo>
                        <a:pt x="112999" y="3066"/>
                        <a:pt x="61564" y="28783"/>
                        <a:pt x="31084" y="76408"/>
                      </a:cubicBezTo>
                      <a:cubicBezTo>
                        <a:pt x="604" y="123081"/>
                        <a:pt x="-3206" y="181183"/>
                        <a:pt x="22512" y="230713"/>
                      </a:cubicBezTo>
                      <a:close/>
                    </a:path>
                  </a:pathLst>
                </a:custGeom>
                <a:grpFill/>
                <a:ln w="9525" cap="flat">
                  <a:noFill/>
                  <a:prstDash val="solid"/>
                  <a:miter/>
                </a:ln>
              </p:spPr>
              <p:txBody>
                <a:bodyPr rtlCol="0" anchor="ctr"/>
                <a:lstStyle/>
                <a:p>
                  <a:endParaRPr lang="en-US" sz="1730"/>
                </a:p>
              </p:txBody>
            </p:sp>
            <p:sp>
              <p:nvSpPr>
                <p:cNvPr id="47" name="Freeform: Shape 46">
                  <a:extLst>
                    <a:ext uri="{FF2B5EF4-FFF2-40B4-BE49-F238E27FC236}">
                      <a16:creationId xmlns:a16="http://schemas.microsoft.com/office/drawing/2014/main" id="{04A7B95B-7472-40B2-854E-027E7157863B}"/>
                    </a:ext>
                  </a:extLst>
                </p:cNvPr>
                <p:cNvSpPr/>
                <p:nvPr/>
              </p:nvSpPr>
              <p:spPr>
                <a:xfrm>
                  <a:off x="5703352" y="2884241"/>
                  <a:ext cx="1552692" cy="1637910"/>
                </a:xfrm>
                <a:custGeom>
                  <a:avLst/>
                  <a:gdLst>
                    <a:gd name="connsiteX0" fmla="*/ 345340 w 1552692"/>
                    <a:gd name="connsiteY0" fmla="*/ 1637910 h 1637910"/>
                    <a:gd name="connsiteX1" fmla="*/ 285332 w 1552692"/>
                    <a:gd name="connsiteY1" fmla="*/ 1626480 h 1637910"/>
                    <a:gd name="connsiteX2" fmla="*/ 187225 w 1552692"/>
                    <a:gd name="connsiteY2" fmla="*/ 1500750 h 1637910"/>
                    <a:gd name="connsiteX3" fmla="*/ 1487 w 1552692"/>
                    <a:gd name="connsiteY3" fmla="*/ 182490 h 1637910"/>
                    <a:gd name="connsiteX4" fmla="*/ 61495 w 1552692"/>
                    <a:gd name="connsiteY4" fmla="*/ 33900 h 1637910"/>
                    <a:gd name="connsiteX5" fmla="*/ 219610 w 1552692"/>
                    <a:gd name="connsiteY5" fmla="*/ 11993 h 1637910"/>
                    <a:gd name="connsiteX6" fmla="*/ 1453097 w 1552692"/>
                    <a:gd name="connsiteY6" fmla="*/ 510150 h 1637910"/>
                    <a:gd name="connsiteX7" fmla="*/ 1551205 w 1552692"/>
                    <a:gd name="connsiteY7" fmla="*/ 635880 h 1637910"/>
                    <a:gd name="connsiteX8" fmla="*/ 1491197 w 1552692"/>
                    <a:gd name="connsiteY8" fmla="*/ 784470 h 1637910"/>
                    <a:gd name="connsiteX9" fmla="*/ 442495 w 1552692"/>
                    <a:gd name="connsiteY9" fmla="*/ 1603620 h 1637910"/>
                    <a:gd name="connsiteX10" fmla="*/ 345340 w 1552692"/>
                    <a:gd name="connsiteY10" fmla="*/ 1637910 h 1637910"/>
                    <a:gd name="connsiteX11" fmla="*/ 7202 w 1552692"/>
                    <a:gd name="connsiteY11" fmla="*/ 182490 h 1637910"/>
                    <a:gd name="connsiteX12" fmla="*/ 191987 w 1552692"/>
                    <a:gd name="connsiteY12" fmla="*/ 1499798 h 1637910"/>
                    <a:gd name="connsiteX13" fmla="*/ 287237 w 1552692"/>
                    <a:gd name="connsiteY13" fmla="*/ 1621718 h 1637910"/>
                    <a:gd name="connsiteX14" fmla="*/ 439637 w 1552692"/>
                    <a:gd name="connsiteY14" fmla="*/ 1599810 h 1637910"/>
                    <a:gd name="connsiteX15" fmla="*/ 1488340 w 1552692"/>
                    <a:gd name="connsiteY15" fmla="*/ 780660 h 1637910"/>
                    <a:gd name="connsiteX16" fmla="*/ 1546442 w 1552692"/>
                    <a:gd name="connsiteY16" fmla="*/ 637785 h 1637910"/>
                    <a:gd name="connsiteX17" fmla="*/ 1451192 w 1552692"/>
                    <a:gd name="connsiteY17" fmla="*/ 515865 h 1637910"/>
                    <a:gd name="connsiteX18" fmla="*/ 217705 w 1552692"/>
                    <a:gd name="connsiteY18" fmla="*/ 17708 h 1637910"/>
                    <a:gd name="connsiteX19" fmla="*/ 65305 w 1552692"/>
                    <a:gd name="connsiteY19" fmla="*/ 39615 h 1637910"/>
                    <a:gd name="connsiteX20" fmla="*/ 7202 w 1552692"/>
                    <a:gd name="connsiteY20" fmla="*/ 182490 h 1637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52692" h="1637910">
                      <a:moveTo>
                        <a:pt x="345340" y="1637910"/>
                      </a:moveTo>
                      <a:cubicBezTo>
                        <a:pt x="325337" y="1637910"/>
                        <a:pt x="304382" y="1634100"/>
                        <a:pt x="285332" y="1626480"/>
                      </a:cubicBezTo>
                      <a:cubicBezTo>
                        <a:pt x="231992" y="1604573"/>
                        <a:pt x="194845" y="1557900"/>
                        <a:pt x="187225" y="1500750"/>
                      </a:cubicBezTo>
                      <a:lnTo>
                        <a:pt x="1487" y="182490"/>
                      </a:lnTo>
                      <a:cubicBezTo>
                        <a:pt x="-6133" y="125340"/>
                        <a:pt x="15775" y="70095"/>
                        <a:pt x="61495" y="33900"/>
                      </a:cubicBezTo>
                      <a:cubicBezTo>
                        <a:pt x="107215" y="-1342"/>
                        <a:pt x="166270" y="-9915"/>
                        <a:pt x="219610" y="11993"/>
                      </a:cubicBezTo>
                      <a:lnTo>
                        <a:pt x="1453097" y="510150"/>
                      </a:lnTo>
                      <a:cubicBezTo>
                        <a:pt x="1506437" y="532058"/>
                        <a:pt x="1543585" y="578730"/>
                        <a:pt x="1551205" y="635880"/>
                      </a:cubicBezTo>
                      <a:cubicBezTo>
                        <a:pt x="1558825" y="693030"/>
                        <a:pt x="1536917" y="748275"/>
                        <a:pt x="1491197" y="784470"/>
                      </a:cubicBezTo>
                      <a:lnTo>
                        <a:pt x="442495" y="1603620"/>
                      </a:lnTo>
                      <a:cubicBezTo>
                        <a:pt x="414872" y="1626480"/>
                        <a:pt x="380582" y="1637910"/>
                        <a:pt x="345340" y="1637910"/>
                      </a:cubicBezTo>
                      <a:close/>
                      <a:moveTo>
                        <a:pt x="7202" y="182490"/>
                      </a:moveTo>
                      <a:lnTo>
                        <a:pt x="191987" y="1499798"/>
                      </a:lnTo>
                      <a:cubicBezTo>
                        <a:pt x="199607" y="1555043"/>
                        <a:pt x="234850" y="1600763"/>
                        <a:pt x="287237" y="1621718"/>
                      </a:cubicBezTo>
                      <a:cubicBezTo>
                        <a:pt x="338672" y="1642673"/>
                        <a:pt x="395822" y="1635053"/>
                        <a:pt x="439637" y="1599810"/>
                      </a:cubicBezTo>
                      <a:lnTo>
                        <a:pt x="1488340" y="780660"/>
                      </a:lnTo>
                      <a:cubicBezTo>
                        <a:pt x="1532155" y="746370"/>
                        <a:pt x="1554062" y="693030"/>
                        <a:pt x="1546442" y="637785"/>
                      </a:cubicBezTo>
                      <a:cubicBezTo>
                        <a:pt x="1538822" y="582540"/>
                        <a:pt x="1503580" y="536820"/>
                        <a:pt x="1451192" y="515865"/>
                      </a:cubicBezTo>
                      <a:lnTo>
                        <a:pt x="217705" y="17708"/>
                      </a:lnTo>
                      <a:cubicBezTo>
                        <a:pt x="166270" y="-3247"/>
                        <a:pt x="109120" y="4373"/>
                        <a:pt x="65305" y="39615"/>
                      </a:cubicBezTo>
                      <a:cubicBezTo>
                        <a:pt x="20537" y="72953"/>
                        <a:pt x="-418" y="127245"/>
                        <a:pt x="7202" y="182490"/>
                      </a:cubicBezTo>
                      <a:close/>
                    </a:path>
                  </a:pathLst>
                </a:custGeom>
                <a:grpFill/>
                <a:ln w="9525" cap="flat">
                  <a:noFill/>
                  <a:prstDash val="solid"/>
                  <a:miter/>
                </a:ln>
              </p:spPr>
              <p:txBody>
                <a:bodyPr rtlCol="0" anchor="ctr"/>
                <a:lstStyle/>
                <a:p>
                  <a:endParaRPr lang="en-US" sz="1730"/>
                </a:p>
              </p:txBody>
            </p:sp>
            <p:sp>
              <p:nvSpPr>
                <p:cNvPr id="48" name="Freeform: Shape 47">
                  <a:extLst>
                    <a:ext uri="{FF2B5EF4-FFF2-40B4-BE49-F238E27FC236}">
                      <a16:creationId xmlns:a16="http://schemas.microsoft.com/office/drawing/2014/main" id="{D1E0D023-04AB-4EA7-86EB-5DC683506A93}"/>
                    </a:ext>
                  </a:extLst>
                </p:cNvPr>
                <p:cNvSpPr/>
                <p:nvPr/>
              </p:nvSpPr>
              <p:spPr>
                <a:xfrm>
                  <a:off x="5617251" y="2793839"/>
                  <a:ext cx="1577256" cy="1626394"/>
                </a:xfrm>
                <a:custGeom>
                  <a:avLst/>
                  <a:gdLst>
                    <a:gd name="connsiteX0" fmla="*/ 159026 w 1577256"/>
                    <a:gd name="connsiteY0" fmla="*/ 1626395 h 1626394"/>
                    <a:gd name="connsiteX1" fmla="*/ 55203 w 1577256"/>
                    <a:gd name="connsiteY1" fmla="*/ 1587342 h 1626394"/>
                    <a:gd name="connsiteX2" fmla="*/ 2816 w 1577256"/>
                    <a:gd name="connsiteY2" fmla="*/ 1435895 h 1626394"/>
                    <a:gd name="connsiteX3" fmla="*/ 256181 w 1577256"/>
                    <a:gd name="connsiteY3" fmla="*/ 130017 h 1626394"/>
                    <a:gd name="connsiteX4" fmla="*/ 360956 w 1577256"/>
                    <a:gd name="connsiteY4" fmla="*/ 9050 h 1626394"/>
                    <a:gd name="connsiteX5" fmla="*/ 518118 w 1577256"/>
                    <a:gd name="connsiteY5" fmla="*/ 39530 h 1626394"/>
                    <a:gd name="connsiteX6" fmla="*/ 1522053 w 1577256"/>
                    <a:gd name="connsiteY6" fmla="*/ 912019 h 1626394"/>
                    <a:gd name="connsiteX7" fmla="*/ 1574441 w 1577256"/>
                    <a:gd name="connsiteY7" fmla="*/ 1063467 h 1626394"/>
                    <a:gd name="connsiteX8" fmla="*/ 1469666 w 1577256"/>
                    <a:gd name="connsiteY8" fmla="*/ 1184435 h 1626394"/>
                    <a:gd name="connsiteX9" fmla="*/ 211413 w 1577256"/>
                    <a:gd name="connsiteY9" fmla="*/ 1616870 h 1626394"/>
                    <a:gd name="connsiteX10" fmla="*/ 159026 w 1577256"/>
                    <a:gd name="connsiteY10" fmla="*/ 1626395 h 1626394"/>
                    <a:gd name="connsiteX11" fmla="*/ 259038 w 1577256"/>
                    <a:gd name="connsiteY11" fmla="*/ 130017 h 1626394"/>
                    <a:gd name="connsiteX12" fmla="*/ 261896 w 1577256"/>
                    <a:gd name="connsiteY12" fmla="*/ 130970 h 1626394"/>
                    <a:gd name="connsiteX13" fmla="*/ 7578 w 1577256"/>
                    <a:gd name="connsiteY13" fmla="*/ 1436847 h 1626394"/>
                    <a:gd name="connsiteX14" fmla="*/ 58061 w 1577256"/>
                    <a:gd name="connsiteY14" fmla="*/ 1582580 h 1626394"/>
                    <a:gd name="connsiteX15" fmla="*/ 209508 w 1577256"/>
                    <a:gd name="connsiteY15" fmla="*/ 1612107 h 1626394"/>
                    <a:gd name="connsiteX16" fmla="*/ 1467761 w 1577256"/>
                    <a:gd name="connsiteY16" fmla="*/ 1178720 h 1626394"/>
                    <a:gd name="connsiteX17" fmla="*/ 1568726 w 1577256"/>
                    <a:gd name="connsiteY17" fmla="*/ 1062515 h 1626394"/>
                    <a:gd name="connsiteX18" fmla="*/ 1518243 w 1577256"/>
                    <a:gd name="connsiteY18" fmla="*/ 916782 h 1626394"/>
                    <a:gd name="connsiteX19" fmla="*/ 514308 w 1577256"/>
                    <a:gd name="connsiteY19" fmla="*/ 43340 h 1626394"/>
                    <a:gd name="connsiteX20" fmla="*/ 362861 w 1577256"/>
                    <a:gd name="connsiteY20" fmla="*/ 13812 h 1626394"/>
                    <a:gd name="connsiteX21" fmla="*/ 261896 w 1577256"/>
                    <a:gd name="connsiteY21" fmla="*/ 130017 h 1626394"/>
                    <a:gd name="connsiteX22" fmla="*/ 259038 w 1577256"/>
                    <a:gd name="connsiteY22" fmla="*/ 130017 h 162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77256" h="1626394">
                      <a:moveTo>
                        <a:pt x="159026" y="1626395"/>
                      </a:moveTo>
                      <a:cubicBezTo>
                        <a:pt x="120926" y="1626395"/>
                        <a:pt x="84731" y="1613060"/>
                        <a:pt x="55203" y="1587342"/>
                      </a:cubicBezTo>
                      <a:cubicBezTo>
                        <a:pt x="11388" y="1549242"/>
                        <a:pt x="-7662" y="1493045"/>
                        <a:pt x="2816" y="1435895"/>
                      </a:cubicBezTo>
                      <a:lnTo>
                        <a:pt x="256181" y="130017"/>
                      </a:lnTo>
                      <a:cubicBezTo>
                        <a:pt x="267611" y="72867"/>
                        <a:pt x="306663" y="28100"/>
                        <a:pt x="360956" y="9050"/>
                      </a:cubicBezTo>
                      <a:cubicBezTo>
                        <a:pt x="415248" y="-10000"/>
                        <a:pt x="474303" y="1430"/>
                        <a:pt x="518118" y="39530"/>
                      </a:cubicBezTo>
                      <a:lnTo>
                        <a:pt x="1522053" y="912019"/>
                      </a:lnTo>
                      <a:cubicBezTo>
                        <a:pt x="1565868" y="950119"/>
                        <a:pt x="1584918" y="1006317"/>
                        <a:pt x="1574441" y="1063467"/>
                      </a:cubicBezTo>
                      <a:cubicBezTo>
                        <a:pt x="1563011" y="1120617"/>
                        <a:pt x="1523958" y="1165385"/>
                        <a:pt x="1469666" y="1184435"/>
                      </a:cubicBezTo>
                      <a:lnTo>
                        <a:pt x="211413" y="1616870"/>
                      </a:lnTo>
                      <a:cubicBezTo>
                        <a:pt x="194268" y="1623537"/>
                        <a:pt x="176171" y="1626395"/>
                        <a:pt x="159026" y="1626395"/>
                      </a:cubicBezTo>
                      <a:close/>
                      <a:moveTo>
                        <a:pt x="259038" y="130017"/>
                      </a:moveTo>
                      <a:lnTo>
                        <a:pt x="261896" y="130970"/>
                      </a:lnTo>
                      <a:lnTo>
                        <a:pt x="7578" y="1436847"/>
                      </a:lnTo>
                      <a:cubicBezTo>
                        <a:pt x="-2899" y="1492092"/>
                        <a:pt x="16151" y="1546385"/>
                        <a:pt x="58061" y="1582580"/>
                      </a:cubicBezTo>
                      <a:cubicBezTo>
                        <a:pt x="99971" y="1618775"/>
                        <a:pt x="157121" y="1630205"/>
                        <a:pt x="209508" y="1612107"/>
                      </a:cubicBezTo>
                      <a:lnTo>
                        <a:pt x="1467761" y="1178720"/>
                      </a:lnTo>
                      <a:cubicBezTo>
                        <a:pt x="1520148" y="1160622"/>
                        <a:pt x="1558248" y="1116807"/>
                        <a:pt x="1568726" y="1062515"/>
                      </a:cubicBezTo>
                      <a:cubicBezTo>
                        <a:pt x="1579203" y="1007269"/>
                        <a:pt x="1560153" y="952977"/>
                        <a:pt x="1518243" y="916782"/>
                      </a:cubicBezTo>
                      <a:lnTo>
                        <a:pt x="514308" y="43340"/>
                      </a:lnTo>
                      <a:cubicBezTo>
                        <a:pt x="472398" y="7145"/>
                        <a:pt x="415248" y="-4285"/>
                        <a:pt x="362861" y="13812"/>
                      </a:cubicBezTo>
                      <a:cubicBezTo>
                        <a:pt x="310473" y="31910"/>
                        <a:pt x="272373" y="75725"/>
                        <a:pt x="261896" y="130017"/>
                      </a:cubicBezTo>
                      <a:lnTo>
                        <a:pt x="259038" y="130017"/>
                      </a:lnTo>
                      <a:close/>
                    </a:path>
                  </a:pathLst>
                </a:custGeom>
                <a:grpFill/>
                <a:ln w="9525" cap="flat">
                  <a:noFill/>
                  <a:prstDash val="solid"/>
                  <a:miter/>
                </a:ln>
              </p:spPr>
              <p:txBody>
                <a:bodyPr rtlCol="0" anchor="ctr"/>
                <a:lstStyle/>
                <a:p>
                  <a:endParaRPr lang="en-US" sz="1730"/>
                </a:p>
              </p:txBody>
            </p:sp>
            <p:sp>
              <p:nvSpPr>
                <p:cNvPr id="49" name="Freeform: Shape 48">
                  <a:extLst>
                    <a:ext uri="{FF2B5EF4-FFF2-40B4-BE49-F238E27FC236}">
                      <a16:creationId xmlns:a16="http://schemas.microsoft.com/office/drawing/2014/main" id="{133E4CB6-70DA-48B3-919F-934A01EAB393}"/>
                    </a:ext>
                  </a:extLst>
                </p:cNvPr>
                <p:cNvSpPr/>
                <p:nvPr/>
              </p:nvSpPr>
              <p:spPr>
                <a:xfrm>
                  <a:off x="5392895" y="2761931"/>
                  <a:ext cx="1648777" cy="1472564"/>
                </a:xfrm>
                <a:custGeom>
                  <a:avLst/>
                  <a:gdLst>
                    <a:gd name="connsiteX0" fmla="*/ 1490186 w 1648777"/>
                    <a:gd name="connsiteY0" fmla="*/ 1472565 h 1472564"/>
                    <a:gd name="connsiteX1" fmla="*/ 159544 w 1648777"/>
                    <a:gd name="connsiteY1" fmla="*/ 1472565 h 1472564"/>
                    <a:gd name="connsiteX2" fmla="*/ 21431 w 1648777"/>
                    <a:gd name="connsiteY2" fmla="*/ 1392555 h 1472564"/>
                    <a:gd name="connsiteX3" fmla="*/ 21431 w 1648777"/>
                    <a:gd name="connsiteY3" fmla="*/ 1232535 h 1472564"/>
                    <a:gd name="connsiteX4" fmla="*/ 686276 w 1648777"/>
                    <a:gd name="connsiteY4" fmla="*/ 80010 h 1472564"/>
                    <a:gd name="connsiteX5" fmla="*/ 824389 w 1648777"/>
                    <a:gd name="connsiteY5" fmla="*/ 0 h 1472564"/>
                    <a:gd name="connsiteX6" fmla="*/ 824389 w 1648777"/>
                    <a:gd name="connsiteY6" fmla="*/ 0 h 1472564"/>
                    <a:gd name="connsiteX7" fmla="*/ 962501 w 1648777"/>
                    <a:gd name="connsiteY7" fmla="*/ 80010 h 1472564"/>
                    <a:gd name="connsiteX8" fmla="*/ 1627346 w 1648777"/>
                    <a:gd name="connsiteY8" fmla="*/ 1232535 h 1472564"/>
                    <a:gd name="connsiteX9" fmla="*/ 1627346 w 1648777"/>
                    <a:gd name="connsiteY9" fmla="*/ 1392555 h 1472564"/>
                    <a:gd name="connsiteX10" fmla="*/ 1490186 w 1648777"/>
                    <a:gd name="connsiteY10" fmla="*/ 1472565 h 1472564"/>
                    <a:gd name="connsiteX11" fmla="*/ 691039 w 1648777"/>
                    <a:gd name="connsiteY11" fmla="*/ 83820 h 1472564"/>
                    <a:gd name="connsiteX12" fmla="*/ 26194 w 1648777"/>
                    <a:gd name="connsiteY12" fmla="*/ 1236345 h 1472564"/>
                    <a:gd name="connsiteX13" fmla="*/ 26194 w 1648777"/>
                    <a:gd name="connsiteY13" fmla="*/ 1390650 h 1472564"/>
                    <a:gd name="connsiteX14" fmla="*/ 159544 w 1648777"/>
                    <a:gd name="connsiteY14" fmla="*/ 1467803 h 1472564"/>
                    <a:gd name="connsiteX15" fmla="*/ 1490186 w 1648777"/>
                    <a:gd name="connsiteY15" fmla="*/ 1467803 h 1472564"/>
                    <a:gd name="connsiteX16" fmla="*/ 1623536 w 1648777"/>
                    <a:gd name="connsiteY16" fmla="*/ 1390650 h 1472564"/>
                    <a:gd name="connsiteX17" fmla="*/ 1623536 w 1648777"/>
                    <a:gd name="connsiteY17" fmla="*/ 1236345 h 1472564"/>
                    <a:gd name="connsiteX18" fmla="*/ 958691 w 1648777"/>
                    <a:gd name="connsiteY18" fmla="*/ 83820 h 1472564"/>
                    <a:gd name="connsiteX19" fmla="*/ 825341 w 1648777"/>
                    <a:gd name="connsiteY19" fmla="*/ 6668 h 1472564"/>
                    <a:gd name="connsiteX20" fmla="*/ 691039 w 1648777"/>
                    <a:gd name="connsiteY20" fmla="*/ 83820 h 1472564"/>
                    <a:gd name="connsiteX21" fmla="*/ 691039 w 1648777"/>
                    <a:gd name="connsiteY21" fmla="*/ 83820 h 1472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8777" h="1472564">
                      <a:moveTo>
                        <a:pt x="1490186" y="1472565"/>
                      </a:moveTo>
                      <a:lnTo>
                        <a:pt x="159544" y="1472565"/>
                      </a:lnTo>
                      <a:cubicBezTo>
                        <a:pt x="101441" y="1472565"/>
                        <a:pt x="50006" y="1443038"/>
                        <a:pt x="21431" y="1392555"/>
                      </a:cubicBezTo>
                      <a:cubicBezTo>
                        <a:pt x="-7144" y="1342073"/>
                        <a:pt x="-7144" y="1283018"/>
                        <a:pt x="21431" y="1232535"/>
                      </a:cubicBezTo>
                      <a:lnTo>
                        <a:pt x="686276" y="80010"/>
                      </a:lnTo>
                      <a:cubicBezTo>
                        <a:pt x="714851" y="29528"/>
                        <a:pt x="767239" y="0"/>
                        <a:pt x="824389" y="0"/>
                      </a:cubicBezTo>
                      <a:cubicBezTo>
                        <a:pt x="824389" y="0"/>
                        <a:pt x="824389" y="0"/>
                        <a:pt x="824389" y="0"/>
                      </a:cubicBezTo>
                      <a:cubicBezTo>
                        <a:pt x="882491" y="0"/>
                        <a:pt x="933926" y="29528"/>
                        <a:pt x="962501" y="80010"/>
                      </a:cubicBezTo>
                      <a:lnTo>
                        <a:pt x="1627346" y="1232535"/>
                      </a:lnTo>
                      <a:cubicBezTo>
                        <a:pt x="1655921" y="1283018"/>
                        <a:pt x="1655921" y="1342073"/>
                        <a:pt x="1627346" y="1392555"/>
                      </a:cubicBezTo>
                      <a:cubicBezTo>
                        <a:pt x="1599724" y="1443038"/>
                        <a:pt x="1548289" y="1472565"/>
                        <a:pt x="1490186" y="1472565"/>
                      </a:cubicBezTo>
                      <a:close/>
                      <a:moveTo>
                        <a:pt x="691039" y="83820"/>
                      </a:moveTo>
                      <a:lnTo>
                        <a:pt x="26194" y="1236345"/>
                      </a:lnTo>
                      <a:cubicBezTo>
                        <a:pt x="-1429" y="1284923"/>
                        <a:pt x="-1429" y="1342073"/>
                        <a:pt x="26194" y="1390650"/>
                      </a:cubicBezTo>
                      <a:cubicBezTo>
                        <a:pt x="53816" y="1439228"/>
                        <a:pt x="104299" y="1467803"/>
                        <a:pt x="159544" y="1467803"/>
                      </a:cubicBezTo>
                      <a:lnTo>
                        <a:pt x="1490186" y="1467803"/>
                      </a:lnTo>
                      <a:cubicBezTo>
                        <a:pt x="1546384" y="1467803"/>
                        <a:pt x="1595914" y="1439228"/>
                        <a:pt x="1623536" y="1390650"/>
                      </a:cubicBezTo>
                      <a:cubicBezTo>
                        <a:pt x="1651159" y="1342073"/>
                        <a:pt x="1651159" y="1284923"/>
                        <a:pt x="1623536" y="1236345"/>
                      </a:cubicBezTo>
                      <a:lnTo>
                        <a:pt x="958691" y="83820"/>
                      </a:lnTo>
                      <a:cubicBezTo>
                        <a:pt x="931069" y="35243"/>
                        <a:pt x="880586" y="6668"/>
                        <a:pt x="825341" y="6668"/>
                      </a:cubicBezTo>
                      <a:cubicBezTo>
                        <a:pt x="769144" y="6668"/>
                        <a:pt x="719614" y="35243"/>
                        <a:pt x="691039" y="83820"/>
                      </a:cubicBezTo>
                      <a:lnTo>
                        <a:pt x="691039" y="83820"/>
                      </a:lnTo>
                      <a:close/>
                    </a:path>
                  </a:pathLst>
                </a:custGeom>
                <a:grpFill/>
                <a:ln w="9525" cap="flat">
                  <a:noFill/>
                  <a:prstDash val="solid"/>
                  <a:miter/>
                </a:ln>
              </p:spPr>
              <p:txBody>
                <a:bodyPr rtlCol="0" anchor="ctr"/>
                <a:lstStyle/>
                <a:p>
                  <a:endParaRPr lang="en-US" sz="1730"/>
                </a:p>
              </p:txBody>
            </p:sp>
          </p:grpSp>
          <p:sp>
            <p:nvSpPr>
              <p:cNvPr id="15" name="Oval 14">
                <a:extLst>
                  <a:ext uri="{FF2B5EF4-FFF2-40B4-BE49-F238E27FC236}">
                    <a16:creationId xmlns:a16="http://schemas.microsoft.com/office/drawing/2014/main" id="{EBEFECB7-4083-436F-9B0E-F4A5179D71CD}"/>
                  </a:ext>
                </a:extLst>
              </p:cNvPr>
              <p:cNvSpPr/>
              <p:nvPr userDrawn="1"/>
            </p:nvSpPr>
            <p:spPr bwMode="auto">
              <a:xfrm>
                <a:off x="7282905" y="3548967"/>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16" name="Oval 15">
                <a:extLst>
                  <a:ext uri="{FF2B5EF4-FFF2-40B4-BE49-F238E27FC236}">
                    <a16:creationId xmlns:a16="http://schemas.microsoft.com/office/drawing/2014/main" id="{BEB8C8F2-2DD9-4204-9366-0C9D26A0AD87}"/>
                  </a:ext>
                </a:extLst>
              </p:cNvPr>
              <p:cNvSpPr/>
              <p:nvPr userDrawn="1"/>
            </p:nvSpPr>
            <p:spPr bwMode="auto">
              <a:xfrm>
                <a:off x="10896617" y="2909240"/>
                <a:ext cx="124272" cy="12429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17" name="Oval 16">
                <a:extLst>
                  <a:ext uri="{FF2B5EF4-FFF2-40B4-BE49-F238E27FC236}">
                    <a16:creationId xmlns:a16="http://schemas.microsoft.com/office/drawing/2014/main" id="{65AFF4B0-EBFA-4304-9DEC-A90263124089}"/>
                  </a:ext>
                </a:extLst>
              </p:cNvPr>
              <p:cNvSpPr/>
              <p:nvPr userDrawn="1"/>
            </p:nvSpPr>
            <p:spPr bwMode="auto">
              <a:xfrm>
                <a:off x="9437993" y="5187887"/>
                <a:ext cx="124272" cy="124290"/>
              </a:xfrm>
              <a:prstGeom prst="ellipse">
                <a:avLst/>
              </a:prstGeom>
              <a:solidFill>
                <a:schemeClr val="accent5">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18" name="Oval 17">
                <a:extLst>
                  <a:ext uri="{FF2B5EF4-FFF2-40B4-BE49-F238E27FC236}">
                    <a16:creationId xmlns:a16="http://schemas.microsoft.com/office/drawing/2014/main" id="{D73375B9-2A69-4279-BA8B-9EC491045BEE}"/>
                  </a:ext>
                </a:extLst>
              </p:cNvPr>
              <p:cNvSpPr/>
              <p:nvPr userDrawn="1"/>
            </p:nvSpPr>
            <p:spPr bwMode="auto">
              <a:xfrm>
                <a:off x="9087616" y="1541433"/>
                <a:ext cx="124272" cy="124290"/>
              </a:xfrm>
              <a:prstGeom prst="ellipse">
                <a:avLst/>
              </a:prstGeom>
              <a:solidFill>
                <a:schemeClr val="accent5">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19" name="Oval 18">
                <a:extLst>
                  <a:ext uri="{FF2B5EF4-FFF2-40B4-BE49-F238E27FC236}">
                    <a16:creationId xmlns:a16="http://schemas.microsoft.com/office/drawing/2014/main" id="{D8A2E957-C140-4B29-99D3-6FD7746A180A}"/>
                  </a:ext>
                </a:extLst>
              </p:cNvPr>
              <p:cNvSpPr/>
              <p:nvPr userDrawn="1"/>
            </p:nvSpPr>
            <p:spPr bwMode="auto">
              <a:xfrm>
                <a:off x="9052314" y="3314275"/>
                <a:ext cx="229418" cy="22945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20" name="Oval 19">
                <a:extLst>
                  <a:ext uri="{FF2B5EF4-FFF2-40B4-BE49-F238E27FC236}">
                    <a16:creationId xmlns:a16="http://schemas.microsoft.com/office/drawing/2014/main" id="{16300C53-36AA-4E7E-AD14-AC9AE750D286}"/>
                  </a:ext>
                </a:extLst>
              </p:cNvPr>
              <p:cNvSpPr/>
              <p:nvPr userDrawn="1"/>
            </p:nvSpPr>
            <p:spPr bwMode="auto">
              <a:xfrm>
                <a:off x="9104887" y="2889394"/>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21" name="Oval 20">
                <a:extLst>
                  <a:ext uri="{FF2B5EF4-FFF2-40B4-BE49-F238E27FC236}">
                    <a16:creationId xmlns:a16="http://schemas.microsoft.com/office/drawing/2014/main" id="{88B58FA7-A703-425C-9BB9-EBB81A1881A8}"/>
                  </a:ext>
                </a:extLst>
              </p:cNvPr>
              <p:cNvSpPr/>
              <p:nvPr userDrawn="1"/>
            </p:nvSpPr>
            <p:spPr bwMode="auto">
              <a:xfrm>
                <a:off x="9104887" y="3844315"/>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22" name="Oval 21">
                <a:extLst>
                  <a:ext uri="{FF2B5EF4-FFF2-40B4-BE49-F238E27FC236}">
                    <a16:creationId xmlns:a16="http://schemas.microsoft.com/office/drawing/2014/main" id="{D546F9A5-1FE0-4E97-B232-0045AB1672E9}"/>
                  </a:ext>
                </a:extLst>
              </p:cNvPr>
              <p:cNvSpPr/>
              <p:nvPr userDrawn="1"/>
            </p:nvSpPr>
            <p:spPr bwMode="auto">
              <a:xfrm rot="16200000">
                <a:off x="8628699" y="3366864"/>
                <a:ext cx="124290" cy="124272"/>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23" name="Oval 22">
                <a:extLst>
                  <a:ext uri="{FF2B5EF4-FFF2-40B4-BE49-F238E27FC236}">
                    <a16:creationId xmlns:a16="http://schemas.microsoft.com/office/drawing/2014/main" id="{DA46D431-056B-4B33-A543-EB40F0760605}"/>
                  </a:ext>
                </a:extLst>
              </p:cNvPr>
              <p:cNvSpPr/>
              <p:nvPr userDrawn="1"/>
            </p:nvSpPr>
            <p:spPr bwMode="auto">
              <a:xfrm rot="16200000">
                <a:off x="9583486" y="3366864"/>
                <a:ext cx="124290" cy="124272"/>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grpSp>
      </p:grpSp>
    </p:spTree>
    <p:extLst>
      <p:ext uri="{BB962C8B-B14F-4D97-AF65-F5344CB8AC3E}">
        <p14:creationId xmlns:p14="http://schemas.microsoft.com/office/powerpoint/2010/main" val="2810477663"/>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1_Title slide 4 with graphic">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3600" strike="noStrike" spc="-49" baseline="0">
                <a:solidFill>
                  <a:schemeClr val="tx1"/>
                </a:solidFill>
              </a:defRPr>
            </a:lvl1pPr>
          </a:lstStyle>
          <a:p>
            <a:r>
              <a:rPr lang="en-US"/>
              <a:t>Microsoft Azure title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350114"/>
            <a:ext cx="5413394" cy="738664"/>
          </a:xfrm>
          <a:prstGeom prst="rect">
            <a:avLst/>
          </a:prstGeom>
        </p:spPr>
        <p:txBody>
          <a:bodyPr/>
          <a:lstStyle>
            <a:lvl1pPr>
              <a:defRPr sz="1800">
                <a:solidFill>
                  <a:schemeClr val="tx1"/>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pic>
        <p:nvPicPr>
          <p:cNvPr id="2" name="Picture 1" descr="Microsoft Azure logo">
            <a:extLst>
              <a:ext uri="{FF2B5EF4-FFF2-40B4-BE49-F238E27FC236}">
                <a16:creationId xmlns:a16="http://schemas.microsoft.com/office/drawing/2014/main" id="{FA6DB1E0-DB27-42BC-BA66-1A760537ACFA}"/>
              </a:ext>
            </a:extLst>
          </p:cNvPr>
          <p:cNvPicPr>
            <a:picLocks noChangeAspect="1"/>
          </p:cNvPicPr>
          <p:nvPr userDrawn="1"/>
        </p:nvPicPr>
        <p:blipFill>
          <a:blip r:embed="rId2"/>
          <a:stretch>
            <a:fillRect/>
          </a:stretch>
        </p:blipFill>
        <p:spPr>
          <a:xfrm>
            <a:off x="136885" y="159691"/>
            <a:ext cx="2635247" cy="871753"/>
          </a:xfrm>
          <a:prstGeom prst="rect">
            <a:avLst/>
          </a:prstGeom>
        </p:spPr>
      </p:pic>
      <p:sp>
        <p:nvSpPr>
          <p:cNvPr id="50" name="Rectangle 49">
            <a:extLst>
              <a:ext uri="{FF2B5EF4-FFF2-40B4-BE49-F238E27FC236}">
                <a16:creationId xmlns:a16="http://schemas.microsoft.com/office/drawing/2014/main" id="{37A90BB7-A791-4B6C-91BF-8EF300476D7D}"/>
              </a:ext>
            </a:extLst>
          </p:cNvPr>
          <p:cNvSpPr/>
          <p:nvPr userDrawn="1"/>
        </p:nvSpPr>
        <p:spPr bwMode="auto">
          <a:xfrm>
            <a:off x="6229842" y="0"/>
            <a:ext cx="5962158"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pic>
        <p:nvPicPr>
          <p:cNvPr id="51" name="Picture 50">
            <a:extLst>
              <a:ext uri="{FF2B5EF4-FFF2-40B4-BE49-F238E27FC236}">
                <a16:creationId xmlns:a16="http://schemas.microsoft.com/office/drawing/2014/main" id="{C19A079F-8B9D-449D-B420-F4EF7A1D5E94}"/>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a:stretch/>
        </p:blipFill>
        <p:spPr>
          <a:xfrm>
            <a:off x="6111901" y="0"/>
            <a:ext cx="6080099" cy="6858000"/>
          </a:xfrm>
          <a:prstGeom prst="rect">
            <a:avLst/>
          </a:prstGeom>
        </p:spPr>
      </p:pic>
      <p:grpSp>
        <p:nvGrpSpPr>
          <p:cNvPr id="52" name="Graphic 1">
            <a:extLst>
              <a:ext uri="{FF2B5EF4-FFF2-40B4-BE49-F238E27FC236}">
                <a16:creationId xmlns:a16="http://schemas.microsoft.com/office/drawing/2014/main" id="{5A01E4FF-5A22-4C56-92F1-ED8F3BCB3235}"/>
              </a:ext>
            </a:extLst>
          </p:cNvPr>
          <p:cNvGrpSpPr/>
          <p:nvPr userDrawn="1"/>
        </p:nvGrpSpPr>
        <p:grpSpPr>
          <a:xfrm>
            <a:off x="6600946" y="859776"/>
            <a:ext cx="5148588" cy="5138447"/>
            <a:chOff x="5179859" y="2459480"/>
            <a:chExt cx="2077534" cy="2073148"/>
          </a:xfrm>
          <a:gradFill>
            <a:gsLst>
              <a:gs pos="100000">
                <a:schemeClr val="tx2"/>
              </a:gs>
              <a:gs pos="23000">
                <a:schemeClr val="accent5"/>
              </a:gs>
            </a:gsLst>
            <a:lin ang="10800000" scaled="1"/>
          </a:gradFill>
        </p:grpSpPr>
        <p:sp>
          <p:nvSpPr>
            <p:cNvPr id="53" name="Freeform: Shape 52">
              <a:extLst>
                <a:ext uri="{FF2B5EF4-FFF2-40B4-BE49-F238E27FC236}">
                  <a16:creationId xmlns:a16="http://schemas.microsoft.com/office/drawing/2014/main" id="{C711E0EF-4FC5-4891-9FB4-432207A728CB}"/>
                </a:ext>
              </a:extLst>
            </p:cNvPr>
            <p:cNvSpPr/>
            <p:nvPr/>
          </p:nvSpPr>
          <p:spPr>
            <a:xfrm>
              <a:off x="5496685" y="2820334"/>
              <a:ext cx="1592644" cy="1616092"/>
            </a:xfrm>
            <a:custGeom>
              <a:avLst/>
              <a:gdLst>
                <a:gd name="connsiteX0" fmla="*/ 1132079 w 1592644"/>
                <a:gd name="connsiteY0" fmla="*/ 1616093 h 1616092"/>
                <a:gd name="connsiteX1" fmla="*/ 1023494 w 1592644"/>
                <a:gd name="connsiteY1" fmla="*/ 1573230 h 1616092"/>
                <a:gd name="connsiteX2" fmla="*/ 50991 w 1592644"/>
                <a:gd name="connsiteY2" fmla="*/ 665498 h 1616092"/>
                <a:gd name="connsiteX3" fmla="*/ 4319 w 1592644"/>
                <a:gd name="connsiteY3" fmla="*/ 513098 h 1616092"/>
                <a:gd name="connsiteX4" fmla="*/ 112904 w 1592644"/>
                <a:gd name="connsiteY4" fmla="*/ 395940 h 1616092"/>
                <a:gd name="connsiteX5" fmla="*/ 1385444 w 1592644"/>
                <a:gd name="connsiteY5" fmla="*/ 7320 h 1616092"/>
                <a:gd name="connsiteX6" fmla="*/ 1541654 w 1592644"/>
                <a:gd name="connsiteY6" fmla="*/ 43515 h 1616092"/>
                <a:gd name="connsiteX7" fmla="*/ 1588326 w 1592644"/>
                <a:gd name="connsiteY7" fmla="*/ 195915 h 1616092"/>
                <a:gd name="connsiteX8" fmla="*/ 1289241 w 1592644"/>
                <a:gd name="connsiteY8" fmla="*/ 1492268 h 1616092"/>
                <a:gd name="connsiteX9" fmla="*/ 1180656 w 1592644"/>
                <a:gd name="connsiteY9" fmla="*/ 1609425 h 1616092"/>
                <a:gd name="connsiteX10" fmla="*/ 1132079 w 1592644"/>
                <a:gd name="connsiteY10" fmla="*/ 1616093 h 1616092"/>
                <a:gd name="connsiteX11" fmla="*/ 54801 w 1592644"/>
                <a:gd name="connsiteY11" fmla="*/ 661688 h 1616092"/>
                <a:gd name="connsiteX12" fmla="*/ 1028256 w 1592644"/>
                <a:gd name="connsiteY12" fmla="*/ 1569420 h 1616092"/>
                <a:gd name="connsiteX13" fmla="*/ 1178751 w 1592644"/>
                <a:gd name="connsiteY13" fmla="*/ 1603710 h 1616092"/>
                <a:gd name="connsiteX14" fmla="*/ 1284479 w 1592644"/>
                <a:gd name="connsiteY14" fmla="*/ 1490363 h 1616092"/>
                <a:gd name="connsiteX15" fmla="*/ 1583564 w 1592644"/>
                <a:gd name="connsiteY15" fmla="*/ 194010 h 1616092"/>
                <a:gd name="connsiteX16" fmla="*/ 1538796 w 1592644"/>
                <a:gd name="connsiteY16" fmla="*/ 46373 h 1616092"/>
                <a:gd name="connsiteX17" fmla="*/ 1388301 w 1592644"/>
                <a:gd name="connsiteY17" fmla="*/ 12083 h 1616092"/>
                <a:gd name="connsiteX18" fmla="*/ 114809 w 1592644"/>
                <a:gd name="connsiteY18" fmla="*/ 401655 h 1616092"/>
                <a:gd name="connsiteX19" fmla="*/ 9081 w 1592644"/>
                <a:gd name="connsiteY19" fmla="*/ 515003 h 1616092"/>
                <a:gd name="connsiteX20" fmla="*/ 54801 w 1592644"/>
                <a:gd name="connsiteY20" fmla="*/ 661688 h 1616092"/>
                <a:gd name="connsiteX21" fmla="*/ 54801 w 1592644"/>
                <a:gd name="connsiteY21" fmla="*/ 661688 h 1616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644" h="1616092">
                  <a:moveTo>
                    <a:pt x="1132079" y="1616093"/>
                  </a:moveTo>
                  <a:cubicBezTo>
                    <a:pt x="1092074" y="1616093"/>
                    <a:pt x="1053974" y="1600853"/>
                    <a:pt x="1023494" y="1573230"/>
                  </a:cubicBezTo>
                  <a:lnTo>
                    <a:pt x="50991" y="665498"/>
                  </a:lnTo>
                  <a:cubicBezTo>
                    <a:pt x="9081" y="626445"/>
                    <a:pt x="-9016" y="569295"/>
                    <a:pt x="4319" y="513098"/>
                  </a:cubicBezTo>
                  <a:cubicBezTo>
                    <a:pt x="17654" y="456900"/>
                    <a:pt x="57659" y="413085"/>
                    <a:pt x="112904" y="395940"/>
                  </a:cubicBezTo>
                  <a:lnTo>
                    <a:pt x="1385444" y="7320"/>
                  </a:lnTo>
                  <a:cubicBezTo>
                    <a:pt x="1440689" y="-9825"/>
                    <a:pt x="1498791" y="3510"/>
                    <a:pt x="1541654" y="43515"/>
                  </a:cubicBezTo>
                  <a:cubicBezTo>
                    <a:pt x="1583564" y="82568"/>
                    <a:pt x="1601661" y="139718"/>
                    <a:pt x="1588326" y="195915"/>
                  </a:cubicBezTo>
                  <a:lnTo>
                    <a:pt x="1289241" y="1492268"/>
                  </a:lnTo>
                  <a:cubicBezTo>
                    <a:pt x="1275906" y="1548465"/>
                    <a:pt x="1235901" y="1592280"/>
                    <a:pt x="1180656" y="1609425"/>
                  </a:cubicBezTo>
                  <a:cubicBezTo>
                    <a:pt x="1163511" y="1614188"/>
                    <a:pt x="1148271" y="1616093"/>
                    <a:pt x="1132079" y="1616093"/>
                  </a:cubicBezTo>
                  <a:close/>
                  <a:moveTo>
                    <a:pt x="54801" y="661688"/>
                  </a:moveTo>
                  <a:lnTo>
                    <a:pt x="1028256" y="1569420"/>
                  </a:lnTo>
                  <a:cubicBezTo>
                    <a:pt x="1069214" y="1607520"/>
                    <a:pt x="1125411" y="1620855"/>
                    <a:pt x="1178751" y="1603710"/>
                  </a:cubicBezTo>
                  <a:cubicBezTo>
                    <a:pt x="1232091" y="1587518"/>
                    <a:pt x="1271144" y="1545608"/>
                    <a:pt x="1284479" y="1490363"/>
                  </a:cubicBezTo>
                  <a:lnTo>
                    <a:pt x="1583564" y="194010"/>
                  </a:lnTo>
                  <a:cubicBezTo>
                    <a:pt x="1595946" y="139718"/>
                    <a:pt x="1578801" y="84473"/>
                    <a:pt x="1538796" y="46373"/>
                  </a:cubicBezTo>
                  <a:cubicBezTo>
                    <a:pt x="1497839" y="8273"/>
                    <a:pt x="1441641" y="-5062"/>
                    <a:pt x="1388301" y="12083"/>
                  </a:cubicBezTo>
                  <a:lnTo>
                    <a:pt x="114809" y="401655"/>
                  </a:lnTo>
                  <a:cubicBezTo>
                    <a:pt x="61469" y="417848"/>
                    <a:pt x="22416" y="459758"/>
                    <a:pt x="9081" y="515003"/>
                  </a:cubicBezTo>
                  <a:cubicBezTo>
                    <a:pt x="-3301" y="568343"/>
                    <a:pt x="13844" y="623588"/>
                    <a:pt x="54801" y="661688"/>
                  </a:cubicBezTo>
                  <a:lnTo>
                    <a:pt x="54801" y="661688"/>
                  </a:lnTo>
                  <a:close/>
                </a:path>
              </a:pathLst>
            </a:custGeom>
            <a:grpFill/>
            <a:ln w="9525" cap="flat">
              <a:noFill/>
              <a:prstDash val="solid"/>
              <a:miter/>
            </a:ln>
          </p:spPr>
          <p:txBody>
            <a:bodyPr rtlCol="0" anchor="ctr"/>
            <a:lstStyle/>
            <a:p>
              <a:endParaRPr lang="en-US" sz="1730"/>
            </a:p>
          </p:txBody>
        </p:sp>
        <p:sp>
          <p:nvSpPr>
            <p:cNvPr id="54" name="Freeform: Shape 53">
              <a:extLst>
                <a:ext uri="{FF2B5EF4-FFF2-40B4-BE49-F238E27FC236}">
                  <a16:creationId xmlns:a16="http://schemas.microsoft.com/office/drawing/2014/main" id="{EE57641A-AF3E-400C-8AA7-F20209F92A70}"/>
                </a:ext>
              </a:extLst>
            </p:cNvPr>
            <p:cNvSpPr/>
            <p:nvPr/>
          </p:nvSpPr>
          <p:spPr>
            <a:xfrm>
              <a:off x="5569965" y="3033304"/>
              <a:ext cx="1648967" cy="1494562"/>
            </a:xfrm>
            <a:custGeom>
              <a:avLst/>
              <a:gdLst>
                <a:gd name="connsiteX0" fmla="*/ 784479 w 1648967"/>
                <a:gd name="connsiteY0" fmla="*/ 1494562 h 1494562"/>
                <a:gd name="connsiteX1" fmla="*/ 778764 w 1648967"/>
                <a:gd name="connsiteY1" fmla="*/ 1494562 h 1494562"/>
                <a:gd name="connsiteX2" fmla="*/ 643509 w 1648967"/>
                <a:gd name="connsiteY2" fmla="*/ 1409790 h 1494562"/>
                <a:gd name="connsiteX3" fmla="*/ 18669 w 1648967"/>
                <a:gd name="connsiteY3" fmla="*/ 235357 h 1494562"/>
                <a:gd name="connsiteX4" fmla="*/ 18669 w 1648967"/>
                <a:gd name="connsiteY4" fmla="*/ 235357 h 1494562"/>
                <a:gd name="connsiteX5" fmla="*/ 24384 w 1648967"/>
                <a:gd name="connsiteY5" fmla="*/ 75337 h 1494562"/>
                <a:gd name="connsiteX6" fmla="*/ 165354 w 1648967"/>
                <a:gd name="connsiteY6" fmla="*/ 90 h 1494562"/>
                <a:gd name="connsiteX7" fmla="*/ 1495044 w 1648967"/>
                <a:gd name="connsiteY7" fmla="*/ 46762 h 1494562"/>
                <a:gd name="connsiteX8" fmla="*/ 1630299 w 1648967"/>
                <a:gd name="connsiteY8" fmla="*/ 131535 h 1494562"/>
                <a:gd name="connsiteX9" fmla="*/ 1624584 w 1648967"/>
                <a:gd name="connsiteY9" fmla="*/ 291555 h 1494562"/>
                <a:gd name="connsiteX10" fmla="*/ 919734 w 1648967"/>
                <a:gd name="connsiteY10" fmla="*/ 1419315 h 1494562"/>
                <a:gd name="connsiteX11" fmla="*/ 784479 w 1648967"/>
                <a:gd name="connsiteY11" fmla="*/ 1494562 h 1494562"/>
                <a:gd name="connsiteX12" fmla="*/ 158686 w 1648967"/>
                <a:gd name="connsiteY12" fmla="*/ 5805 h 1494562"/>
                <a:gd name="connsiteX13" fmla="*/ 28194 w 1648967"/>
                <a:gd name="connsiteY13" fmla="*/ 78195 h 1494562"/>
                <a:gd name="connsiteX14" fmla="*/ 22479 w 1648967"/>
                <a:gd name="connsiteY14" fmla="*/ 232500 h 1494562"/>
                <a:gd name="connsiteX15" fmla="*/ 22479 w 1648967"/>
                <a:gd name="connsiteY15" fmla="*/ 232500 h 1494562"/>
                <a:gd name="connsiteX16" fmla="*/ 647319 w 1648967"/>
                <a:gd name="connsiteY16" fmla="*/ 1406932 h 1494562"/>
                <a:gd name="connsiteX17" fmla="*/ 777812 w 1648967"/>
                <a:gd name="connsiteY17" fmla="*/ 1488847 h 1494562"/>
                <a:gd name="connsiteX18" fmla="*/ 914019 w 1648967"/>
                <a:gd name="connsiteY18" fmla="*/ 1416457 h 1494562"/>
                <a:gd name="connsiteX19" fmla="*/ 1618869 w 1648967"/>
                <a:gd name="connsiteY19" fmla="*/ 288697 h 1494562"/>
                <a:gd name="connsiteX20" fmla="*/ 1624584 w 1648967"/>
                <a:gd name="connsiteY20" fmla="*/ 134392 h 1494562"/>
                <a:gd name="connsiteX21" fmla="*/ 1494092 w 1648967"/>
                <a:gd name="connsiteY21" fmla="*/ 52477 h 1494562"/>
                <a:gd name="connsiteX22" fmla="*/ 164402 w 1648967"/>
                <a:gd name="connsiteY22" fmla="*/ 5805 h 1494562"/>
                <a:gd name="connsiteX23" fmla="*/ 158686 w 1648967"/>
                <a:gd name="connsiteY23" fmla="*/ 5805 h 149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8967" h="1494562">
                  <a:moveTo>
                    <a:pt x="784479" y="1494562"/>
                  </a:moveTo>
                  <a:cubicBezTo>
                    <a:pt x="782574" y="1494562"/>
                    <a:pt x="780669" y="1494562"/>
                    <a:pt x="778764" y="1494562"/>
                  </a:cubicBezTo>
                  <a:cubicBezTo>
                    <a:pt x="720662" y="1492657"/>
                    <a:pt x="670179" y="1461225"/>
                    <a:pt x="643509" y="1409790"/>
                  </a:cubicBezTo>
                  <a:lnTo>
                    <a:pt x="18669" y="235357"/>
                  </a:lnTo>
                  <a:lnTo>
                    <a:pt x="18669" y="235357"/>
                  </a:lnTo>
                  <a:cubicBezTo>
                    <a:pt x="-8001" y="183922"/>
                    <a:pt x="-6096" y="124867"/>
                    <a:pt x="24384" y="75337"/>
                  </a:cubicBezTo>
                  <a:cubicBezTo>
                    <a:pt x="54864" y="26760"/>
                    <a:pt x="107252" y="-1815"/>
                    <a:pt x="165354" y="90"/>
                  </a:cubicBezTo>
                  <a:lnTo>
                    <a:pt x="1495044" y="46762"/>
                  </a:lnTo>
                  <a:cubicBezTo>
                    <a:pt x="1553147" y="48667"/>
                    <a:pt x="1603629" y="80100"/>
                    <a:pt x="1630299" y="131535"/>
                  </a:cubicBezTo>
                  <a:cubicBezTo>
                    <a:pt x="1656969" y="182970"/>
                    <a:pt x="1655064" y="242025"/>
                    <a:pt x="1624584" y="291555"/>
                  </a:cubicBezTo>
                  <a:lnTo>
                    <a:pt x="919734" y="1419315"/>
                  </a:lnTo>
                  <a:cubicBezTo>
                    <a:pt x="890206" y="1466940"/>
                    <a:pt x="839724" y="1494562"/>
                    <a:pt x="784479" y="1494562"/>
                  </a:cubicBezTo>
                  <a:close/>
                  <a:moveTo>
                    <a:pt x="158686" y="5805"/>
                  </a:moveTo>
                  <a:cubicBezTo>
                    <a:pt x="105347" y="5805"/>
                    <a:pt x="56769" y="32475"/>
                    <a:pt x="28194" y="78195"/>
                  </a:cubicBezTo>
                  <a:cubicBezTo>
                    <a:pt x="-1334" y="125820"/>
                    <a:pt x="-3239" y="182970"/>
                    <a:pt x="22479" y="232500"/>
                  </a:cubicBezTo>
                  <a:lnTo>
                    <a:pt x="22479" y="232500"/>
                  </a:lnTo>
                  <a:lnTo>
                    <a:pt x="647319" y="1406932"/>
                  </a:lnTo>
                  <a:cubicBezTo>
                    <a:pt x="673989" y="1456462"/>
                    <a:pt x="722567" y="1486942"/>
                    <a:pt x="777812" y="1488847"/>
                  </a:cubicBezTo>
                  <a:cubicBezTo>
                    <a:pt x="834009" y="1490752"/>
                    <a:pt x="884492" y="1464082"/>
                    <a:pt x="914019" y="1416457"/>
                  </a:cubicBezTo>
                  <a:lnTo>
                    <a:pt x="1618869" y="288697"/>
                  </a:lnTo>
                  <a:cubicBezTo>
                    <a:pt x="1648397" y="241072"/>
                    <a:pt x="1650302" y="183922"/>
                    <a:pt x="1624584" y="134392"/>
                  </a:cubicBezTo>
                  <a:cubicBezTo>
                    <a:pt x="1597914" y="84862"/>
                    <a:pt x="1549337" y="54382"/>
                    <a:pt x="1494092" y="52477"/>
                  </a:cubicBezTo>
                  <a:lnTo>
                    <a:pt x="164402" y="5805"/>
                  </a:lnTo>
                  <a:cubicBezTo>
                    <a:pt x="162497" y="5805"/>
                    <a:pt x="160592" y="5805"/>
                    <a:pt x="158686" y="5805"/>
                  </a:cubicBezTo>
                  <a:close/>
                </a:path>
              </a:pathLst>
            </a:custGeom>
            <a:grpFill/>
            <a:ln w="9525" cap="flat">
              <a:noFill/>
              <a:prstDash val="solid"/>
              <a:miter/>
            </a:ln>
          </p:spPr>
          <p:txBody>
            <a:bodyPr rtlCol="0" anchor="ctr"/>
            <a:lstStyle/>
            <a:p>
              <a:endParaRPr lang="en-US" sz="1730"/>
            </a:p>
          </p:txBody>
        </p:sp>
        <p:sp>
          <p:nvSpPr>
            <p:cNvPr id="55" name="Freeform: Shape 54">
              <a:extLst>
                <a:ext uri="{FF2B5EF4-FFF2-40B4-BE49-F238E27FC236}">
                  <a16:creationId xmlns:a16="http://schemas.microsoft.com/office/drawing/2014/main" id="{512C9A55-F38D-4E3B-9DE0-DD7DDD71FA33}"/>
                </a:ext>
              </a:extLst>
            </p:cNvPr>
            <p:cNvSpPr/>
            <p:nvPr/>
          </p:nvSpPr>
          <p:spPr>
            <a:xfrm>
              <a:off x="5695335" y="2890984"/>
              <a:ext cx="1562058" cy="1634024"/>
            </a:xfrm>
            <a:custGeom>
              <a:avLst/>
              <a:gdLst>
                <a:gd name="connsiteX0" fmla="*/ 368597 w 1562058"/>
                <a:gd name="connsiteY0" fmla="*/ 1634025 h 1634024"/>
                <a:gd name="connsiteX1" fmla="*/ 310494 w 1562058"/>
                <a:gd name="connsiteY1" fmla="*/ 1623547 h 1634024"/>
                <a:gd name="connsiteX2" fmla="*/ 209529 w 1562058"/>
                <a:gd name="connsiteY2" fmla="*/ 1499722 h 1634024"/>
                <a:gd name="connsiteX3" fmla="*/ 1884 w 1562058"/>
                <a:gd name="connsiteY3" fmla="*/ 185272 h 1634024"/>
                <a:gd name="connsiteX4" fmla="*/ 59034 w 1562058"/>
                <a:gd name="connsiteY4" fmla="*/ 35730 h 1634024"/>
                <a:gd name="connsiteX5" fmla="*/ 217149 w 1562058"/>
                <a:gd name="connsiteY5" fmla="*/ 10965 h 1634024"/>
                <a:gd name="connsiteX6" fmla="*/ 1459210 w 1562058"/>
                <a:gd name="connsiteY6" fmla="*/ 488167 h 1634024"/>
                <a:gd name="connsiteX7" fmla="*/ 1560174 w 1562058"/>
                <a:gd name="connsiteY7" fmla="*/ 611992 h 1634024"/>
                <a:gd name="connsiteX8" fmla="*/ 1503024 w 1562058"/>
                <a:gd name="connsiteY8" fmla="*/ 761535 h 1634024"/>
                <a:gd name="connsiteX9" fmla="*/ 469562 w 1562058"/>
                <a:gd name="connsiteY9" fmla="*/ 1598782 h 1634024"/>
                <a:gd name="connsiteX10" fmla="*/ 368597 w 1562058"/>
                <a:gd name="connsiteY10" fmla="*/ 1634025 h 1634024"/>
                <a:gd name="connsiteX11" fmla="*/ 159047 w 1562058"/>
                <a:gd name="connsiteY11" fmla="*/ 5250 h 1634024"/>
                <a:gd name="connsiteX12" fmla="*/ 62844 w 1562058"/>
                <a:gd name="connsiteY12" fmla="*/ 39540 h 1634024"/>
                <a:gd name="connsiteX13" fmla="*/ 7599 w 1562058"/>
                <a:gd name="connsiteY13" fmla="*/ 183367 h 1634024"/>
                <a:gd name="connsiteX14" fmla="*/ 215244 w 1562058"/>
                <a:gd name="connsiteY14" fmla="*/ 1497818 h 1634024"/>
                <a:gd name="connsiteX15" fmla="*/ 312399 w 1562058"/>
                <a:gd name="connsiteY15" fmla="*/ 1617832 h 1634024"/>
                <a:gd name="connsiteX16" fmla="*/ 464799 w 1562058"/>
                <a:gd name="connsiteY16" fmla="*/ 1594020 h 1634024"/>
                <a:gd name="connsiteX17" fmla="*/ 1498262 w 1562058"/>
                <a:gd name="connsiteY17" fmla="*/ 756772 h 1634024"/>
                <a:gd name="connsiteX18" fmla="*/ 1553507 w 1562058"/>
                <a:gd name="connsiteY18" fmla="*/ 612945 h 1634024"/>
                <a:gd name="connsiteX19" fmla="*/ 1456352 w 1562058"/>
                <a:gd name="connsiteY19" fmla="*/ 492930 h 1634024"/>
                <a:gd name="connsiteX20" fmla="*/ 215244 w 1562058"/>
                <a:gd name="connsiteY20" fmla="*/ 15727 h 1634024"/>
                <a:gd name="connsiteX21" fmla="*/ 159047 w 1562058"/>
                <a:gd name="connsiteY21" fmla="*/ 5250 h 163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2058" h="1634024">
                  <a:moveTo>
                    <a:pt x="368597" y="1634025"/>
                  </a:moveTo>
                  <a:cubicBezTo>
                    <a:pt x="349547" y="1634025"/>
                    <a:pt x="329544" y="1630215"/>
                    <a:pt x="310494" y="1623547"/>
                  </a:cubicBezTo>
                  <a:cubicBezTo>
                    <a:pt x="256202" y="1602593"/>
                    <a:pt x="219054" y="1556872"/>
                    <a:pt x="209529" y="1499722"/>
                  </a:cubicBezTo>
                  <a:lnTo>
                    <a:pt x="1884" y="185272"/>
                  </a:lnTo>
                  <a:cubicBezTo>
                    <a:pt x="-6688" y="128122"/>
                    <a:pt x="14267" y="72877"/>
                    <a:pt x="59034" y="35730"/>
                  </a:cubicBezTo>
                  <a:cubicBezTo>
                    <a:pt x="103802" y="-465"/>
                    <a:pt x="162857" y="-9990"/>
                    <a:pt x="217149" y="10965"/>
                  </a:cubicBezTo>
                  <a:lnTo>
                    <a:pt x="1459210" y="488167"/>
                  </a:lnTo>
                  <a:cubicBezTo>
                    <a:pt x="1513502" y="509122"/>
                    <a:pt x="1550649" y="554842"/>
                    <a:pt x="1560174" y="611992"/>
                  </a:cubicBezTo>
                  <a:cubicBezTo>
                    <a:pt x="1568747" y="669142"/>
                    <a:pt x="1547792" y="724387"/>
                    <a:pt x="1503024" y="761535"/>
                  </a:cubicBezTo>
                  <a:lnTo>
                    <a:pt x="469562" y="1598782"/>
                  </a:lnTo>
                  <a:cubicBezTo>
                    <a:pt x="439082" y="1621643"/>
                    <a:pt x="404792" y="1634025"/>
                    <a:pt x="368597" y="1634025"/>
                  </a:cubicBezTo>
                  <a:close/>
                  <a:moveTo>
                    <a:pt x="159047" y="5250"/>
                  </a:moveTo>
                  <a:cubicBezTo>
                    <a:pt x="124757" y="5250"/>
                    <a:pt x="90467" y="16680"/>
                    <a:pt x="62844" y="39540"/>
                  </a:cubicBezTo>
                  <a:cubicBezTo>
                    <a:pt x="19029" y="74782"/>
                    <a:pt x="-973" y="128122"/>
                    <a:pt x="7599" y="183367"/>
                  </a:cubicBezTo>
                  <a:lnTo>
                    <a:pt x="215244" y="1497818"/>
                  </a:lnTo>
                  <a:cubicBezTo>
                    <a:pt x="223817" y="1553062"/>
                    <a:pt x="260012" y="1597830"/>
                    <a:pt x="312399" y="1617832"/>
                  </a:cubicBezTo>
                  <a:cubicBezTo>
                    <a:pt x="364787" y="1637835"/>
                    <a:pt x="421937" y="1629262"/>
                    <a:pt x="464799" y="1594020"/>
                  </a:cubicBezTo>
                  <a:lnTo>
                    <a:pt x="1498262" y="756772"/>
                  </a:lnTo>
                  <a:cubicBezTo>
                    <a:pt x="1542077" y="721530"/>
                    <a:pt x="1562080" y="668190"/>
                    <a:pt x="1553507" y="612945"/>
                  </a:cubicBezTo>
                  <a:cubicBezTo>
                    <a:pt x="1544935" y="557700"/>
                    <a:pt x="1508740" y="512932"/>
                    <a:pt x="1456352" y="492930"/>
                  </a:cubicBezTo>
                  <a:lnTo>
                    <a:pt x="215244" y="15727"/>
                  </a:lnTo>
                  <a:cubicBezTo>
                    <a:pt x="197147" y="9060"/>
                    <a:pt x="178097" y="5250"/>
                    <a:pt x="159047" y="5250"/>
                  </a:cubicBezTo>
                  <a:close/>
                </a:path>
              </a:pathLst>
            </a:custGeom>
            <a:grpFill/>
            <a:ln w="9525" cap="flat">
              <a:noFill/>
              <a:prstDash val="solid"/>
              <a:miter/>
            </a:ln>
          </p:spPr>
          <p:txBody>
            <a:bodyPr rtlCol="0" anchor="ctr"/>
            <a:lstStyle/>
            <a:p>
              <a:endParaRPr lang="en-US" sz="1730"/>
            </a:p>
          </p:txBody>
        </p:sp>
        <p:sp>
          <p:nvSpPr>
            <p:cNvPr id="56" name="Freeform: Shape 55">
              <a:extLst>
                <a:ext uri="{FF2B5EF4-FFF2-40B4-BE49-F238E27FC236}">
                  <a16:creationId xmlns:a16="http://schemas.microsoft.com/office/drawing/2014/main" id="{7E03F946-CF4F-4204-BF2F-E0902150AD1D}"/>
                </a:ext>
              </a:extLst>
            </p:cNvPr>
            <p:cNvSpPr/>
            <p:nvPr/>
          </p:nvSpPr>
          <p:spPr>
            <a:xfrm>
              <a:off x="5630741" y="2796715"/>
              <a:ext cx="1568373" cy="1631138"/>
            </a:xfrm>
            <a:custGeom>
              <a:avLst/>
              <a:gdLst>
                <a:gd name="connsiteX0" fmla="*/ 158870 w 1568373"/>
                <a:gd name="connsiteY0" fmla="*/ 1631139 h 1631138"/>
                <a:gd name="connsiteX1" fmla="*/ 56953 w 1568373"/>
                <a:gd name="connsiteY1" fmla="*/ 1593991 h 1631138"/>
                <a:gd name="connsiteX2" fmla="*/ 2660 w 1568373"/>
                <a:gd name="connsiteY2" fmla="*/ 1443496 h 1631138"/>
                <a:gd name="connsiteX3" fmla="*/ 232213 w 1568373"/>
                <a:gd name="connsiteY3" fmla="*/ 132856 h 1631138"/>
                <a:gd name="connsiteX4" fmla="*/ 335083 w 1568373"/>
                <a:gd name="connsiteY4" fmla="*/ 9984 h 1631138"/>
                <a:gd name="connsiteX5" fmla="*/ 492246 w 1568373"/>
                <a:gd name="connsiteY5" fmla="*/ 37606 h 1631138"/>
                <a:gd name="connsiteX6" fmla="*/ 1511421 w 1568373"/>
                <a:gd name="connsiteY6" fmla="*/ 892951 h 1631138"/>
                <a:gd name="connsiteX7" fmla="*/ 1565713 w 1568373"/>
                <a:gd name="connsiteY7" fmla="*/ 1043446 h 1631138"/>
                <a:gd name="connsiteX8" fmla="*/ 1462843 w 1568373"/>
                <a:gd name="connsiteY8" fmla="*/ 1166319 h 1631138"/>
                <a:gd name="connsiteX9" fmla="*/ 214116 w 1568373"/>
                <a:gd name="connsiteY9" fmla="*/ 1620662 h 1631138"/>
                <a:gd name="connsiteX10" fmla="*/ 158870 w 1568373"/>
                <a:gd name="connsiteY10" fmla="*/ 1631139 h 1631138"/>
                <a:gd name="connsiteX11" fmla="*/ 390328 w 1568373"/>
                <a:gd name="connsiteY11" fmla="*/ 6174 h 1631138"/>
                <a:gd name="connsiteX12" fmla="*/ 336988 w 1568373"/>
                <a:gd name="connsiteY12" fmla="*/ 15699 h 1631138"/>
                <a:gd name="connsiteX13" fmla="*/ 237928 w 1568373"/>
                <a:gd name="connsiteY13" fmla="*/ 133809 h 1631138"/>
                <a:gd name="connsiteX14" fmla="*/ 7423 w 1568373"/>
                <a:gd name="connsiteY14" fmla="*/ 1444449 h 1631138"/>
                <a:gd name="connsiteX15" fmla="*/ 59810 w 1568373"/>
                <a:gd name="connsiteY15" fmla="*/ 1589229 h 1631138"/>
                <a:gd name="connsiteX16" fmla="*/ 212210 w 1568373"/>
                <a:gd name="connsiteY16" fmla="*/ 1615899 h 1631138"/>
                <a:gd name="connsiteX17" fmla="*/ 1461891 w 1568373"/>
                <a:gd name="connsiteY17" fmla="*/ 1160604 h 1631138"/>
                <a:gd name="connsiteX18" fmla="*/ 1560951 w 1568373"/>
                <a:gd name="connsiteY18" fmla="*/ 1042494 h 1631138"/>
                <a:gd name="connsiteX19" fmla="*/ 1508563 w 1568373"/>
                <a:gd name="connsiteY19" fmla="*/ 897714 h 1631138"/>
                <a:gd name="connsiteX20" fmla="*/ 489388 w 1568373"/>
                <a:gd name="connsiteY20" fmla="*/ 42369 h 1631138"/>
                <a:gd name="connsiteX21" fmla="*/ 390328 w 1568373"/>
                <a:gd name="connsiteY21" fmla="*/ 6174 h 1631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8373" h="1631138">
                  <a:moveTo>
                    <a:pt x="158870" y="1631139"/>
                  </a:moveTo>
                  <a:cubicBezTo>
                    <a:pt x="121723" y="1631139"/>
                    <a:pt x="86481" y="1617804"/>
                    <a:pt x="56953" y="1593991"/>
                  </a:cubicBezTo>
                  <a:cubicBezTo>
                    <a:pt x="13138" y="1556844"/>
                    <a:pt x="-7817" y="1500646"/>
                    <a:pt x="2660" y="1443496"/>
                  </a:cubicBezTo>
                  <a:lnTo>
                    <a:pt x="232213" y="132856"/>
                  </a:lnTo>
                  <a:cubicBezTo>
                    <a:pt x="242691" y="75706"/>
                    <a:pt x="280791" y="29986"/>
                    <a:pt x="335083" y="9984"/>
                  </a:cubicBezTo>
                  <a:cubicBezTo>
                    <a:pt x="389375" y="-10019"/>
                    <a:pt x="448431" y="459"/>
                    <a:pt x="492246" y="37606"/>
                  </a:cubicBezTo>
                  <a:lnTo>
                    <a:pt x="1511421" y="892951"/>
                  </a:lnTo>
                  <a:cubicBezTo>
                    <a:pt x="1555236" y="930099"/>
                    <a:pt x="1576191" y="986296"/>
                    <a:pt x="1565713" y="1043446"/>
                  </a:cubicBezTo>
                  <a:cubicBezTo>
                    <a:pt x="1555236" y="1100596"/>
                    <a:pt x="1517136" y="1146316"/>
                    <a:pt x="1462843" y="1166319"/>
                  </a:cubicBezTo>
                  <a:lnTo>
                    <a:pt x="214116" y="1620662"/>
                  </a:lnTo>
                  <a:cubicBezTo>
                    <a:pt x="196018" y="1627329"/>
                    <a:pt x="176968" y="1631139"/>
                    <a:pt x="158870" y="1631139"/>
                  </a:cubicBezTo>
                  <a:close/>
                  <a:moveTo>
                    <a:pt x="390328" y="6174"/>
                  </a:moveTo>
                  <a:cubicBezTo>
                    <a:pt x="372231" y="6174"/>
                    <a:pt x="354133" y="9031"/>
                    <a:pt x="336988" y="15699"/>
                  </a:cubicBezTo>
                  <a:cubicBezTo>
                    <a:pt x="284600" y="34749"/>
                    <a:pt x="247453" y="78564"/>
                    <a:pt x="237928" y="133809"/>
                  </a:cubicBezTo>
                  <a:lnTo>
                    <a:pt x="7423" y="1444449"/>
                  </a:lnTo>
                  <a:cubicBezTo>
                    <a:pt x="-2102" y="1499694"/>
                    <a:pt x="17900" y="1553987"/>
                    <a:pt x="59810" y="1589229"/>
                  </a:cubicBezTo>
                  <a:cubicBezTo>
                    <a:pt x="102673" y="1625424"/>
                    <a:pt x="159823" y="1634949"/>
                    <a:pt x="212210" y="1615899"/>
                  </a:cubicBezTo>
                  <a:lnTo>
                    <a:pt x="1461891" y="1160604"/>
                  </a:lnTo>
                  <a:cubicBezTo>
                    <a:pt x="1514278" y="1141554"/>
                    <a:pt x="1551426" y="1097739"/>
                    <a:pt x="1560951" y="1042494"/>
                  </a:cubicBezTo>
                  <a:cubicBezTo>
                    <a:pt x="1570476" y="987249"/>
                    <a:pt x="1550473" y="932956"/>
                    <a:pt x="1508563" y="897714"/>
                  </a:cubicBezTo>
                  <a:lnTo>
                    <a:pt x="489388" y="42369"/>
                  </a:lnTo>
                  <a:cubicBezTo>
                    <a:pt x="460813" y="18556"/>
                    <a:pt x="426523" y="6174"/>
                    <a:pt x="390328" y="6174"/>
                  </a:cubicBezTo>
                  <a:close/>
                </a:path>
              </a:pathLst>
            </a:custGeom>
            <a:grpFill/>
            <a:ln w="9525" cap="flat">
              <a:noFill/>
              <a:prstDash val="solid"/>
              <a:miter/>
            </a:ln>
          </p:spPr>
          <p:txBody>
            <a:bodyPr rtlCol="0" anchor="ctr"/>
            <a:lstStyle/>
            <a:p>
              <a:endParaRPr lang="en-US" sz="1730"/>
            </a:p>
          </p:txBody>
        </p:sp>
        <p:sp>
          <p:nvSpPr>
            <p:cNvPr id="57" name="Freeform: Shape 56">
              <a:extLst>
                <a:ext uri="{FF2B5EF4-FFF2-40B4-BE49-F238E27FC236}">
                  <a16:creationId xmlns:a16="http://schemas.microsoft.com/office/drawing/2014/main" id="{49B09F87-946A-433D-9992-D7E3FD05FD8E}"/>
                </a:ext>
              </a:extLst>
            </p:cNvPr>
            <p:cNvSpPr/>
            <p:nvPr/>
          </p:nvSpPr>
          <p:spPr>
            <a:xfrm>
              <a:off x="5402873" y="2763813"/>
              <a:ext cx="1649777" cy="1482113"/>
            </a:xfrm>
            <a:custGeom>
              <a:avLst/>
              <a:gdLst>
                <a:gd name="connsiteX0" fmla="*/ 160044 w 1649777"/>
                <a:gd name="connsiteY0" fmla="*/ 1482113 h 1482113"/>
                <a:gd name="connsiteX1" fmla="*/ 22884 w 1649777"/>
                <a:gd name="connsiteY1" fmla="*/ 1404961 h 1482113"/>
                <a:gd name="connsiteX2" fmla="*/ 20026 w 1649777"/>
                <a:gd name="connsiteY2" fmla="*/ 1244941 h 1482113"/>
                <a:gd name="connsiteX3" fmla="*/ 664869 w 1649777"/>
                <a:gd name="connsiteY3" fmla="*/ 81938 h 1482113"/>
                <a:gd name="connsiteX4" fmla="*/ 667726 w 1649777"/>
                <a:gd name="connsiteY4" fmla="*/ 82891 h 1482113"/>
                <a:gd name="connsiteX5" fmla="*/ 664869 w 1649777"/>
                <a:gd name="connsiteY5" fmla="*/ 81938 h 1482113"/>
                <a:gd name="connsiteX6" fmla="*/ 802029 w 1649777"/>
                <a:gd name="connsiteY6" fmla="*/ 23 h 1482113"/>
                <a:gd name="connsiteX7" fmla="*/ 942046 w 1649777"/>
                <a:gd name="connsiteY7" fmla="*/ 77176 h 1482113"/>
                <a:gd name="connsiteX8" fmla="*/ 1626894 w 1649777"/>
                <a:gd name="connsiteY8" fmla="*/ 1217318 h 1482113"/>
                <a:gd name="connsiteX9" fmla="*/ 1629751 w 1649777"/>
                <a:gd name="connsiteY9" fmla="*/ 1377338 h 1482113"/>
                <a:gd name="connsiteX10" fmla="*/ 1492591 w 1649777"/>
                <a:gd name="connsiteY10" fmla="*/ 1459253 h 1482113"/>
                <a:gd name="connsiteX11" fmla="*/ 161949 w 1649777"/>
                <a:gd name="connsiteY11" fmla="*/ 1482113 h 1482113"/>
                <a:gd name="connsiteX12" fmla="*/ 160044 w 1649777"/>
                <a:gd name="connsiteY12" fmla="*/ 1482113 h 1482113"/>
                <a:gd name="connsiteX13" fmla="*/ 804886 w 1649777"/>
                <a:gd name="connsiteY13" fmla="*/ 4786 h 1482113"/>
                <a:gd name="connsiteX14" fmla="*/ 802029 w 1649777"/>
                <a:gd name="connsiteY14" fmla="*/ 4786 h 1482113"/>
                <a:gd name="connsiteX15" fmla="*/ 669631 w 1649777"/>
                <a:gd name="connsiteY15" fmla="*/ 83843 h 1482113"/>
                <a:gd name="connsiteX16" fmla="*/ 24789 w 1649777"/>
                <a:gd name="connsiteY16" fmla="*/ 1247798 h 1482113"/>
                <a:gd name="connsiteX17" fmla="*/ 27646 w 1649777"/>
                <a:gd name="connsiteY17" fmla="*/ 1402103 h 1482113"/>
                <a:gd name="connsiteX18" fmla="*/ 162901 w 1649777"/>
                <a:gd name="connsiteY18" fmla="*/ 1477351 h 1482113"/>
                <a:gd name="connsiteX19" fmla="*/ 1493544 w 1649777"/>
                <a:gd name="connsiteY19" fmla="*/ 1454491 h 1482113"/>
                <a:gd name="connsiteX20" fmla="*/ 1625941 w 1649777"/>
                <a:gd name="connsiteY20" fmla="*/ 1375433 h 1482113"/>
                <a:gd name="connsiteX21" fmla="*/ 1623084 w 1649777"/>
                <a:gd name="connsiteY21" fmla="*/ 1221128 h 1482113"/>
                <a:gd name="connsiteX22" fmla="*/ 937284 w 1649777"/>
                <a:gd name="connsiteY22" fmla="*/ 79081 h 1482113"/>
                <a:gd name="connsiteX23" fmla="*/ 804886 w 1649777"/>
                <a:gd name="connsiteY23" fmla="*/ 4786 h 1482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9777" h="1482113">
                  <a:moveTo>
                    <a:pt x="160044" y="1482113"/>
                  </a:moveTo>
                  <a:cubicBezTo>
                    <a:pt x="103846" y="1482113"/>
                    <a:pt x="52411" y="1453538"/>
                    <a:pt x="22884" y="1404961"/>
                  </a:cubicBezTo>
                  <a:cubicBezTo>
                    <a:pt x="-6644" y="1355431"/>
                    <a:pt x="-7596" y="1295423"/>
                    <a:pt x="20026" y="1244941"/>
                  </a:cubicBezTo>
                  <a:lnTo>
                    <a:pt x="664869" y="81938"/>
                  </a:lnTo>
                  <a:lnTo>
                    <a:pt x="667726" y="82891"/>
                  </a:lnTo>
                  <a:lnTo>
                    <a:pt x="664869" y="81938"/>
                  </a:lnTo>
                  <a:cubicBezTo>
                    <a:pt x="692491" y="31456"/>
                    <a:pt x="743926" y="976"/>
                    <a:pt x="802029" y="23"/>
                  </a:cubicBezTo>
                  <a:cubicBezTo>
                    <a:pt x="859179" y="-929"/>
                    <a:pt x="912519" y="27646"/>
                    <a:pt x="942046" y="77176"/>
                  </a:cubicBezTo>
                  <a:lnTo>
                    <a:pt x="1626894" y="1217318"/>
                  </a:lnTo>
                  <a:cubicBezTo>
                    <a:pt x="1656421" y="1266848"/>
                    <a:pt x="1657374" y="1326856"/>
                    <a:pt x="1629751" y="1377338"/>
                  </a:cubicBezTo>
                  <a:cubicBezTo>
                    <a:pt x="1602129" y="1427821"/>
                    <a:pt x="1550694" y="1458301"/>
                    <a:pt x="1492591" y="1459253"/>
                  </a:cubicBezTo>
                  <a:lnTo>
                    <a:pt x="161949" y="1482113"/>
                  </a:lnTo>
                  <a:cubicBezTo>
                    <a:pt x="161949" y="1482113"/>
                    <a:pt x="160996" y="1482113"/>
                    <a:pt x="160044" y="1482113"/>
                  </a:cubicBezTo>
                  <a:close/>
                  <a:moveTo>
                    <a:pt x="804886" y="4786"/>
                  </a:moveTo>
                  <a:cubicBezTo>
                    <a:pt x="803934" y="4786"/>
                    <a:pt x="802981" y="4786"/>
                    <a:pt x="802029" y="4786"/>
                  </a:cubicBezTo>
                  <a:cubicBezTo>
                    <a:pt x="745831" y="5738"/>
                    <a:pt x="697254" y="35266"/>
                    <a:pt x="669631" y="83843"/>
                  </a:cubicBezTo>
                  <a:lnTo>
                    <a:pt x="24789" y="1247798"/>
                  </a:lnTo>
                  <a:cubicBezTo>
                    <a:pt x="-1881" y="1296376"/>
                    <a:pt x="-929" y="1354478"/>
                    <a:pt x="27646" y="1402103"/>
                  </a:cubicBezTo>
                  <a:cubicBezTo>
                    <a:pt x="56221" y="1449728"/>
                    <a:pt x="106704" y="1478303"/>
                    <a:pt x="162901" y="1477351"/>
                  </a:cubicBezTo>
                  <a:lnTo>
                    <a:pt x="1493544" y="1454491"/>
                  </a:lnTo>
                  <a:cubicBezTo>
                    <a:pt x="1549741" y="1453538"/>
                    <a:pt x="1598319" y="1424011"/>
                    <a:pt x="1625941" y="1375433"/>
                  </a:cubicBezTo>
                  <a:cubicBezTo>
                    <a:pt x="1652611" y="1326856"/>
                    <a:pt x="1651659" y="1268753"/>
                    <a:pt x="1623084" y="1221128"/>
                  </a:cubicBezTo>
                  <a:lnTo>
                    <a:pt x="937284" y="79081"/>
                  </a:lnTo>
                  <a:cubicBezTo>
                    <a:pt x="908709" y="32408"/>
                    <a:pt x="860131" y="4786"/>
                    <a:pt x="804886" y="4786"/>
                  </a:cubicBezTo>
                  <a:close/>
                </a:path>
              </a:pathLst>
            </a:custGeom>
            <a:grpFill/>
            <a:ln w="9525" cap="flat">
              <a:noFill/>
              <a:prstDash val="solid"/>
              <a:miter/>
            </a:ln>
          </p:spPr>
          <p:txBody>
            <a:bodyPr rtlCol="0" anchor="ctr"/>
            <a:lstStyle/>
            <a:p>
              <a:endParaRPr lang="en-US" sz="1730"/>
            </a:p>
          </p:txBody>
        </p:sp>
        <p:sp>
          <p:nvSpPr>
            <p:cNvPr id="58" name="Freeform: Shape 57">
              <a:extLst>
                <a:ext uri="{FF2B5EF4-FFF2-40B4-BE49-F238E27FC236}">
                  <a16:creationId xmlns:a16="http://schemas.microsoft.com/office/drawing/2014/main" id="{C1337210-8357-4989-A7CC-EB827443CBC2}"/>
                </a:ext>
              </a:extLst>
            </p:cNvPr>
            <p:cNvSpPr/>
            <p:nvPr/>
          </p:nvSpPr>
          <p:spPr>
            <a:xfrm>
              <a:off x="5247730" y="2789965"/>
              <a:ext cx="1584777" cy="1622649"/>
            </a:xfrm>
            <a:custGeom>
              <a:avLst/>
              <a:gdLst>
                <a:gd name="connsiteX0" fmla="*/ 1425801 w 1584777"/>
                <a:gd name="connsiteY0" fmla="*/ 1622649 h 1622649"/>
                <a:gd name="connsiteX1" fmla="*/ 1375319 w 1584777"/>
                <a:gd name="connsiteY1" fmla="*/ 1615029 h 1622649"/>
                <a:gd name="connsiteX2" fmla="*/ 110399 w 1584777"/>
                <a:gd name="connsiteY2" fmla="*/ 1203549 h 1622649"/>
                <a:gd name="connsiteX3" fmla="*/ 3719 w 1584777"/>
                <a:gd name="connsiteY3" fmla="*/ 1084487 h 1622649"/>
                <a:gd name="connsiteX4" fmla="*/ 53249 w 1584777"/>
                <a:gd name="connsiteY4" fmla="*/ 932087 h 1622649"/>
                <a:gd name="connsiteX5" fmla="*/ 1041944 w 1584777"/>
                <a:gd name="connsiteY5" fmla="*/ 41499 h 1622649"/>
                <a:gd name="connsiteX6" fmla="*/ 1043849 w 1584777"/>
                <a:gd name="connsiteY6" fmla="*/ 43404 h 1622649"/>
                <a:gd name="connsiteX7" fmla="*/ 1041944 w 1584777"/>
                <a:gd name="connsiteY7" fmla="*/ 41499 h 1622649"/>
                <a:gd name="connsiteX8" fmla="*/ 1198154 w 1584777"/>
                <a:gd name="connsiteY8" fmla="*/ 8162 h 1622649"/>
                <a:gd name="connsiteX9" fmla="*/ 1304834 w 1584777"/>
                <a:gd name="connsiteY9" fmla="*/ 127224 h 1622649"/>
                <a:gd name="connsiteX10" fmla="*/ 1581059 w 1584777"/>
                <a:gd name="connsiteY10" fmla="*/ 1428339 h 1622649"/>
                <a:gd name="connsiteX11" fmla="*/ 1531529 w 1584777"/>
                <a:gd name="connsiteY11" fmla="*/ 1580739 h 1622649"/>
                <a:gd name="connsiteX12" fmla="*/ 1425801 w 1584777"/>
                <a:gd name="connsiteY12" fmla="*/ 1622649 h 1622649"/>
                <a:gd name="connsiteX13" fmla="*/ 1147671 w 1584777"/>
                <a:gd name="connsiteY13" fmla="*/ 6257 h 1622649"/>
                <a:gd name="connsiteX14" fmla="*/ 1044801 w 1584777"/>
                <a:gd name="connsiteY14" fmla="*/ 46262 h 1622649"/>
                <a:gd name="connsiteX15" fmla="*/ 56106 w 1584777"/>
                <a:gd name="connsiteY15" fmla="*/ 936849 h 1622649"/>
                <a:gd name="connsiteX16" fmla="*/ 8481 w 1584777"/>
                <a:gd name="connsiteY16" fmla="*/ 1083534 h 1622649"/>
                <a:gd name="connsiteX17" fmla="*/ 111351 w 1584777"/>
                <a:gd name="connsiteY17" fmla="*/ 1197834 h 1622649"/>
                <a:gd name="connsiteX18" fmla="*/ 1376272 w 1584777"/>
                <a:gd name="connsiteY18" fmla="*/ 1609314 h 1622649"/>
                <a:gd name="connsiteX19" fmla="*/ 1526766 w 1584777"/>
                <a:gd name="connsiteY19" fmla="*/ 1576929 h 1622649"/>
                <a:gd name="connsiteX20" fmla="*/ 1574391 w 1584777"/>
                <a:gd name="connsiteY20" fmla="*/ 1430244 h 1622649"/>
                <a:gd name="connsiteX21" fmla="*/ 1298166 w 1584777"/>
                <a:gd name="connsiteY21" fmla="*/ 129129 h 1622649"/>
                <a:gd name="connsiteX22" fmla="*/ 1195297 w 1584777"/>
                <a:gd name="connsiteY22" fmla="*/ 14829 h 1622649"/>
                <a:gd name="connsiteX23" fmla="*/ 1147671 w 1584777"/>
                <a:gd name="connsiteY23" fmla="*/ 6257 h 1622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84777" h="1622649">
                  <a:moveTo>
                    <a:pt x="1425801" y="1622649"/>
                  </a:moveTo>
                  <a:cubicBezTo>
                    <a:pt x="1409609" y="1622649"/>
                    <a:pt x="1392464" y="1619792"/>
                    <a:pt x="1375319" y="1615029"/>
                  </a:cubicBezTo>
                  <a:lnTo>
                    <a:pt x="110399" y="1203549"/>
                  </a:lnTo>
                  <a:cubicBezTo>
                    <a:pt x="55154" y="1185452"/>
                    <a:pt x="15149" y="1141637"/>
                    <a:pt x="3719" y="1084487"/>
                  </a:cubicBezTo>
                  <a:cubicBezTo>
                    <a:pt x="-8664" y="1028289"/>
                    <a:pt x="10386" y="971139"/>
                    <a:pt x="53249" y="932087"/>
                  </a:cubicBezTo>
                  <a:lnTo>
                    <a:pt x="1041944" y="41499"/>
                  </a:lnTo>
                  <a:lnTo>
                    <a:pt x="1043849" y="43404"/>
                  </a:lnTo>
                  <a:lnTo>
                    <a:pt x="1041944" y="41499"/>
                  </a:lnTo>
                  <a:cubicBezTo>
                    <a:pt x="1084806" y="2447"/>
                    <a:pt x="1142909" y="-9936"/>
                    <a:pt x="1198154" y="8162"/>
                  </a:cubicBezTo>
                  <a:cubicBezTo>
                    <a:pt x="1253399" y="26259"/>
                    <a:pt x="1293404" y="70074"/>
                    <a:pt x="1304834" y="127224"/>
                  </a:cubicBezTo>
                  <a:lnTo>
                    <a:pt x="1581059" y="1428339"/>
                  </a:lnTo>
                  <a:cubicBezTo>
                    <a:pt x="1593441" y="1484537"/>
                    <a:pt x="1574391" y="1541687"/>
                    <a:pt x="1531529" y="1580739"/>
                  </a:cubicBezTo>
                  <a:cubicBezTo>
                    <a:pt x="1502001" y="1608362"/>
                    <a:pt x="1463901" y="1622649"/>
                    <a:pt x="1425801" y="1622649"/>
                  </a:cubicBezTo>
                  <a:close/>
                  <a:moveTo>
                    <a:pt x="1147671" y="6257"/>
                  </a:moveTo>
                  <a:cubicBezTo>
                    <a:pt x="1110524" y="6257"/>
                    <a:pt x="1074329" y="19592"/>
                    <a:pt x="1044801" y="46262"/>
                  </a:cubicBezTo>
                  <a:lnTo>
                    <a:pt x="56106" y="936849"/>
                  </a:lnTo>
                  <a:cubicBezTo>
                    <a:pt x="14196" y="973997"/>
                    <a:pt x="-2949" y="1029242"/>
                    <a:pt x="8481" y="1083534"/>
                  </a:cubicBezTo>
                  <a:cubicBezTo>
                    <a:pt x="19911" y="1137827"/>
                    <a:pt x="58964" y="1180689"/>
                    <a:pt x="111351" y="1197834"/>
                  </a:cubicBezTo>
                  <a:lnTo>
                    <a:pt x="1376272" y="1609314"/>
                  </a:lnTo>
                  <a:cubicBezTo>
                    <a:pt x="1429611" y="1626459"/>
                    <a:pt x="1485809" y="1615029"/>
                    <a:pt x="1526766" y="1576929"/>
                  </a:cubicBezTo>
                  <a:cubicBezTo>
                    <a:pt x="1568676" y="1539782"/>
                    <a:pt x="1585822" y="1484537"/>
                    <a:pt x="1574391" y="1430244"/>
                  </a:cubicBezTo>
                  <a:lnTo>
                    <a:pt x="1298166" y="129129"/>
                  </a:lnTo>
                  <a:cubicBezTo>
                    <a:pt x="1286736" y="74837"/>
                    <a:pt x="1247684" y="31974"/>
                    <a:pt x="1195297" y="14829"/>
                  </a:cubicBezTo>
                  <a:cubicBezTo>
                    <a:pt x="1180056" y="9114"/>
                    <a:pt x="1163864" y="6257"/>
                    <a:pt x="1147671" y="6257"/>
                  </a:cubicBezTo>
                  <a:close/>
                </a:path>
              </a:pathLst>
            </a:custGeom>
            <a:grpFill/>
            <a:ln w="9525" cap="flat">
              <a:noFill/>
              <a:prstDash val="solid"/>
              <a:miter/>
            </a:ln>
          </p:spPr>
          <p:txBody>
            <a:bodyPr rtlCol="0" anchor="ctr"/>
            <a:lstStyle/>
            <a:p>
              <a:endParaRPr lang="en-US" sz="1730"/>
            </a:p>
          </p:txBody>
        </p:sp>
        <p:sp>
          <p:nvSpPr>
            <p:cNvPr id="59" name="Freeform: Shape 58">
              <a:extLst>
                <a:ext uri="{FF2B5EF4-FFF2-40B4-BE49-F238E27FC236}">
                  <a16:creationId xmlns:a16="http://schemas.microsoft.com/office/drawing/2014/main" id="{154D1046-5571-428F-B448-271030D0E9A0}"/>
                </a:ext>
              </a:extLst>
            </p:cNvPr>
            <p:cNvSpPr/>
            <p:nvPr/>
          </p:nvSpPr>
          <p:spPr>
            <a:xfrm>
              <a:off x="5179859" y="2878404"/>
              <a:ext cx="1545260" cy="1640889"/>
            </a:xfrm>
            <a:custGeom>
              <a:avLst/>
              <a:gdLst>
                <a:gd name="connsiteX0" fmla="*/ 1222210 w 1545260"/>
                <a:gd name="connsiteY0" fmla="*/ 1640890 h 1640889"/>
                <a:gd name="connsiteX1" fmla="*/ 1126008 w 1545260"/>
                <a:gd name="connsiteY1" fmla="*/ 1608505 h 1640889"/>
                <a:gd name="connsiteX2" fmla="*/ 63970 w 1545260"/>
                <a:gd name="connsiteY2" fmla="*/ 807452 h 1640889"/>
                <a:gd name="connsiteX3" fmla="*/ 1105 w 1545260"/>
                <a:gd name="connsiteY3" fmla="*/ 660767 h 1640889"/>
                <a:gd name="connsiteX4" fmla="*/ 97308 w 1545260"/>
                <a:gd name="connsiteY4" fmla="*/ 533132 h 1640889"/>
                <a:gd name="connsiteX5" fmla="*/ 1322223 w 1545260"/>
                <a:gd name="connsiteY5" fmla="*/ 13067 h 1640889"/>
                <a:gd name="connsiteX6" fmla="*/ 1481290 w 1545260"/>
                <a:gd name="connsiteY6" fmla="*/ 32117 h 1640889"/>
                <a:gd name="connsiteX7" fmla="*/ 1544155 w 1545260"/>
                <a:gd name="connsiteY7" fmla="*/ 178802 h 1640889"/>
                <a:gd name="connsiteX8" fmla="*/ 1382230 w 1545260"/>
                <a:gd name="connsiteY8" fmla="*/ 1498967 h 1640889"/>
                <a:gd name="connsiteX9" fmla="*/ 1286028 w 1545260"/>
                <a:gd name="connsiteY9" fmla="*/ 1626602 h 1640889"/>
                <a:gd name="connsiteX10" fmla="*/ 1222210 w 1545260"/>
                <a:gd name="connsiteY10" fmla="*/ 1640890 h 1640889"/>
                <a:gd name="connsiteX11" fmla="*/ 1323175 w 1545260"/>
                <a:gd name="connsiteY11" fmla="*/ 15925 h 1640889"/>
                <a:gd name="connsiteX12" fmla="*/ 1324128 w 1545260"/>
                <a:gd name="connsiteY12" fmla="*/ 18782 h 1640889"/>
                <a:gd name="connsiteX13" fmla="*/ 100165 w 1545260"/>
                <a:gd name="connsiteY13" fmla="*/ 537895 h 1640889"/>
                <a:gd name="connsiteX14" fmla="*/ 6820 w 1545260"/>
                <a:gd name="connsiteY14" fmla="*/ 660767 h 1640889"/>
                <a:gd name="connsiteX15" fmla="*/ 66828 w 1545260"/>
                <a:gd name="connsiteY15" fmla="*/ 803642 h 1640889"/>
                <a:gd name="connsiteX16" fmla="*/ 1128865 w 1545260"/>
                <a:gd name="connsiteY16" fmla="*/ 1604695 h 1640889"/>
                <a:gd name="connsiteX17" fmla="*/ 1282218 w 1545260"/>
                <a:gd name="connsiteY17" fmla="*/ 1623745 h 1640889"/>
                <a:gd name="connsiteX18" fmla="*/ 1375563 w 1545260"/>
                <a:gd name="connsiteY18" fmla="*/ 1500872 h 1640889"/>
                <a:gd name="connsiteX19" fmla="*/ 1537488 w 1545260"/>
                <a:gd name="connsiteY19" fmla="*/ 180707 h 1640889"/>
                <a:gd name="connsiteX20" fmla="*/ 1477480 w 1545260"/>
                <a:gd name="connsiteY20" fmla="*/ 38785 h 1640889"/>
                <a:gd name="connsiteX21" fmla="*/ 1324128 w 1545260"/>
                <a:gd name="connsiteY21" fmla="*/ 19735 h 1640889"/>
                <a:gd name="connsiteX22" fmla="*/ 1323175 w 1545260"/>
                <a:gd name="connsiteY22" fmla="*/ 15925 h 164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45260" h="1640889">
                  <a:moveTo>
                    <a:pt x="1222210" y="1640890"/>
                  </a:moveTo>
                  <a:cubicBezTo>
                    <a:pt x="1187920" y="1640890"/>
                    <a:pt x="1154583" y="1629460"/>
                    <a:pt x="1126008" y="1608505"/>
                  </a:cubicBezTo>
                  <a:lnTo>
                    <a:pt x="63970" y="807452"/>
                  </a:lnTo>
                  <a:cubicBezTo>
                    <a:pt x="18250" y="772210"/>
                    <a:pt x="-5562" y="717917"/>
                    <a:pt x="1105" y="660767"/>
                  </a:cubicBezTo>
                  <a:cubicBezTo>
                    <a:pt x="7773" y="603617"/>
                    <a:pt x="43968" y="555992"/>
                    <a:pt x="97308" y="533132"/>
                  </a:cubicBezTo>
                  <a:lnTo>
                    <a:pt x="1322223" y="13067"/>
                  </a:lnTo>
                  <a:cubicBezTo>
                    <a:pt x="1375563" y="-9793"/>
                    <a:pt x="1434618" y="-2173"/>
                    <a:pt x="1481290" y="32117"/>
                  </a:cubicBezTo>
                  <a:cubicBezTo>
                    <a:pt x="1527010" y="67360"/>
                    <a:pt x="1550823" y="121652"/>
                    <a:pt x="1544155" y="178802"/>
                  </a:cubicBezTo>
                  <a:lnTo>
                    <a:pt x="1382230" y="1498967"/>
                  </a:lnTo>
                  <a:cubicBezTo>
                    <a:pt x="1375563" y="1556117"/>
                    <a:pt x="1339368" y="1603742"/>
                    <a:pt x="1286028" y="1626602"/>
                  </a:cubicBezTo>
                  <a:cubicBezTo>
                    <a:pt x="1264120" y="1636127"/>
                    <a:pt x="1243165" y="1640890"/>
                    <a:pt x="1222210" y="1640890"/>
                  </a:cubicBezTo>
                  <a:close/>
                  <a:moveTo>
                    <a:pt x="1323175" y="15925"/>
                  </a:moveTo>
                  <a:lnTo>
                    <a:pt x="1324128" y="18782"/>
                  </a:lnTo>
                  <a:lnTo>
                    <a:pt x="100165" y="537895"/>
                  </a:lnTo>
                  <a:cubicBezTo>
                    <a:pt x="48730" y="559802"/>
                    <a:pt x="14440" y="605522"/>
                    <a:pt x="6820" y="660767"/>
                  </a:cubicBezTo>
                  <a:cubicBezTo>
                    <a:pt x="153" y="716965"/>
                    <a:pt x="23013" y="769352"/>
                    <a:pt x="66828" y="803642"/>
                  </a:cubicBezTo>
                  <a:lnTo>
                    <a:pt x="1128865" y="1604695"/>
                  </a:lnTo>
                  <a:cubicBezTo>
                    <a:pt x="1173633" y="1638032"/>
                    <a:pt x="1230783" y="1645652"/>
                    <a:pt x="1282218" y="1623745"/>
                  </a:cubicBezTo>
                  <a:cubicBezTo>
                    <a:pt x="1333653" y="1601837"/>
                    <a:pt x="1367943" y="1556117"/>
                    <a:pt x="1375563" y="1500872"/>
                  </a:cubicBezTo>
                  <a:lnTo>
                    <a:pt x="1537488" y="180707"/>
                  </a:lnTo>
                  <a:cubicBezTo>
                    <a:pt x="1544155" y="125462"/>
                    <a:pt x="1521295" y="72122"/>
                    <a:pt x="1477480" y="38785"/>
                  </a:cubicBezTo>
                  <a:cubicBezTo>
                    <a:pt x="1432713" y="5447"/>
                    <a:pt x="1375563" y="-2173"/>
                    <a:pt x="1324128" y="19735"/>
                  </a:cubicBezTo>
                  <a:lnTo>
                    <a:pt x="1323175" y="15925"/>
                  </a:lnTo>
                  <a:close/>
                </a:path>
              </a:pathLst>
            </a:custGeom>
            <a:grpFill/>
            <a:ln w="9525" cap="flat">
              <a:noFill/>
              <a:prstDash val="solid"/>
              <a:miter/>
            </a:ln>
          </p:spPr>
          <p:txBody>
            <a:bodyPr rtlCol="0" anchor="ctr"/>
            <a:lstStyle/>
            <a:p>
              <a:endParaRPr lang="en-US" sz="1730"/>
            </a:p>
          </p:txBody>
        </p:sp>
        <p:sp>
          <p:nvSpPr>
            <p:cNvPr id="60" name="Freeform: Shape 59">
              <a:extLst>
                <a:ext uri="{FF2B5EF4-FFF2-40B4-BE49-F238E27FC236}">
                  <a16:creationId xmlns:a16="http://schemas.microsoft.com/office/drawing/2014/main" id="{819848F5-A2B8-443D-AF22-97FB2DF4876B}"/>
                </a:ext>
              </a:extLst>
            </p:cNvPr>
            <p:cNvSpPr/>
            <p:nvPr/>
          </p:nvSpPr>
          <p:spPr>
            <a:xfrm>
              <a:off x="5208682" y="3017783"/>
              <a:ext cx="1646681" cy="1514845"/>
            </a:xfrm>
            <a:custGeom>
              <a:avLst/>
              <a:gdLst>
                <a:gd name="connsiteX0" fmla="*/ 902875 w 1646681"/>
                <a:gd name="connsiteY0" fmla="*/ 1514846 h 1514845"/>
                <a:gd name="connsiteX1" fmla="*/ 770477 w 1646681"/>
                <a:gd name="connsiteY1" fmla="*/ 1444361 h 1514845"/>
                <a:gd name="connsiteX2" fmla="*/ 27527 w 1646681"/>
                <a:gd name="connsiteY2" fmla="*/ 341366 h 1514845"/>
                <a:gd name="connsiteX3" fmla="*/ 16097 w 1646681"/>
                <a:gd name="connsiteY3" fmla="*/ 182298 h 1514845"/>
                <a:gd name="connsiteX4" fmla="*/ 148495 w 1646681"/>
                <a:gd name="connsiteY4" fmla="*/ 92763 h 1514845"/>
                <a:gd name="connsiteX5" fmla="*/ 1475327 w 1646681"/>
                <a:gd name="connsiteY5" fmla="*/ 371 h 1514845"/>
                <a:gd name="connsiteX6" fmla="*/ 1619155 w 1646681"/>
                <a:gd name="connsiteY6" fmla="*/ 70856 h 1514845"/>
                <a:gd name="connsiteX7" fmla="*/ 1630585 w 1646681"/>
                <a:gd name="connsiteY7" fmla="*/ 229923 h 1514845"/>
                <a:gd name="connsiteX8" fmla="*/ 1047655 w 1646681"/>
                <a:gd name="connsiteY8" fmla="*/ 1424358 h 1514845"/>
                <a:gd name="connsiteX9" fmla="*/ 915257 w 1646681"/>
                <a:gd name="connsiteY9" fmla="*/ 1513893 h 1514845"/>
                <a:gd name="connsiteX10" fmla="*/ 902875 w 1646681"/>
                <a:gd name="connsiteY10" fmla="*/ 1514846 h 1514845"/>
                <a:gd name="connsiteX11" fmla="*/ 1475327 w 1646681"/>
                <a:gd name="connsiteY11" fmla="*/ 2276 h 1514845"/>
                <a:gd name="connsiteX12" fmla="*/ 1475327 w 1646681"/>
                <a:gd name="connsiteY12" fmla="*/ 5133 h 1514845"/>
                <a:gd name="connsiteX13" fmla="*/ 148495 w 1646681"/>
                <a:gd name="connsiteY13" fmla="*/ 97526 h 1514845"/>
                <a:gd name="connsiteX14" fmla="*/ 20860 w 1646681"/>
                <a:gd name="connsiteY14" fmla="*/ 184203 h 1514845"/>
                <a:gd name="connsiteX15" fmla="*/ 31337 w 1646681"/>
                <a:gd name="connsiteY15" fmla="*/ 338508 h 1514845"/>
                <a:gd name="connsiteX16" fmla="*/ 775240 w 1646681"/>
                <a:gd name="connsiteY16" fmla="*/ 1441503 h 1514845"/>
                <a:gd name="connsiteX17" fmla="*/ 914305 w 1646681"/>
                <a:gd name="connsiteY17" fmla="*/ 1509131 h 1514845"/>
                <a:gd name="connsiteX18" fmla="*/ 1041940 w 1646681"/>
                <a:gd name="connsiteY18" fmla="*/ 1422453 h 1514845"/>
                <a:gd name="connsiteX19" fmla="*/ 1624870 w 1646681"/>
                <a:gd name="connsiteY19" fmla="*/ 227066 h 1514845"/>
                <a:gd name="connsiteX20" fmla="*/ 1614392 w 1646681"/>
                <a:gd name="connsiteY20" fmla="*/ 72761 h 1514845"/>
                <a:gd name="connsiteX21" fmla="*/ 1475327 w 1646681"/>
                <a:gd name="connsiteY21" fmla="*/ 5133 h 1514845"/>
                <a:gd name="connsiteX22" fmla="*/ 1475327 w 1646681"/>
                <a:gd name="connsiteY22" fmla="*/ 2276 h 1514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46681" h="1514845">
                  <a:moveTo>
                    <a:pt x="902875" y="1514846"/>
                  </a:moveTo>
                  <a:cubicBezTo>
                    <a:pt x="849535" y="1514846"/>
                    <a:pt x="800957" y="1489128"/>
                    <a:pt x="770477" y="1444361"/>
                  </a:cubicBezTo>
                  <a:lnTo>
                    <a:pt x="27527" y="341366"/>
                  </a:lnTo>
                  <a:cubicBezTo>
                    <a:pt x="-4858" y="293741"/>
                    <a:pt x="-8668" y="233733"/>
                    <a:pt x="16097" y="182298"/>
                  </a:cubicBezTo>
                  <a:cubicBezTo>
                    <a:pt x="41815" y="129911"/>
                    <a:pt x="91345" y="96573"/>
                    <a:pt x="148495" y="92763"/>
                  </a:cubicBezTo>
                  <a:lnTo>
                    <a:pt x="1475327" y="371"/>
                  </a:lnTo>
                  <a:cubicBezTo>
                    <a:pt x="1533430" y="-3439"/>
                    <a:pt x="1586770" y="22278"/>
                    <a:pt x="1619155" y="70856"/>
                  </a:cubicBezTo>
                  <a:cubicBezTo>
                    <a:pt x="1651540" y="118481"/>
                    <a:pt x="1655350" y="178488"/>
                    <a:pt x="1630585" y="229923"/>
                  </a:cubicBezTo>
                  <a:lnTo>
                    <a:pt x="1047655" y="1424358"/>
                  </a:lnTo>
                  <a:cubicBezTo>
                    <a:pt x="1021937" y="1476746"/>
                    <a:pt x="972407" y="1510083"/>
                    <a:pt x="915257" y="1513893"/>
                  </a:cubicBezTo>
                  <a:cubicBezTo>
                    <a:pt x="910495" y="1513893"/>
                    <a:pt x="906685" y="1514846"/>
                    <a:pt x="902875" y="1514846"/>
                  </a:cubicBezTo>
                  <a:close/>
                  <a:moveTo>
                    <a:pt x="1475327" y="2276"/>
                  </a:moveTo>
                  <a:lnTo>
                    <a:pt x="1475327" y="5133"/>
                  </a:lnTo>
                  <a:lnTo>
                    <a:pt x="148495" y="97526"/>
                  </a:lnTo>
                  <a:cubicBezTo>
                    <a:pt x="93250" y="101336"/>
                    <a:pt x="45625" y="133720"/>
                    <a:pt x="20860" y="184203"/>
                  </a:cubicBezTo>
                  <a:cubicBezTo>
                    <a:pt x="-3905" y="234686"/>
                    <a:pt x="857" y="291836"/>
                    <a:pt x="31337" y="338508"/>
                  </a:cubicBezTo>
                  <a:lnTo>
                    <a:pt x="775240" y="1441503"/>
                  </a:lnTo>
                  <a:cubicBezTo>
                    <a:pt x="806672" y="1488176"/>
                    <a:pt x="858107" y="1512941"/>
                    <a:pt x="914305" y="1509131"/>
                  </a:cubicBezTo>
                  <a:cubicBezTo>
                    <a:pt x="969550" y="1505321"/>
                    <a:pt x="1018127" y="1472936"/>
                    <a:pt x="1041940" y="1422453"/>
                  </a:cubicBezTo>
                  <a:lnTo>
                    <a:pt x="1624870" y="227066"/>
                  </a:lnTo>
                  <a:cubicBezTo>
                    <a:pt x="1649635" y="176583"/>
                    <a:pt x="1644872" y="119433"/>
                    <a:pt x="1614392" y="72761"/>
                  </a:cubicBezTo>
                  <a:cubicBezTo>
                    <a:pt x="1582960" y="26088"/>
                    <a:pt x="1531525" y="1323"/>
                    <a:pt x="1475327" y="5133"/>
                  </a:cubicBezTo>
                  <a:lnTo>
                    <a:pt x="1475327" y="2276"/>
                  </a:lnTo>
                  <a:close/>
                </a:path>
              </a:pathLst>
            </a:custGeom>
            <a:grpFill/>
            <a:ln w="9525" cap="flat">
              <a:noFill/>
              <a:prstDash val="solid"/>
              <a:miter/>
            </a:ln>
          </p:spPr>
          <p:txBody>
            <a:bodyPr rtlCol="0" anchor="ctr"/>
            <a:lstStyle/>
            <a:p>
              <a:endParaRPr lang="en-US" sz="1730"/>
            </a:p>
          </p:txBody>
        </p:sp>
        <p:sp>
          <p:nvSpPr>
            <p:cNvPr id="61" name="Freeform: Shape 60">
              <a:extLst>
                <a:ext uri="{FF2B5EF4-FFF2-40B4-BE49-F238E27FC236}">
                  <a16:creationId xmlns:a16="http://schemas.microsoft.com/office/drawing/2014/main" id="{F986B27C-1D7B-46FA-94A0-188DCF22FF54}"/>
                </a:ext>
              </a:extLst>
            </p:cNvPr>
            <p:cNvSpPr/>
            <p:nvPr/>
          </p:nvSpPr>
          <p:spPr>
            <a:xfrm>
              <a:off x="5329614" y="2845675"/>
              <a:ext cx="1604843" cy="1605039"/>
            </a:xfrm>
            <a:custGeom>
              <a:avLst/>
              <a:gdLst>
                <a:gd name="connsiteX0" fmla="*/ 504765 w 1604843"/>
                <a:gd name="connsiteY0" fmla="*/ 1605039 h 1605039"/>
                <a:gd name="connsiteX1" fmla="*/ 462856 w 1604843"/>
                <a:gd name="connsiteY1" fmla="*/ 1599324 h 1605039"/>
                <a:gd name="connsiteX2" fmla="*/ 349508 w 1604843"/>
                <a:gd name="connsiteY2" fmla="*/ 1485977 h 1605039"/>
                <a:gd name="connsiteX3" fmla="*/ 5655 w 1604843"/>
                <a:gd name="connsiteY3" fmla="*/ 201054 h 1605039"/>
                <a:gd name="connsiteX4" fmla="*/ 46613 w 1604843"/>
                <a:gd name="connsiteY4" fmla="*/ 46749 h 1605039"/>
                <a:gd name="connsiteX5" fmla="*/ 200918 w 1604843"/>
                <a:gd name="connsiteY5" fmla="*/ 5792 h 1605039"/>
                <a:gd name="connsiteX6" fmla="*/ 1485841 w 1604843"/>
                <a:gd name="connsiteY6" fmla="*/ 350597 h 1605039"/>
                <a:gd name="connsiteX7" fmla="*/ 1599188 w 1604843"/>
                <a:gd name="connsiteY7" fmla="*/ 463944 h 1605039"/>
                <a:gd name="connsiteX8" fmla="*/ 1558231 w 1604843"/>
                <a:gd name="connsiteY8" fmla="*/ 618249 h 1605039"/>
                <a:gd name="connsiteX9" fmla="*/ 617161 w 1604843"/>
                <a:gd name="connsiteY9" fmla="*/ 1559319 h 1605039"/>
                <a:gd name="connsiteX10" fmla="*/ 504765 w 1604843"/>
                <a:gd name="connsiteY10" fmla="*/ 1605039 h 1605039"/>
                <a:gd name="connsiteX11" fmla="*/ 159008 w 1604843"/>
                <a:gd name="connsiteY11" fmla="*/ 4839 h 1605039"/>
                <a:gd name="connsiteX12" fmla="*/ 50423 w 1604843"/>
                <a:gd name="connsiteY12" fmla="*/ 50559 h 1605039"/>
                <a:gd name="connsiteX13" fmla="*/ 10418 w 1604843"/>
                <a:gd name="connsiteY13" fmla="*/ 200102 h 1605039"/>
                <a:gd name="connsiteX14" fmla="*/ 355223 w 1604843"/>
                <a:gd name="connsiteY14" fmla="*/ 1485024 h 1605039"/>
                <a:gd name="connsiteX15" fmla="*/ 464760 w 1604843"/>
                <a:gd name="connsiteY15" fmla="*/ 1594562 h 1605039"/>
                <a:gd name="connsiteX16" fmla="*/ 614303 w 1604843"/>
                <a:gd name="connsiteY16" fmla="*/ 1554557 h 1605039"/>
                <a:gd name="connsiteX17" fmla="*/ 1555373 w 1604843"/>
                <a:gd name="connsiteY17" fmla="*/ 613487 h 1605039"/>
                <a:gd name="connsiteX18" fmla="*/ 1595378 w 1604843"/>
                <a:gd name="connsiteY18" fmla="*/ 463944 h 1605039"/>
                <a:gd name="connsiteX19" fmla="*/ 1485841 w 1604843"/>
                <a:gd name="connsiteY19" fmla="*/ 354407 h 1605039"/>
                <a:gd name="connsiteX20" fmla="*/ 199965 w 1604843"/>
                <a:gd name="connsiteY20" fmla="*/ 10554 h 1605039"/>
                <a:gd name="connsiteX21" fmla="*/ 159008 w 1604843"/>
                <a:gd name="connsiteY21" fmla="*/ 4839 h 1605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04843" h="1605039">
                  <a:moveTo>
                    <a:pt x="504765" y="1605039"/>
                  </a:moveTo>
                  <a:cubicBezTo>
                    <a:pt x="490478" y="1605039"/>
                    <a:pt x="477143" y="1603134"/>
                    <a:pt x="462856" y="1599324"/>
                  </a:cubicBezTo>
                  <a:cubicBezTo>
                    <a:pt x="406658" y="1584084"/>
                    <a:pt x="364748" y="1542174"/>
                    <a:pt x="349508" y="1485977"/>
                  </a:cubicBezTo>
                  <a:lnTo>
                    <a:pt x="5655" y="201054"/>
                  </a:lnTo>
                  <a:cubicBezTo>
                    <a:pt x="-9585" y="144857"/>
                    <a:pt x="6608" y="87707"/>
                    <a:pt x="46613" y="46749"/>
                  </a:cubicBezTo>
                  <a:cubicBezTo>
                    <a:pt x="87570" y="5792"/>
                    <a:pt x="144720" y="-9448"/>
                    <a:pt x="200918" y="5792"/>
                  </a:cubicBezTo>
                  <a:lnTo>
                    <a:pt x="1485841" y="350597"/>
                  </a:lnTo>
                  <a:cubicBezTo>
                    <a:pt x="1542038" y="365837"/>
                    <a:pt x="1583948" y="407747"/>
                    <a:pt x="1599188" y="463944"/>
                  </a:cubicBezTo>
                  <a:cubicBezTo>
                    <a:pt x="1614428" y="520142"/>
                    <a:pt x="1598236" y="577292"/>
                    <a:pt x="1558231" y="618249"/>
                  </a:cubicBezTo>
                  <a:lnTo>
                    <a:pt x="617161" y="1559319"/>
                  </a:lnTo>
                  <a:cubicBezTo>
                    <a:pt x="586681" y="1588847"/>
                    <a:pt x="546675" y="1605039"/>
                    <a:pt x="504765" y="1605039"/>
                  </a:cubicBezTo>
                  <a:close/>
                  <a:moveTo>
                    <a:pt x="159008" y="4839"/>
                  </a:moveTo>
                  <a:cubicBezTo>
                    <a:pt x="119003" y="4839"/>
                    <a:pt x="79950" y="21032"/>
                    <a:pt x="50423" y="50559"/>
                  </a:cubicBezTo>
                  <a:cubicBezTo>
                    <a:pt x="11370" y="89612"/>
                    <a:pt x="-3870" y="145809"/>
                    <a:pt x="10418" y="200102"/>
                  </a:cubicBezTo>
                  <a:lnTo>
                    <a:pt x="355223" y="1485024"/>
                  </a:lnTo>
                  <a:cubicBezTo>
                    <a:pt x="369510" y="1539317"/>
                    <a:pt x="410468" y="1579322"/>
                    <a:pt x="464760" y="1594562"/>
                  </a:cubicBezTo>
                  <a:cubicBezTo>
                    <a:pt x="519053" y="1608849"/>
                    <a:pt x="574298" y="1593609"/>
                    <a:pt x="614303" y="1554557"/>
                  </a:cubicBezTo>
                  <a:lnTo>
                    <a:pt x="1555373" y="613487"/>
                  </a:lnTo>
                  <a:cubicBezTo>
                    <a:pt x="1594426" y="574434"/>
                    <a:pt x="1609666" y="518237"/>
                    <a:pt x="1595378" y="463944"/>
                  </a:cubicBezTo>
                  <a:cubicBezTo>
                    <a:pt x="1581091" y="409652"/>
                    <a:pt x="1540133" y="369647"/>
                    <a:pt x="1485841" y="354407"/>
                  </a:cubicBezTo>
                  <a:lnTo>
                    <a:pt x="199965" y="10554"/>
                  </a:lnTo>
                  <a:cubicBezTo>
                    <a:pt x="185678" y="6744"/>
                    <a:pt x="172343" y="4839"/>
                    <a:pt x="159008" y="4839"/>
                  </a:cubicBezTo>
                  <a:close/>
                </a:path>
              </a:pathLst>
            </a:custGeom>
            <a:grpFill/>
            <a:ln w="9525" cap="flat">
              <a:noFill/>
              <a:prstDash val="solid"/>
              <a:miter/>
            </a:ln>
          </p:spPr>
          <p:txBody>
            <a:bodyPr rtlCol="0" anchor="ctr"/>
            <a:lstStyle/>
            <a:p>
              <a:endParaRPr lang="en-US" sz="1730"/>
            </a:p>
          </p:txBody>
        </p:sp>
        <p:sp>
          <p:nvSpPr>
            <p:cNvPr id="62" name="Freeform: Shape 61">
              <a:extLst>
                <a:ext uri="{FF2B5EF4-FFF2-40B4-BE49-F238E27FC236}">
                  <a16:creationId xmlns:a16="http://schemas.microsoft.com/office/drawing/2014/main" id="{88941C66-D972-4E5A-B7CD-58766B53DD2B}"/>
                </a:ext>
              </a:extLst>
            </p:cNvPr>
            <p:cNvSpPr/>
            <p:nvPr/>
          </p:nvSpPr>
          <p:spPr>
            <a:xfrm>
              <a:off x="5435874" y="2634946"/>
              <a:ext cx="1515194" cy="1647175"/>
            </a:xfrm>
            <a:custGeom>
              <a:avLst/>
              <a:gdLst>
                <a:gd name="connsiteX0" fmla="*/ 160380 w 1515194"/>
                <a:gd name="connsiteY0" fmla="*/ 1647176 h 1647175"/>
                <a:gd name="connsiteX1" fmla="*/ 70845 w 1515194"/>
                <a:gd name="connsiteY1" fmla="*/ 1619553 h 1647175"/>
                <a:gd name="connsiteX2" fmla="*/ 360 w 1515194"/>
                <a:gd name="connsiteY2" fmla="*/ 1475726 h 1647175"/>
                <a:gd name="connsiteX3" fmla="*/ 92752 w 1515194"/>
                <a:gd name="connsiteY3" fmla="*/ 148893 h 1647175"/>
                <a:gd name="connsiteX4" fmla="*/ 182287 w 1515194"/>
                <a:gd name="connsiteY4" fmla="*/ 16496 h 1647175"/>
                <a:gd name="connsiteX5" fmla="*/ 341355 w 1515194"/>
                <a:gd name="connsiteY5" fmla="*/ 27926 h 1647175"/>
                <a:gd name="connsiteX6" fmla="*/ 1444350 w 1515194"/>
                <a:gd name="connsiteY6" fmla="*/ 771828 h 1647175"/>
                <a:gd name="connsiteX7" fmla="*/ 1514835 w 1515194"/>
                <a:gd name="connsiteY7" fmla="*/ 915656 h 1647175"/>
                <a:gd name="connsiteX8" fmla="*/ 1425300 w 1515194"/>
                <a:gd name="connsiteY8" fmla="*/ 1048053 h 1647175"/>
                <a:gd name="connsiteX9" fmla="*/ 230865 w 1515194"/>
                <a:gd name="connsiteY9" fmla="*/ 1630983 h 1647175"/>
                <a:gd name="connsiteX10" fmla="*/ 160380 w 1515194"/>
                <a:gd name="connsiteY10" fmla="*/ 1647176 h 1647175"/>
                <a:gd name="connsiteX11" fmla="*/ 253725 w 1515194"/>
                <a:gd name="connsiteY11" fmla="*/ 5066 h 1647175"/>
                <a:gd name="connsiteX12" fmla="*/ 186097 w 1515194"/>
                <a:gd name="connsiteY12" fmla="*/ 21258 h 1647175"/>
                <a:gd name="connsiteX13" fmla="*/ 99420 w 1515194"/>
                <a:gd name="connsiteY13" fmla="*/ 148893 h 1647175"/>
                <a:gd name="connsiteX14" fmla="*/ 7027 w 1515194"/>
                <a:gd name="connsiteY14" fmla="*/ 1475726 h 1647175"/>
                <a:gd name="connsiteX15" fmla="*/ 74655 w 1515194"/>
                <a:gd name="connsiteY15" fmla="*/ 1614791 h 1647175"/>
                <a:gd name="connsiteX16" fmla="*/ 228960 w 1515194"/>
                <a:gd name="connsiteY16" fmla="*/ 1625268 h 1647175"/>
                <a:gd name="connsiteX17" fmla="*/ 1424347 w 1515194"/>
                <a:gd name="connsiteY17" fmla="*/ 1042338 h 1647175"/>
                <a:gd name="connsiteX18" fmla="*/ 1511025 w 1515194"/>
                <a:gd name="connsiteY18" fmla="*/ 914703 h 1647175"/>
                <a:gd name="connsiteX19" fmla="*/ 1443397 w 1515194"/>
                <a:gd name="connsiteY19" fmla="*/ 775638 h 1647175"/>
                <a:gd name="connsiteX20" fmla="*/ 340402 w 1515194"/>
                <a:gd name="connsiteY20" fmla="*/ 31736 h 1647175"/>
                <a:gd name="connsiteX21" fmla="*/ 253725 w 1515194"/>
                <a:gd name="connsiteY21" fmla="*/ 5066 h 164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15194" h="1647175">
                  <a:moveTo>
                    <a:pt x="160380" y="1647176"/>
                  </a:moveTo>
                  <a:cubicBezTo>
                    <a:pt x="128947" y="1647176"/>
                    <a:pt x="98467" y="1637651"/>
                    <a:pt x="70845" y="1619553"/>
                  </a:cubicBezTo>
                  <a:cubicBezTo>
                    <a:pt x="23220" y="1587168"/>
                    <a:pt x="-3450" y="1533828"/>
                    <a:pt x="360" y="1475726"/>
                  </a:cubicBezTo>
                  <a:lnTo>
                    <a:pt x="92752" y="148893"/>
                  </a:lnTo>
                  <a:cubicBezTo>
                    <a:pt x="96562" y="90791"/>
                    <a:pt x="129900" y="41261"/>
                    <a:pt x="182287" y="16496"/>
                  </a:cubicBezTo>
                  <a:cubicBezTo>
                    <a:pt x="234675" y="-9222"/>
                    <a:pt x="293730" y="-4459"/>
                    <a:pt x="341355" y="27926"/>
                  </a:cubicBezTo>
                  <a:lnTo>
                    <a:pt x="1444350" y="771828"/>
                  </a:lnTo>
                  <a:cubicBezTo>
                    <a:pt x="1491975" y="804213"/>
                    <a:pt x="1518645" y="857553"/>
                    <a:pt x="1514835" y="915656"/>
                  </a:cubicBezTo>
                  <a:cubicBezTo>
                    <a:pt x="1511025" y="973758"/>
                    <a:pt x="1477687" y="1023288"/>
                    <a:pt x="1425300" y="1048053"/>
                  </a:cubicBezTo>
                  <a:lnTo>
                    <a:pt x="230865" y="1630983"/>
                  </a:lnTo>
                  <a:cubicBezTo>
                    <a:pt x="208005" y="1641461"/>
                    <a:pt x="184192" y="1647176"/>
                    <a:pt x="160380" y="1647176"/>
                  </a:cubicBezTo>
                  <a:close/>
                  <a:moveTo>
                    <a:pt x="253725" y="5066"/>
                  </a:moveTo>
                  <a:cubicBezTo>
                    <a:pt x="230865" y="5066"/>
                    <a:pt x="208005" y="10781"/>
                    <a:pt x="186097" y="21258"/>
                  </a:cubicBezTo>
                  <a:cubicBezTo>
                    <a:pt x="135615" y="46023"/>
                    <a:pt x="103230" y="93648"/>
                    <a:pt x="99420" y="148893"/>
                  </a:cubicBezTo>
                  <a:lnTo>
                    <a:pt x="7027" y="1475726"/>
                  </a:lnTo>
                  <a:cubicBezTo>
                    <a:pt x="3217" y="1530971"/>
                    <a:pt x="27982" y="1583358"/>
                    <a:pt x="74655" y="1614791"/>
                  </a:cubicBezTo>
                  <a:cubicBezTo>
                    <a:pt x="121327" y="1646223"/>
                    <a:pt x="178477" y="1650033"/>
                    <a:pt x="228960" y="1625268"/>
                  </a:cubicBezTo>
                  <a:lnTo>
                    <a:pt x="1424347" y="1042338"/>
                  </a:lnTo>
                  <a:cubicBezTo>
                    <a:pt x="1474830" y="1017573"/>
                    <a:pt x="1507215" y="969948"/>
                    <a:pt x="1511025" y="914703"/>
                  </a:cubicBezTo>
                  <a:cubicBezTo>
                    <a:pt x="1514835" y="859458"/>
                    <a:pt x="1490070" y="807071"/>
                    <a:pt x="1443397" y="775638"/>
                  </a:cubicBezTo>
                  <a:lnTo>
                    <a:pt x="340402" y="31736"/>
                  </a:lnTo>
                  <a:cubicBezTo>
                    <a:pt x="313732" y="14591"/>
                    <a:pt x="284205" y="5066"/>
                    <a:pt x="253725" y="5066"/>
                  </a:cubicBezTo>
                  <a:close/>
                </a:path>
              </a:pathLst>
            </a:custGeom>
            <a:grpFill/>
            <a:ln w="9525" cap="flat">
              <a:noFill/>
              <a:prstDash val="solid"/>
              <a:miter/>
            </a:ln>
          </p:spPr>
          <p:txBody>
            <a:bodyPr rtlCol="0" anchor="ctr"/>
            <a:lstStyle/>
            <a:p>
              <a:endParaRPr lang="en-US" sz="1730"/>
            </a:p>
          </p:txBody>
        </p:sp>
        <p:sp>
          <p:nvSpPr>
            <p:cNvPr id="63" name="Freeform: Shape 62">
              <a:extLst>
                <a:ext uri="{FF2B5EF4-FFF2-40B4-BE49-F238E27FC236}">
                  <a16:creationId xmlns:a16="http://schemas.microsoft.com/office/drawing/2014/main" id="{CC2E0FF5-A5BB-4D0F-8410-10DCCFA64505}"/>
                </a:ext>
              </a:extLst>
            </p:cNvPr>
            <p:cNvSpPr/>
            <p:nvPr/>
          </p:nvSpPr>
          <p:spPr>
            <a:xfrm>
              <a:off x="5267647" y="2501714"/>
              <a:ext cx="1640193" cy="1544187"/>
            </a:xfrm>
            <a:custGeom>
              <a:avLst/>
              <a:gdLst>
                <a:gd name="connsiteX0" fmla="*/ 159062 w 1640193"/>
                <a:gd name="connsiteY0" fmla="*/ 1544188 h 1544187"/>
                <a:gd name="connsiteX1" fmla="*/ 32379 w 1640193"/>
                <a:gd name="connsiteY1" fmla="*/ 1480370 h 1544187"/>
                <a:gd name="connsiteX2" fmla="*/ 13329 w 1640193"/>
                <a:gd name="connsiteY2" fmla="*/ 1321303 h 1544187"/>
                <a:gd name="connsiteX3" fmla="*/ 532442 w 1640193"/>
                <a:gd name="connsiteY3" fmla="*/ 97340 h 1544187"/>
                <a:gd name="connsiteX4" fmla="*/ 660077 w 1640193"/>
                <a:gd name="connsiteY4" fmla="*/ 1138 h 1544187"/>
                <a:gd name="connsiteX5" fmla="*/ 806762 w 1640193"/>
                <a:gd name="connsiteY5" fmla="*/ 64003 h 1544187"/>
                <a:gd name="connsiteX6" fmla="*/ 1607814 w 1640193"/>
                <a:gd name="connsiteY6" fmla="*/ 1126040 h 1544187"/>
                <a:gd name="connsiteX7" fmla="*/ 1626864 w 1640193"/>
                <a:gd name="connsiteY7" fmla="*/ 1285108 h 1544187"/>
                <a:gd name="connsiteX8" fmla="*/ 1499229 w 1640193"/>
                <a:gd name="connsiteY8" fmla="*/ 1381310 h 1544187"/>
                <a:gd name="connsiteX9" fmla="*/ 179064 w 1640193"/>
                <a:gd name="connsiteY9" fmla="*/ 1543235 h 1544187"/>
                <a:gd name="connsiteX10" fmla="*/ 159062 w 1640193"/>
                <a:gd name="connsiteY10" fmla="*/ 1544188 h 1544187"/>
                <a:gd name="connsiteX11" fmla="*/ 680079 w 1640193"/>
                <a:gd name="connsiteY11" fmla="*/ 4948 h 1544187"/>
                <a:gd name="connsiteX12" fmla="*/ 661029 w 1640193"/>
                <a:gd name="connsiteY12" fmla="*/ 5900 h 1544187"/>
                <a:gd name="connsiteX13" fmla="*/ 538157 w 1640193"/>
                <a:gd name="connsiteY13" fmla="*/ 99245 h 1544187"/>
                <a:gd name="connsiteX14" fmla="*/ 18092 w 1640193"/>
                <a:gd name="connsiteY14" fmla="*/ 1324160 h 1544187"/>
                <a:gd name="connsiteX15" fmla="*/ 37142 w 1640193"/>
                <a:gd name="connsiteY15" fmla="*/ 1477513 h 1544187"/>
                <a:gd name="connsiteX16" fmla="*/ 179064 w 1640193"/>
                <a:gd name="connsiteY16" fmla="*/ 1537520 h 1544187"/>
                <a:gd name="connsiteX17" fmla="*/ 1499229 w 1640193"/>
                <a:gd name="connsiteY17" fmla="*/ 1375595 h 1544187"/>
                <a:gd name="connsiteX18" fmla="*/ 1622102 w 1640193"/>
                <a:gd name="connsiteY18" fmla="*/ 1282250 h 1544187"/>
                <a:gd name="connsiteX19" fmla="*/ 1603052 w 1640193"/>
                <a:gd name="connsiteY19" fmla="*/ 1128898 h 1544187"/>
                <a:gd name="connsiteX20" fmla="*/ 802952 w 1640193"/>
                <a:gd name="connsiteY20" fmla="*/ 66860 h 1544187"/>
                <a:gd name="connsiteX21" fmla="*/ 680079 w 1640193"/>
                <a:gd name="connsiteY21" fmla="*/ 4948 h 154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0193" h="1544187">
                  <a:moveTo>
                    <a:pt x="159062" y="1544188"/>
                  </a:moveTo>
                  <a:cubicBezTo>
                    <a:pt x="109532" y="1544188"/>
                    <a:pt x="62859" y="1521328"/>
                    <a:pt x="32379" y="1480370"/>
                  </a:cubicBezTo>
                  <a:cubicBezTo>
                    <a:pt x="-2863" y="1434650"/>
                    <a:pt x="-9531" y="1374643"/>
                    <a:pt x="13329" y="1321303"/>
                  </a:cubicBezTo>
                  <a:lnTo>
                    <a:pt x="532442" y="97340"/>
                  </a:lnTo>
                  <a:cubicBezTo>
                    <a:pt x="555302" y="44000"/>
                    <a:pt x="602927" y="7805"/>
                    <a:pt x="660077" y="1138"/>
                  </a:cubicBezTo>
                  <a:cubicBezTo>
                    <a:pt x="717227" y="-5530"/>
                    <a:pt x="772472" y="17330"/>
                    <a:pt x="806762" y="64003"/>
                  </a:cubicBezTo>
                  <a:lnTo>
                    <a:pt x="1607814" y="1126040"/>
                  </a:lnTo>
                  <a:cubicBezTo>
                    <a:pt x="1643057" y="1171760"/>
                    <a:pt x="1649724" y="1231768"/>
                    <a:pt x="1626864" y="1285108"/>
                  </a:cubicBezTo>
                  <a:cubicBezTo>
                    <a:pt x="1604004" y="1338448"/>
                    <a:pt x="1556379" y="1374643"/>
                    <a:pt x="1499229" y="1381310"/>
                  </a:cubicBezTo>
                  <a:lnTo>
                    <a:pt x="179064" y="1543235"/>
                  </a:lnTo>
                  <a:cubicBezTo>
                    <a:pt x="172397" y="1544188"/>
                    <a:pt x="165729" y="1544188"/>
                    <a:pt x="159062" y="1544188"/>
                  </a:cubicBezTo>
                  <a:close/>
                  <a:moveTo>
                    <a:pt x="680079" y="4948"/>
                  </a:moveTo>
                  <a:cubicBezTo>
                    <a:pt x="673412" y="4948"/>
                    <a:pt x="666744" y="4948"/>
                    <a:pt x="661029" y="5900"/>
                  </a:cubicBezTo>
                  <a:cubicBezTo>
                    <a:pt x="605784" y="12568"/>
                    <a:pt x="559112" y="47810"/>
                    <a:pt x="538157" y="99245"/>
                  </a:cubicBezTo>
                  <a:lnTo>
                    <a:pt x="18092" y="1324160"/>
                  </a:lnTo>
                  <a:cubicBezTo>
                    <a:pt x="-3816" y="1375595"/>
                    <a:pt x="2852" y="1432745"/>
                    <a:pt x="37142" y="1477513"/>
                  </a:cubicBezTo>
                  <a:cubicBezTo>
                    <a:pt x="70479" y="1522280"/>
                    <a:pt x="123819" y="1544188"/>
                    <a:pt x="179064" y="1537520"/>
                  </a:cubicBezTo>
                  <a:lnTo>
                    <a:pt x="1499229" y="1375595"/>
                  </a:lnTo>
                  <a:cubicBezTo>
                    <a:pt x="1554474" y="1368928"/>
                    <a:pt x="1601147" y="1333685"/>
                    <a:pt x="1622102" y="1282250"/>
                  </a:cubicBezTo>
                  <a:cubicBezTo>
                    <a:pt x="1644009" y="1230815"/>
                    <a:pt x="1637342" y="1173665"/>
                    <a:pt x="1603052" y="1128898"/>
                  </a:cubicBezTo>
                  <a:lnTo>
                    <a:pt x="802952" y="66860"/>
                  </a:lnTo>
                  <a:cubicBezTo>
                    <a:pt x="773424" y="27808"/>
                    <a:pt x="728657" y="4948"/>
                    <a:pt x="680079" y="4948"/>
                  </a:cubicBezTo>
                  <a:close/>
                </a:path>
              </a:pathLst>
            </a:custGeom>
            <a:grpFill/>
            <a:ln w="9525" cap="flat">
              <a:noFill/>
              <a:prstDash val="solid"/>
              <a:miter/>
            </a:ln>
          </p:spPr>
          <p:txBody>
            <a:bodyPr rtlCol="0" anchor="ctr"/>
            <a:lstStyle/>
            <a:p>
              <a:endParaRPr lang="en-US" sz="1730"/>
            </a:p>
          </p:txBody>
        </p:sp>
        <p:sp>
          <p:nvSpPr>
            <p:cNvPr id="64" name="Freeform: Shape 63">
              <a:extLst>
                <a:ext uri="{FF2B5EF4-FFF2-40B4-BE49-F238E27FC236}">
                  <a16:creationId xmlns:a16="http://schemas.microsoft.com/office/drawing/2014/main" id="{0A798B21-078E-4812-94B9-30093D70246A}"/>
                </a:ext>
              </a:extLst>
            </p:cNvPr>
            <p:cNvSpPr/>
            <p:nvPr/>
          </p:nvSpPr>
          <p:spPr>
            <a:xfrm>
              <a:off x="5184232" y="2459493"/>
              <a:ext cx="1623190" cy="1584503"/>
            </a:xfrm>
            <a:custGeom>
              <a:avLst/>
              <a:gdLst>
                <a:gd name="connsiteX0" fmla="*/ 1462629 w 1623190"/>
                <a:gd name="connsiteY0" fmla="*/ 1584504 h 1584503"/>
                <a:gd name="connsiteX1" fmla="*/ 1428339 w 1623190"/>
                <a:gd name="connsiteY1" fmla="*/ 1580694 h 1584503"/>
                <a:gd name="connsiteX2" fmla="*/ 127224 w 1623190"/>
                <a:gd name="connsiteY2" fmla="*/ 1304469 h 1584503"/>
                <a:gd name="connsiteX3" fmla="*/ 8162 w 1623190"/>
                <a:gd name="connsiteY3" fmla="*/ 1197789 h 1584503"/>
                <a:gd name="connsiteX4" fmla="*/ 41499 w 1623190"/>
                <a:gd name="connsiteY4" fmla="*/ 1041579 h 1584503"/>
                <a:gd name="connsiteX5" fmla="*/ 932087 w 1623190"/>
                <a:gd name="connsiteY5" fmla="*/ 52884 h 1584503"/>
                <a:gd name="connsiteX6" fmla="*/ 1084487 w 1623190"/>
                <a:gd name="connsiteY6" fmla="*/ 3354 h 1584503"/>
                <a:gd name="connsiteX7" fmla="*/ 1203549 w 1623190"/>
                <a:gd name="connsiteY7" fmla="*/ 110034 h 1584503"/>
                <a:gd name="connsiteX8" fmla="*/ 1615029 w 1623190"/>
                <a:gd name="connsiteY8" fmla="*/ 1374954 h 1584503"/>
                <a:gd name="connsiteX9" fmla="*/ 1581692 w 1623190"/>
                <a:gd name="connsiteY9" fmla="*/ 1531164 h 1584503"/>
                <a:gd name="connsiteX10" fmla="*/ 1462629 w 1623190"/>
                <a:gd name="connsiteY10" fmla="*/ 1584504 h 1584503"/>
                <a:gd name="connsiteX11" fmla="*/ 1050197 w 1623190"/>
                <a:gd name="connsiteY11" fmla="*/ 5259 h 1584503"/>
                <a:gd name="connsiteX12" fmla="*/ 935897 w 1623190"/>
                <a:gd name="connsiteY12" fmla="*/ 56694 h 1584503"/>
                <a:gd name="connsiteX13" fmla="*/ 45309 w 1623190"/>
                <a:gd name="connsiteY13" fmla="*/ 1044436 h 1584503"/>
                <a:gd name="connsiteX14" fmla="*/ 12924 w 1623190"/>
                <a:gd name="connsiteY14" fmla="*/ 1194931 h 1584503"/>
                <a:gd name="connsiteX15" fmla="*/ 127224 w 1623190"/>
                <a:gd name="connsiteY15" fmla="*/ 1297801 h 1584503"/>
                <a:gd name="connsiteX16" fmla="*/ 1428339 w 1623190"/>
                <a:gd name="connsiteY16" fmla="*/ 1574026 h 1584503"/>
                <a:gd name="connsiteX17" fmla="*/ 1575024 w 1623190"/>
                <a:gd name="connsiteY17" fmla="*/ 1526401 h 1584503"/>
                <a:gd name="connsiteX18" fmla="*/ 1607409 w 1623190"/>
                <a:gd name="connsiteY18" fmla="*/ 1375906 h 1584503"/>
                <a:gd name="connsiteX19" fmla="*/ 1197834 w 1623190"/>
                <a:gd name="connsiteY19" fmla="*/ 111939 h 1584503"/>
                <a:gd name="connsiteX20" fmla="*/ 1083534 w 1623190"/>
                <a:gd name="connsiteY20" fmla="*/ 9069 h 1584503"/>
                <a:gd name="connsiteX21" fmla="*/ 1050197 w 1623190"/>
                <a:gd name="connsiteY21" fmla="*/ 5259 h 1584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23190" h="1584503">
                  <a:moveTo>
                    <a:pt x="1462629" y="1584504"/>
                  </a:moveTo>
                  <a:cubicBezTo>
                    <a:pt x="1451199" y="1584504"/>
                    <a:pt x="1439769" y="1583551"/>
                    <a:pt x="1428339" y="1580694"/>
                  </a:cubicBezTo>
                  <a:lnTo>
                    <a:pt x="127224" y="1304469"/>
                  </a:lnTo>
                  <a:cubicBezTo>
                    <a:pt x="71027" y="1292086"/>
                    <a:pt x="26259" y="1252081"/>
                    <a:pt x="8162" y="1197789"/>
                  </a:cubicBezTo>
                  <a:cubicBezTo>
                    <a:pt x="-9936" y="1142544"/>
                    <a:pt x="2447" y="1084441"/>
                    <a:pt x="41499" y="1041579"/>
                  </a:cubicBezTo>
                  <a:lnTo>
                    <a:pt x="932087" y="52884"/>
                  </a:lnTo>
                  <a:cubicBezTo>
                    <a:pt x="971139" y="10021"/>
                    <a:pt x="1027337" y="-8076"/>
                    <a:pt x="1084487" y="3354"/>
                  </a:cubicBezTo>
                  <a:cubicBezTo>
                    <a:pt x="1140684" y="15736"/>
                    <a:pt x="1185452" y="55741"/>
                    <a:pt x="1203549" y="110034"/>
                  </a:cubicBezTo>
                  <a:lnTo>
                    <a:pt x="1615029" y="1374954"/>
                  </a:lnTo>
                  <a:cubicBezTo>
                    <a:pt x="1633127" y="1430199"/>
                    <a:pt x="1620744" y="1488301"/>
                    <a:pt x="1581692" y="1531164"/>
                  </a:cubicBezTo>
                  <a:cubicBezTo>
                    <a:pt x="1549307" y="1566406"/>
                    <a:pt x="1507397" y="1584504"/>
                    <a:pt x="1462629" y="1584504"/>
                  </a:cubicBezTo>
                  <a:close/>
                  <a:moveTo>
                    <a:pt x="1050197" y="5259"/>
                  </a:moveTo>
                  <a:cubicBezTo>
                    <a:pt x="1007334" y="5259"/>
                    <a:pt x="966377" y="23356"/>
                    <a:pt x="935897" y="56694"/>
                  </a:cubicBezTo>
                  <a:lnTo>
                    <a:pt x="45309" y="1044436"/>
                  </a:lnTo>
                  <a:cubicBezTo>
                    <a:pt x="8162" y="1086346"/>
                    <a:pt x="-4221" y="1142544"/>
                    <a:pt x="12924" y="1194931"/>
                  </a:cubicBezTo>
                  <a:cubicBezTo>
                    <a:pt x="30069" y="1248271"/>
                    <a:pt x="72932" y="1286371"/>
                    <a:pt x="127224" y="1297801"/>
                  </a:cubicBezTo>
                  <a:lnTo>
                    <a:pt x="1428339" y="1574026"/>
                  </a:lnTo>
                  <a:cubicBezTo>
                    <a:pt x="1482632" y="1585456"/>
                    <a:pt x="1537877" y="1567359"/>
                    <a:pt x="1575024" y="1526401"/>
                  </a:cubicBezTo>
                  <a:cubicBezTo>
                    <a:pt x="1612172" y="1484491"/>
                    <a:pt x="1624554" y="1428294"/>
                    <a:pt x="1607409" y="1375906"/>
                  </a:cubicBezTo>
                  <a:lnTo>
                    <a:pt x="1197834" y="111939"/>
                  </a:lnTo>
                  <a:cubicBezTo>
                    <a:pt x="1180689" y="58599"/>
                    <a:pt x="1137827" y="20499"/>
                    <a:pt x="1083534" y="9069"/>
                  </a:cubicBezTo>
                  <a:cubicBezTo>
                    <a:pt x="1072104" y="6211"/>
                    <a:pt x="1060674" y="5259"/>
                    <a:pt x="1050197" y="5259"/>
                  </a:cubicBezTo>
                  <a:close/>
                </a:path>
              </a:pathLst>
            </a:custGeom>
            <a:grpFill/>
            <a:ln w="9525" cap="flat">
              <a:noFill/>
              <a:prstDash val="solid"/>
              <a:miter/>
            </a:ln>
          </p:spPr>
          <p:txBody>
            <a:bodyPr rtlCol="0" anchor="ctr"/>
            <a:lstStyle/>
            <a:p>
              <a:endParaRPr lang="en-US" sz="1730"/>
            </a:p>
          </p:txBody>
        </p:sp>
        <p:sp>
          <p:nvSpPr>
            <p:cNvPr id="65" name="Freeform: Shape 64">
              <a:extLst>
                <a:ext uri="{FF2B5EF4-FFF2-40B4-BE49-F238E27FC236}">
                  <a16:creationId xmlns:a16="http://schemas.microsoft.com/office/drawing/2014/main" id="{AC19297F-DA07-4516-9BBF-8659DF752EE0}"/>
                </a:ext>
              </a:extLst>
            </p:cNvPr>
            <p:cNvSpPr/>
            <p:nvPr/>
          </p:nvSpPr>
          <p:spPr>
            <a:xfrm>
              <a:off x="5197133" y="2512353"/>
              <a:ext cx="1483088" cy="1650706"/>
            </a:xfrm>
            <a:custGeom>
              <a:avLst/>
              <a:gdLst>
                <a:gd name="connsiteX0" fmla="*/ 1300186 w 1483088"/>
                <a:gd name="connsiteY0" fmla="*/ 1650706 h 1650706"/>
                <a:gd name="connsiteX1" fmla="*/ 1218271 w 1483088"/>
                <a:gd name="connsiteY1" fmla="*/ 1627846 h 1650706"/>
                <a:gd name="connsiteX2" fmla="*/ 77176 w 1483088"/>
                <a:gd name="connsiteY2" fmla="*/ 942046 h 1650706"/>
                <a:gd name="connsiteX3" fmla="*/ 23 w 1483088"/>
                <a:gd name="connsiteY3" fmla="*/ 802029 h 1650706"/>
                <a:gd name="connsiteX4" fmla="*/ 81938 w 1483088"/>
                <a:gd name="connsiteY4" fmla="*/ 664869 h 1650706"/>
                <a:gd name="connsiteX5" fmla="*/ 1245893 w 1483088"/>
                <a:gd name="connsiteY5" fmla="*/ 20026 h 1650706"/>
                <a:gd name="connsiteX6" fmla="*/ 1405913 w 1483088"/>
                <a:gd name="connsiteY6" fmla="*/ 22884 h 1650706"/>
                <a:gd name="connsiteX7" fmla="*/ 1483066 w 1483088"/>
                <a:gd name="connsiteY7" fmla="*/ 162901 h 1650706"/>
                <a:gd name="connsiteX8" fmla="*/ 1460206 w 1483088"/>
                <a:gd name="connsiteY8" fmla="*/ 1493544 h 1650706"/>
                <a:gd name="connsiteX9" fmla="*/ 1378291 w 1483088"/>
                <a:gd name="connsiteY9" fmla="*/ 1630704 h 1650706"/>
                <a:gd name="connsiteX10" fmla="*/ 1300186 w 1483088"/>
                <a:gd name="connsiteY10" fmla="*/ 1650706 h 1650706"/>
                <a:gd name="connsiteX11" fmla="*/ 1323046 w 1483088"/>
                <a:gd name="connsiteY11" fmla="*/ 5739 h 1650706"/>
                <a:gd name="connsiteX12" fmla="*/ 1247798 w 1483088"/>
                <a:gd name="connsiteY12" fmla="*/ 25741 h 1650706"/>
                <a:gd name="connsiteX13" fmla="*/ 84796 w 1483088"/>
                <a:gd name="connsiteY13" fmla="*/ 669631 h 1650706"/>
                <a:gd name="connsiteX14" fmla="*/ 5738 w 1483088"/>
                <a:gd name="connsiteY14" fmla="*/ 802029 h 1650706"/>
                <a:gd name="connsiteX15" fmla="*/ 80033 w 1483088"/>
                <a:gd name="connsiteY15" fmla="*/ 937284 h 1650706"/>
                <a:gd name="connsiteX16" fmla="*/ 1220176 w 1483088"/>
                <a:gd name="connsiteY16" fmla="*/ 1622131 h 1650706"/>
                <a:gd name="connsiteX17" fmla="*/ 1374481 w 1483088"/>
                <a:gd name="connsiteY17" fmla="*/ 1624989 h 1650706"/>
                <a:gd name="connsiteX18" fmla="*/ 1453538 w 1483088"/>
                <a:gd name="connsiteY18" fmla="*/ 1492591 h 1650706"/>
                <a:gd name="connsiteX19" fmla="*/ 1456396 w 1483088"/>
                <a:gd name="connsiteY19" fmla="*/ 1492591 h 1650706"/>
                <a:gd name="connsiteX20" fmla="*/ 1453538 w 1483088"/>
                <a:gd name="connsiteY20" fmla="*/ 1492591 h 1650706"/>
                <a:gd name="connsiteX21" fmla="*/ 1476398 w 1483088"/>
                <a:gd name="connsiteY21" fmla="*/ 161949 h 1650706"/>
                <a:gd name="connsiteX22" fmla="*/ 1401151 w 1483088"/>
                <a:gd name="connsiteY22" fmla="*/ 26694 h 1650706"/>
                <a:gd name="connsiteX23" fmla="*/ 1323046 w 1483088"/>
                <a:gd name="connsiteY23" fmla="*/ 5739 h 165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83088" h="1650706">
                  <a:moveTo>
                    <a:pt x="1300186" y="1650706"/>
                  </a:moveTo>
                  <a:cubicBezTo>
                    <a:pt x="1271611" y="1650706"/>
                    <a:pt x="1243036" y="1643086"/>
                    <a:pt x="1218271" y="1627846"/>
                  </a:cubicBezTo>
                  <a:lnTo>
                    <a:pt x="77176" y="942046"/>
                  </a:lnTo>
                  <a:cubicBezTo>
                    <a:pt x="27646" y="912519"/>
                    <a:pt x="-929" y="860131"/>
                    <a:pt x="23" y="802029"/>
                  </a:cubicBezTo>
                  <a:cubicBezTo>
                    <a:pt x="976" y="743926"/>
                    <a:pt x="31456" y="693444"/>
                    <a:pt x="81938" y="664869"/>
                  </a:cubicBezTo>
                  <a:lnTo>
                    <a:pt x="1245893" y="20026"/>
                  </a:lnTo>
                  <a:cubicBezTo>
                    <a:pt x="1296376" y="-7596"/>
                    <a:pt x="1356383" y="-6644"/>
                    <a:pt x="1405913" y="22884"/>
                  </a:cubicBezTo>
                  <a:cubicBezTo>
                    <a:pt x="1455443" y="52411"/>
                    <a:pt x="1484018" y="104799"/>
                    <a:pt x="1483066" y="162901"/>
                  </a:cubicBezTo>
                  <a:lnTo>
                    <a:pt x="1460206" y="1493544"/>
                  </a:lnTo>
                  <a:cubicBezTo>
                    <a:pt x="1459253" y="1551646"/>
                    <a:pt x="1428773" y="1602129"/>
                    <a:pt x="1378291" y="1630704"/>
                  </a:cubicBezTo>
                  <a:cubicBezTo>
                    <a:pt x="1353526" y="1644039"/>
                    <a:pt x="1326856" y="1650706"/>
                    <a:pt x="1300186" y="1650706"/>
                  </a:cubicBezTo>
                  <a:close/>
                  <a:moveTo>
                    <a:pt x="1323046" y="5739"/>
                  </a:moveTo>
                  <a:cubicBezTo>
                    <a:pt x="1297328" y="5739"/>
                    <a:pt x="1271611" y="12406"/>
                    <a:pt x="1247798" y="25741"/>
                  </a:cubicBezTo>
                  <a:lnTo>
                    <a:pt x="84796" y="669631"/>
                  </a:lnTo>
                  <a:cubicBezTo>
                    <a:pt x="36218" y="696301"/>
                    <a:pt x="6691" y="745831"/>
                    <a:pt x="5738" y="802029"/>
                  </a:cubicBezTo>
                  <a:cubicBezTo>
                    <a:pt x="4786" y="858226"/>
                    <a:pt x="32408" y="908709"/>
                    <a:pt x="80033" y="937284"/>
                  </a:cubicBezTo>
                  <a:lnTo>
                    <a:pt x="1220176" y="1622131"/>
                  </a:lnTo>
                  <a:cubicBezTo>
                    <a:pt x="1267801" y="1650706"/>
                    <a:pt x="1325903" y="1651659"/>
                    <a:pt x="1374481" y="1624989"/>
                  </a:cubicBezTo>
                  <a:cubicBezTo>
                    <a:pt x="1423058" y="1598319"/>
                    <a:pt x="1452586" y="1548789"/>
                    <a:pt x="1453538" y="1492591"/>
                  </a:cubicBezTo>
                  <a:lnTo>
                    <a:pt x="1456396" y="1492591"/>
                  </a:lnTo>
                  <a:lnTo>
                    <a:pt x="1453538" y="1492591"/>
                  </a:lnTo>
                  <a:lnTo>
                    <a:pt x="1476398" y="161949"/>
                  </a:lnTo>
                  <a:cubicBezTo>
                    <a:pt x="1477351" y="105751"/>
                    <a:pt x="1449728" y="55269"/>
                    <a:pt x="1401151" y="26694"/>
                  </a:cubicBezTo>
                  <a:cubicBezTo>
                    <a:pt x="1378291" y="13359"/>
                    <a:pt x="1350668" y="5739"/>
                    <a:pt x="1323046" y="5739"/>
                  </a:cubicBezTo>
                  <a:close/>
                </a:path>
              </a:pathLst>
            </a:custGeom>
            <a:grpFill/>
            <a:ln w="9525" cap="flat">
              <a:noFill/>
              <a:prstDash val="solid"/>
              <a:miter/>
            </a:ln>
          </p:spPr>
          <p:txBody>
            <a:bodyPr rtlCol="0" anchor="ctr"/>
            <a:lstStyle/>
            <a:p>
              <a:endParaRPr lang="en-US" sz="1730"/>
            </a:p>
          </p:txBody>
        </p:sp>
        <p:sp>
          <p:nvSpPr>
            <p:cNvPr id="66" name="Freeform: Shape 65">
              <a:extLst>
                <a:ext uri="{FF2B5EF4-FFF2-40B4-BE49-F238E27FC236}">
                  <a16:creationId xmlns:a16="http://schemas.microsoft.com/office/drawing/2014/main" id="{A3AE18E5-A02F-40DE-8341-C45B4B2DA52E}"/>
                </a:ext>
              </a:extLst>
            </p:cNvPr>
            <p:cNvSpPr/>
            <p:nvPr/>
          </p:nvSpPr>
          <p:spPr>
            <a:xfrm>
              <a:off x="5302425" y="2655449"/>
              <a:ext cx="1631597" cy="1570475"/>
            </a:xfrm>
            <a:custGeom>
              <a:avLst/>
              <a:gdLst>
                <a:gd name="connsiteX0" fmla="*/ 1014871 w 1631597"/>
                <a:gd name="connsiteY0" fmla="*/ 1570476 h 1570475"/>
                <a:gd name="connsiteX1" fmla="*/ 892951 w 1631597"/>
                <a:gd name="connsiteY1" fmla="*/ 1513326 h 1570475"/>
                <a:gd name="connsiteX2" fmla="*/ 37606 w 1631597"/>
                <a:gd name="connsiteY2" fmla="*/ 494151 h 1570475"/>
                <a:gd name="connsiteX3" fmla="*/ 9984 w 1631597"/>
                <a:gd name="connsiteY3" fmla="*/ 336988 h 1570475"/>
                <a:gd name="connsiteX4" fmla="*/ 132856 w 1631597"/>
                <a:gd name="connsiteY4" fmla="*/ 234118 h 1570475"/>
                <a:gd name="connsiteX5" fmla="*/ 1443496 w 1631597"/>
                <a:gd name="connsiteY5" fmla="*/ 2660 h 1570475"/>
                <a:gd name="connsiteX6" fmla="*/ 1593991 w 1631597"/>
                <a:gd name="connsiteY6" fmla="*/ 56953 h 1570475"/>
                <a:gd name="connsiteX7" fmla="*/ 1621614 w 1631597"/>
                <a:gd name="connsiteY7" fmla="*/ 214115 h 1570475"/>
                <a:gd name="connsiteX8" fmla="*/ 1166319 w 1631597"/>
                <a:gd name="connsiteY8" fmla="*/ 1464748 h 1570475"/>
                <a:gd name="connsiteX9" fmla="*/ 1043446 w 1631597"/>
                <a:gd name="connsiteY9" fmla="*/ 1567618 h 1570475"/>
                <a:gd name="connsiteX10" fmla="*/ 1014871 w 1631597"/>
                <a:gd name="connsiteY10" fmla="*/ 1570476 h 1570475"/>
                <a:gd name="connsiteX11" fmla="*/ 1471119 w 1631597"/>
                <a:gd name="connsiteY11" fmla="*/ 6470 h 1570475"/>
                <a:gd name="connsiteX12" fmla="*/ 1443496 w 1631597"/>
                <a:gd name="connsiteY12" fmla="*/ 9328 h 1570475"/>
                <a:gd name="connsiteX13" fmla="*/ 133809 w 1631597"/>
                <a:gd name="connsiteY13" fmla="*/ 239833 h 1570475"/>
                <a:gd name="connsiteX14" fmla="*/ 15699 w 1631597"/>
                <a:gd name="connsiteY14" fmla="*/ 338893 h 1570475"/>
                <a:gd name="connsiteX15" fmla="*/ 42369 w 1631597"/>
                <a:gd name="connsiteY15" fmla="*/ 491293 h 1570475"/>
                <a:gd name="connsiteX16" fmla="*/ 897714 w 1631597"/>
                <a:gd name="connsiteY16" fmla="*/ 1510468 h 1570475"/>
                <a:gd name="connsiteX17" fmla="*/ 1042494 w 1631597"/>
                <a:gd name="connsiteY17" fmla="*/ 1562856 h 1570475"/>
                <a:gd name="connsiteX18" fmla="*/ 1160604 w 1631597"/>
                <a:gd name="connsiteY18" fmla="*/ 1463796 h 1570475"/>
                <a:gd name="connsiteX19" fmla="*/ 1163461 w 1631597"/>
                <a:gd name="connsiteY19" fmla="*/ 1464748 h 1570475"/>
                <a:gd name="connsiteX20" fmla="*/ 1160604 w 1631597"/>
                <a:gd name="connsiteY20" fmla="*/ 1463796 h 1570475"/>
                <a:gd name="connsiteX21" fmla="*/ 1615899 w 1631597"/>
                <a:gd name="connsiteY21" fmla="*/ 213163 h 1570475"/>
                <a:gd name="connsiteX22" fmla="*/ 1589229 w 1631597"/>
                <a:gd name="connsiteY22" fmla="*/ 60763 h 1570475"/>
                <a:gd name="connsiteX23" fmla="*/ 1471119 w 1631597"/>
                <a:gd name="connsiteY23" fmla="*/ 6470 h 157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1597" h="1570475">
                  <a:moveTo>
                    <a:pt x="1014871" y="1570476"/>
                  </a:moveTo>
                  <a:cubicBezTo>
                    <a:pt x="968199" y="1570476"/>
                    <a:pt x="924384" y="1550473"/>
                    <a:pt x="892951" y="1513326"/>
                  </a:cubicBezTo>
                  <a:lnTo>
                    <a:pt x="37606" y="494151"/>
                  </a:lnTo>
                  <a:cubicBezTo>
                    <a:pt x="459" y="450336"/>
                    <a:pt x="-10019" y="391281"/>
                    <a:pt x="9984" y="336988"/>
                  </a:cubicBezTo>
                  <a:cubicBezTo>
                    <a:pt x="29986" y="282695"/>
                    <a:pt x="75706" y="244595"/>
                    <a:pt x="132856" y="234118"/>
                  </a:cubicBezTo>
                  <a:lnTo>
                    <a:pt x="1443496" y="2660"/>
                  </a:lnTo>
                  <a:cubicBezTo>
                    <a:pt x="1500646" y="-7817"/>
                    <a:pt x="1556844" y="13138"/>
                    <a:pt x="1593991" y="56953"/>
                  </a:cubicBezTo>
                  <a:cubicBezTo>
                    <a:pt x="1631139" y="100768"/>
                    <a:pt x="1641616" y="159823"/>
                    <a:pt x="1621614" y="214115"/>
                  </a:cubicBezTo>
                  <a:lnTo>
                    <a:pt x="1166319" y="1464748"/>
                  </a:lnTo>
                  <a:cubicBezTo>
                    <a:pt x="1146316" y="1519041"/>
                    <a:pt x="1100596" y="1557141"/>
                    <a:pt x="1043446" y="1567618"/>
                  </a:cubicBezTo>
                  <a:cubicBezTo>
                    <a:pt x="1033921" y="1569523"/>
                    <a:pt x="1024396" y="1570476"/>
                    <a:pt x="1014871" y="1570476"/>
                  </a:cubicBezTo>
                  <a:close/>
                  <a:moveTo>
                    <a:pt x="1471119" y="6470"/>
                  </a:moveTo>
                  <a:cubicBezTo>
                    <a:pt x="1461594" y="6470"/>
                    <a:pt x="1453021" y="7423"/>
                    <a:pt x="1443496" y="9328"/>
                  </a:cubicBezTo>
                  <a:lnTo>
                    <a:pt x="133809" y="239833"/>
                  </a:lnTo>
                  <a:cubicBezTo>
                    <a:pt x="78564" y="249358"/>
                    <a:pt x="34749" y="286506"/>
                    <a:pt x="15699" y="338893"/>
                  </a:cubicBezTo>
                  <a:cubicBezTo>
                    <a:pt x="-3351" y="391281"/>
                    <a:pt x="6174" y="448430"/>
                    <a:pt x="42369" y="491293"/>
                  </a:cubicBezTo>
                  <a:lnTo>
                    <a:pt x="897714" y="1510468"/>
                  </a:lnTo>
                  <a:cubicBezTo>
                    <a:pt x="933909" y="1553331"/>
                    <a:pt x="988201" y="1573333"/>
                    <a:pt x="1042494" y="1562856"/>
                  </a:cubicBezTo>
                  <a:cubicBezTo>
                    <a:pt x="1097739" y="1553331"/>
                    <a:pt x="1141554" y="1516183"/>
                    <a:pt x="1160604" y="1463796"/>
                  </a:cubicBezTo>
                  <a:lnTo>
                    <a:pt x="1163461" y="1464748"/>
                  </a:lnTo>
                  <a:lnTo>
                    <a:pt x="1160604" y="1463796"/>
                  </a:lnTo>
                  <a:lnTo>
                    <a:pt x="1615899" y="213163"/>
                  </a:lnTo>
                  <a:cubicBezTo>
                    <a:pt x="1634949" y="160775"/>
                    <a:pt x="1625424" y="103625"/>
                    <a:pt x="1589229" y="60763"/>
                  </a:cubicBezTo>
                  <a:cubicBezTo>
                    <a:pt x="1558749" y="25520"/>
                    <a:pt x="1515886" y="6470"/>
                    <a:pt x="1471119" y="6470"/>
                  </a:cubicBezTo>
                  <a:close/>
                </a:path>
              </a:pathLst>
            </a:custGeom>
            <a:grpFill/>
            <a:ln w="9525" cap="flat">
              <a:noFill/>
              <a:prstDash val="solid"/>
              <a:miter/>
            </a:ln>
          </p:spPr>
          <p:txBody>
            <a:bodyPr rtlCol="0" anchor="ctr"/>
            <a:lstStyle/>
            <a:p>
              <a:endParaRPr lang="en-US" sz="1730"/>
            </a:p>
          </p:txBody>
        </p:sp>
        <p:sp>
          <p:nvSpPr>
            <p:cNvPr id="67" name="Freeform: Shape 66">
              <a:extLst>
                <a:ext uri="{FF2B5EF4-FFF2-40B4-BE49-F238E27FC236}">
                  <a16:creationId xmlns:a16="http://schemas.microsoft.com/office/drawing/2014/main" id="{54B1BE0D-C50F-42D3-A3BE-D285180D9CB2}"/>
                </a:ext>
              </a:extLst>
            </p:cNvPr>
            <p:cNvSpPr/>
            <p:nvPr/>
          </p:nvSpPr>
          <p:spPr>
            <a:xfrm>
              <a:off x="5490992" y="2665438"/>
              <a:ext cx="1634512" cy="1562390"/>
            </a:xfrm>
            <a:custGeom>
              <a:avLst/>
              <a:gdLst>
                <a:gd name="connsiteX0" fmla="*/ 637710 w 1634512"/>
                <a:gd name="connsiteY0" fmla="*/ 1562391 h 1562390"/>
                <a:gd name="connsiteX1" fmla="*/ 611992 w 1634512"/>
                <a:gd name="connsiteY1" fmla="*/ 1560486 h 1562390"/>
                <a:gd name="connsiteX2" fmla="*/ 488167 w 1634512"/>
                <a:gd name="connsiteY2" fmla="*/ 1459521 h 1562390"/>
                <a:gd name="connsiteX3" fmla="*/ 10965 w 1634512"/>
                <a:gd name="connsiteY3" fmla="*/ 217461 h 1562390"/>
                <a:gd name="connsiteX4" fmla="*/ 35730 w 1634512"/>
                <a:gd name="connsiteY4" fmla="*/ 59346 h 1562390"/>
                <a:gd name="connsiteX5" fmla="*/ 185272 w 1634512"/>
                <a:gd name="connsiteY5" fmla="*/ 2196 h 1562390"/>
                <a:gd name="connsiteX6" fmla="*/ 1499723 w 1634512"/>
                <a:gd name="connsiteY6" fmla="*/ 209841 h 1562390"/>
                <a:gd name="connsiteX7" fmla="*/ 1623548 w 1634512"/>
                <a:gd name="connsiteY7" fmla="*/ 310806 h 1562390"/>
                <a:gd name="connsiteX8" fmla="*/ 1598782 w 1634512"/>
                <a:gd name="connsiteY8" fmla="*/ 468921 h 1562390"/>
                <a:gd name="connsiteX9" fmla="*/ 761535 w 1634512"/>
                <a:gd name="connsiteY9" fmla="*/ 1502383 h 1562390"/>
                <a:gd name="connsiteX10" fmla="*/ 759630 w 1634512"/>
                <a:gd name="connsiteY10" fmla="*/ 1500478 h 1562390"/>
                <a:gd name="connsiteX11" fmla="*/ 761535 w 1634512"/>
                <a:gd name="connsiteY11" fmla="*/ 1502383 h 1562390"/>
                <a:gd name="connsiteX12" fmla="*/ 637710 w 1634512"/>
                <a:gd name="connsiteY12" fmla="*/ 1562391 h 1562390"/>
                <a:gd name="connsiteX13" fmla="*/ 159555 w 1634512"/>
                <a:gd name="connsiteY13" fmla="*/ 6006 h 1562390"/>
                <a:gd name="connsiteX14" fmla="*/ 40492 w 1634512"/>
                <a:gd name="connsiteY14" fmla="*/ 63156 h 1562390"/>
                <a:gd name="connsiteX15" fmla="*/ 16680 w 1634512"/>
                <a:gd name="connsiteY15" fmla="*/ 215556 h 1562390"/>
                <a:gd name="connsiteX16" fmla="*/ 493882 w 1634512"/>
                <a:gd name="connsiteY16" fmla="*/ 1457616 h 1562390"/>
                <a:gd name="connsiteX17" fmla="*/ 613897 w 1634512"/>
                <a:gd name="connsiteY17" fmla="*/ 1554771 h 1562390"/>
                <a:gd name="connsiteX18" fmla="*/ 757725 w 1634512"/>
                <a:gd name="connsiteY18" fmla="*/ 1499526 h 1562390"/>
                <a:gd name="connsiteX19" fmla="*/ 1594020 w 1634512"/>
                <a:gd name="connsiteY19" fmla="*/ 465111 h 1562390"/>
                <a:gd name="connsiteX20" fmla="*/ 1617832 w 1634512"/>
                <a:gd name="connsiteY20" fmla="*/ 312711 h 1562390"/>
                <a:gd name="connsiteX21" fmla="*/ 1497817 w 1634512"/>
                <a:gd name="connsiteY21" fmla="*/ 215556 h 1562390"/>
                <a:gd name="connsiteX22" fmla="*/ 184320 w 1634512"/>
                <a:gd name="connsiteY22" fmla="*/ 7911 h 1562390"/>
                <a:gd name="connsiteX23" fmla="*/ 159555 w 1634512"/>
                <a:gd name="connsiteY23" fmla="*/ 6006 h 1562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4512" h="1562390">
                  <a:moveTo>
                    <a:pt x="637710" y="1562391"/>
                  </a:moveTo>
                  <a:cubicBezTo>
                    <a:pt x="629137" y="1562391"/>
                    <a:pt x="620565" y="1561438"/>
                    <a:pt x="611992" y="1560486"/>
                  </a:cubicBezTo>
                  <a:cubicBezTo>
                    <a:pt x="554842" y="1551913"/>
                    <a:pt x="508170" y="1513813"/>
                    <a:pt x="488167" y="1459521"/>
                  </a:cubicBezTo>
                  <a:lnTo>
                    <a:pt x="10965" y="217461"/>
                  </a:lnTo>
                  <a:cubicBezTo>
                    <a:pt x="-9990" y="163168"/>
                    <a:pt x="-465" y="104113"/>
                    <a:pt x="35730" y="59346"/>
                  </a:cubicBezTo>
                  <a:cubicBezTo>
                    <a:pt x="71925" y="14578"/>
                    <a:pt x="128122" y="-7329"/>
                    <a:pt x="185272" y="2196"/>
                  </a:cubicBezTo>
                  <a:lnTo>
                    <a:pt x="1499723" y="209841"/>
                  </a:lnTo>
                  <a:cubicBezTo>
                    <a:pt x="1556873" y="218413"/>
                    <a:pt x="1603545" y="256513"/>
                    <a:pt x="1623548" y="310806"/>
                  </a:cubicBezTo>
                  <a:cubicBezTo>
                    <a:pt x="1644502" y="365098"/>
                    <a:pt x="1634977" y="424153"/>
                    <a:pt x="1598782" y="468921"/>
                  </a:cubicBezTo>
                  <a:lnTo>
                    <a:pt x="761535" y="1502383"/>
                  </a:lnTo>
                  <a:lnTo>
                    <a:pt x="759630" y="1500478"/>
                  </a:lnTo>
                  <a:lnTo>
                    <a:pt x="761535" y="1502383"/>
                  </a:lnTo>
                  <a:cubicBezTo>
                    <a:pt x="730102" y="1541436"/>
                    <a:pt x="685335" y="1562391"/>
                    <a:pt x="637710" y="1562391"/>
                  </a:cubicBezTo>
                  <a:close/>
                  <a:moveTo>
                    <a:pt x="159555" y="6006"/>
                  </a:moveTo>
                  <a:cubicBezTo>
                    <a:pt x="113835" y="6006"/>
                    <a:pt x="70020" y="26008"/>
                    <a:pt x="40492" y="63156"/>
                  </a:cubicBezTo>
                  <a:cubicBezTo>
                    <a:pt x="5250" y="106971"/>
                    <a:pt x="-3323" y="163168"/>
                    <a:pt x="16680" y="215556"/>
                  </a:cubicBezTo>
                  <a:lnTo>
                    <a:pt x="493882" y="1457616"/>
                  </a:lnTo>
                  <a:cubicBezTo>
                    <a:pt x="513885" y="1510003"/>
                    <a:pt x="558652" y="1546198"/>
                    <a:pt x="613897" y="1554771"/>
                  </a:cubicBezTo>
                  <a:cubicBezTo>
                    <a:pt x="669142" y="1563343"/>
                    <a:pt x="722482" y="1542388"/>
                    <a:pt x="757725" y="1499526"/>
                  </a:cubicBezTo>
                  <a:lnTo>
                    <a:pt x="1594020" y="465111"/>
                  </a:lnTo>
                  <a:cubicBezTo>
                    <a:pt x="1629262" y="421296"/>
                    <a:pt x="1637835" y="365098"/>
                    <a:pt x="1617832" y="312711"/>
                  </a:cubicBezTo>
                  <a:cubicBezTo>
                    <a:pt x="1597830" y="260323"/>
                    <a:pt x="1553062" y="224128"/>
                    <a:pt x="1497817" y="215556"/>
                  </a:cubicBezTo>
                  <a:lnTo>
                    <a:pt x="184320" y="7911"/>
                  </a:lnTo>
                  <a:cubicBezTo>
                    <a:pt x="175747" y="6958"/>
                    <a:pt x="167175" y="6006"/>
                    <a:pt x="159555" y="6006"/>
                  </a:cubicBezTo>
                  <a:close/>
                </a:path>
              </a:pathLst>
            </a:custGeom>
            <a:grpFill/>
            <a:ln w="9525" cap="flat">
              <a:noFill/>
              <a:prstDash val="solid"/>
              <a:miter/>
            </a:ln>
          </p:spPr>
          <p:txBody>
            <a:bodyPr rtlCol="0" anchor="ctr"/>
            <a:lstStyle/>
            <a:p>
              <a:endParaRPr lang="en-US" sz="1730"/>
            </a:p>
          </p:txBody>
        </p:sp>
        <p:sp>
          <p:nvSpPr>
            <p:cNvPr id="68" name="Freeform: Shape 67">
              <a:extLst>
                <a:ext uri="{FF2B5EF4-FFF2-40B4-BE49-F238E27FC236}">
                  <a16:creationId xmlns:a16="http://schemas.microsoft.com/office/drawing/2014/main" id="{4AC3DEFB-97DD-4FF8-B76B-919126D6964B}"/>
                </a:ext>
              </a:extLst>
            </p:cNvPr>
            <p:cNvSpPr/>
            <p:nvPr/>
          </p:nvSpPr>
          <p:spPr>
            <a:xfrm>
              <a:off x="5740942" y="2518472"/>
              <a:ext cx="1494657" cy="1649348"/>
            </a:xfrm>
            <a:custGeom>
              <a:avLst/>
              <a:gdLst>
                <a:gd name="connsiteX0" fmla="*/ 206785 w 1494657"/>
                <a:gd name="connsiteY0" fmla="*/ 1649349 h 1649348"/>
                <a:gd name="connsiteX1" fmla="*/ 131537 w 1494657"/>
                <a:gd name="connsiteY1" fmla="*/ 1630299 h 1649348"/>
                <a:gd name="connsiteX2" fmla="*/ 46765 w 1494657"/>
                <a:gd name="connsiteY2" fmla="*/ 1495044 h 1649348"/>
                <a:gd name="connsiteX3" fmla="*/ 92 w 1494657"/>
                <a:gd name="connsiteY3" fmla="*/ 165354 h 1649348"/>
                <a:gd name="connsiteX4" fmla="*/ 75340 w 1494657"/>
                <a:gd name="connsiteY4" fmla="*/ 24384 h 1649348"/>
                <a:gd name="connsiteX5" fmla="*/ 235360 w 1494657"/>
                <a:gd name="connsiteY5" fmla="*/ 18669 h 1649348"/>
                <a:gd name="connsiteX6" fmla="*/ 1409792 w 1494657"/>
                <a:gd name="connsiteY6" fmla="*/ 643509 h 1649348"/>
                <a:gd name="connsiteX7" fmla="*/ 1494565 w 1494657"/>
                <a:gd name="connsiteY7" fmla="*/ 778764 h 1649348"/>
                <a:gd name="connsiteX8" fmla="*/ 1419317 w 1494657"/>
                <a:gd name="connsiteY8" fmla="*/ 919734 h 1649348"/>
                <a:gd name="connsiteX9" fmla="*/ 291557 w 1494657"/>
                <a:gd name="connsiteY9" fmla="*/ 1624584 h 1649348"/>
                <a:gd name="connsiteX10" fmla="*/ 206785 w 1494657"/>
                <a:gd name="connsiteY10" fmla="*/ 1649349 h 1649348"/>
                <a:gd name="connsiteX11" fmla="*/ 160112 w 1494657"/>
                <a:gd name="connsiteY11" fmla="*/ 4381 h 1649348"/>
                <a:gd name="connsiteX12" fmla="*/ 78197 w 1494657"/>
                <a:gd name="connsiteY12" fmla="*/ 28194 h 1649348"/>
                <a:gd name="connsiteX13" fmla="*/ 5807 w 1494657"/>
                <a:gd name="connsiteY13" fmla="*/ 164402 h 1649348"/>
                <a:gd name="connsiteX14" fmla="*/ 52480 w 1494657"/>
                <a:gd name="connsiteY14" fmla="*/ 1494092 h 1649348"/>
                <a:gd name="connsiteX15" fmla="*/ 134395 w 1494657"/>
                <a:gd name="connsiteY15" fmla="*/ 1624584 h 1649348"/>
                <a:gd name="connsiteX16" fmla="*/ 288700 w 1494657"/>
                <a:gd name="connsiteY16" fmla="*/ 1618869 h 1649348"/>
                <a:gd name="connsiteX17" fmla="*/ 290605 w 1494657"/>
                <a:gd name="connsiteY17" fmla="*/ 1620774 h 1649348"/>
                <a:gd name="connsiteX18" fmla="*/ 288700 w 1494657"/>
                <a:gd name="connsiteY18" fmla="*/ 1618869 h 1649348"/>
                <a:gd name="connsiteX19" fmla="*/ 1416460 w 1494657"/>
                <a:gd name="connsiteY19" fmla="*/ 914019 h 1649348"/>
                <a:gd name="connsiteX20" fmla="*/ 1488850 w 1494657"/>
                <a:gd name="connsiteY20" fmla="*/ 777812 h 1649348"/>
                <a:gd name="connsiteX21" fmla="*/ 1406935 w 1494657"/>
                <a:gd name="connsiteY21" fmla="*/ 647319 h 1649348"/>
                <a:gd name="connsiteX22" fmla="*/ 232502 w 1494657"/>
                <a:gd name="connsiteY22" fmla="*/ 23431 h 1649348"/>
                <a:gd name="connsiteX23" fmla="*/ 160112 w 1494657"/>
                <a:gd name="connsiteY23" fmla="*/ 4381 h 1649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94657" h="1649348">
                  <a:moveTo>
                    <a:pt x="206785" y="1649349"/>
                  </a:moveTo>
                  <a:cubicBezTo>
                    <a:pt x="181067" y="1649349"/>
                    <a:pt x="155350" y="1642682"/>
                    <a:pt x="131537" y="1630299"/>
                  </a:cubicBezTo>
                  <a:cubicBezTo>
                    <a:pt x="80102" y="1603629"/>
                    <a:pt x="48670" y="1552194"/>
                    <a:pt x="46765" y="1495044"/>
                  </a:cubicBezTo>
                  <a:lnTo>
                    <a:pt x="92" y="165354"/>
                  </a:lnTo>
                  <a:cubicBezTo>
                    <a:pt x="-1813" y="107252"/>
                    <a:pt x="25810" y="54864"/>
                    <a:pt x="75340" y="24384"/>
                  </a:cubicBezTo>
                  <a:cubicBezTo>
                    <a:pt x="123917" y="-6096"/>
                    <a:pt x="183925" y="-8001"/>
                    <a:pt x="235360" y="18669"/>
                  </a:cubicBezTo>
                  <a:lnTo>
                    <a:pt x="1409792" y="643509"/>
                  </a:lnTo>
                  <a:cubicBezTo>
                    <a:pt x="1461228" y="670179"/>
                    <a:pt x="1492660" y="721614"/>
                    <a:pt x="1494565" y="778764"/>
                  </a:cubicBezTo>
                  <a:cubicBezTo>
                    <a:pt x="1496470" y="836867"/>
                    <a:pt x="1468848" y="889254"/>
                    <a:pt x="1419317" y="919734"/>
                  </a:cubicBezTo>
                  <a:lnTo>
                    <a:pt x="291557" y="1624584"/>
                  </a:lnTo>
                  <a:cubicBezTo>
                    <a:pt x="264887" y="1640777"/>
                    <a:pt x="236312" y="1649349"/>
                    <a:pt x="206785" y="1649349"/>
                  </a:cubicBezTo>
                  <a:close/>
                  <a:moveTo>
                    <a:pt x="160112" y="4381"/>
                  </a:moveTo>
                  <a:cubicBezTo>
                    <a:pt x="131537" y="4381"/>
                    <a:pt x="103915" y="12002"/>
                    <a:pt x="78197" y="28194"/>
                  </a:cubicBezTo>
                  <a:cubicBezTo>
                    <a:pt x="30572" y="57722"/>
                    <a:pt x="3902" y="109157"/>
                    <a:pt x="5807" y="164402"/>
                  </a:cubicBezTo>
                  <a:lnTo>
                    <a:pt x="52480" y="1494092"/>
                  </a:lnTo>
                  <a:cubicBezTo>
                    <a:pt x="54385" y="1550289"/>
                    <a:pt x="84865" y="1598867"/>
                    <a:pt x="134395" y="1624584"/>
                  </a:cubicBezTo>
                  <a:cubicBezTo>
                    <a:pt x="183925" y="1651254"/>
                    <a:pt x="241075" y="1648397"/>
                    <a:pt x="288700" y="1618869"/>
                  </a:cubicBezTo>
                  <a:lnTo>
                    <a:pt x="290605" y="1620774"/>
                  </a:lnTo>
                  <a:lnTo>
                    <a:pt x="288700" y="1618869"/>
                  </a:lnTo>
                  <a:lnTo>
                    <a:pt x="1416460" y="914019"/>
                  </a:lnTo>
                  <a:cubicBezTo>
                    <a:pt x="1464085" y="884492"/>
                    <a:pt x="1490755" y="833057"/>
                    <a:pt x="1488850" y="777812"/>
                  </a:cubicBezTo>
                  <a:cubicBezTo>
                    <a:pt x="1486945" y="721614"/>
                    <a:pt x="1456465" y="673037"/>
                    <a:pt x="1406935" y="647319"/>
                  </a:cubicBezTo>
                  <a:lnTo>
                    <a:pt x="232502" y="23431"/>
                  </a:lnTo>
                  <a:cubicBezTo>
                    <a:pt x="209642" y="11049"/>
                    <a:pt x="184877" y="4381"/>
                    <a:pt x="160112" y="4381"/>
                  </a:cubicBezTo>
                  <a:close/>
                </a:path>
              </a:pathLst>
            </a:custGeom>
            <a:grpFill/>
            <a:ln w="9525" cap="flat">
              <a:noFill/>
              <a:prstDash val="solid"/>
              <a:miter/>
            </a:ln>
          </p:spPr>
          <p:txBody>
            <a:bodyPr rtlCol="0" anchor="ctr"/>
            <a:lstStyle/>
            <a:p>
              <a:endParaRPr lang="en-US" sz="1730"/>
            </a:p>
          </p:txBody>
        </p:sp>
        <p:sp>
          <p:nvSpPr>
            <p:cNvPr id="69" name="Freeform: Shape 68">
              <a:extLst>
                <a:ext uri="{FF2B5EF4-FFF2-40B4-BE49-F238E27FC236}">
                  <a16:creationId xmlns:a16="http://schemas.microsoft.com/office/drawing/2014/main" id="{F623C448-0661-484F-B7A8-47CBF1594BD4}"/>
                </a:ext>
              </a:extLst>
            </p:cNvPr>
            <p:cNvSpPr/>
            <p:nvPr/>
          </p:nvSpPr>
          <p:spPr>
            <a:xfrm>
              <a:off x="5636186" y="2459480"/>
              <a:ext cx="1616538" cy="1592136"/>
            </a:xfrm>
            <a:custGeom>
              <a:avLst/>
              <a:gdLst>
                <a:gd name="connsiteX0" fmla="*/ 159141 w 1616538"/>
                <a:gd name="connsiteY0" fmla="*/ 1592136 h 1592136"/>
                <a:gd name="connsiteX1" fmla="*/ 42936 w 1616538"/>
                <a:gd name="connsiteY1" fmla="*/ 1541654 h 1592136"/>
                <a:gd name="connsiteX2" fmla="*/ 6741 w 1616538"/>
                <a:gd name="connsiteY2" fmla="*/ 1385444 h 1592136"/>
                <a:gd name="connsiteX3" fmla="*/ 396313 w 1616538"/>
                <a:gd name="connsiteY3" fmla="*/ 112904 h 1592136"/>
                <a:gd name="connsiteX4" fmla="*/ 513471 w 1616538"/>
                <a:gd name="connsiteY4" fmla="*/ 4319 h 1592136"/>
                <a:gd name="connsiteX5" fmla="*/ 665871 w 1616538"/>
                <a:gd name="connsiteY5" fmla="*/ 50991 h 1592136"/>
                <a:gd name="connsiteX6" fmla="*/ 1573603 w 1616538"/>
                <a:gd name="connsiteY6" fmla="*/ 1024446 h 1592136"/>
                <a:gd name="connsiteX7" fmla="*/ 1609798 w 1616538"/>
                <a:gd name="connsiteY7" fmla="*/ 1180656 h 1592136"/>
                <a:gd name="connsiteX8" fmla="*/ 1492641 w 1616538"/>
                <a:gd name="connsiteY8" fmla="*/ 1289241 h 1592136"/>
                <a:gd name="connsiteX9" fmla="*/ 196288 w 1616538"/>
                <a:gd name="connsiteY9" fmla="*/ 1588326 h 1592136"/>
                <a:gd name="connsiteX10" fmla="*/ 195336 w 1616538"/>
                <a:gd name="connsiteY10" fmla="*/ 1585469 h 1592136"/>
                <a:gd name="connsiteX11" fmla="*/ 196288 w 1616538"/>
                <a:gd name="connsiteY11" fmla="*/ 1588326 h 1592136"/>
                <a:gd name="connsiteX12" fmla="*/ 159141 w 1616538"/>
                <a:gd name="connsiteY12" fmla="*/ 1592136 h 1592136"/>
                <a:gd name="connsiteX13" fmla="*/ 549666 w 1616538"/>
                <a:gd name="connsiteY13" fmla="*/ 5271 h 1592136"/>
                <a:gd name="connsiteX14" fmla="*/ 514423 w 1616538"/>
                <a:gd name="connsiteY14" fmla="*/ 9081 h 1592136"/>
                <a:gd name="connsiteX15" fmla="*/ 401076 w 1616538"/>
                <a:gd name="connsiteY15" fmla="*/ 114809 h 1592136"/>
                <a:gd name="connsiteX16" fmla="*/ 12456 w 1616538"/>
                <a:gd name="connsiteY16" fmla="*/ 1387349 h 1592136"/>
                <a:gd name="connsiteX17" fmla="*/ 46746 w 1616538"/>
                <a:gd name="connsiteY17" fmla="*/ 1537844 h 1592136"/>
                <a:gd name="connsiteX18" fmla="*/ 194383 w 1616538"/>
                <a:gd name="connsiteY18" fmla="*/ 1582611 h 1592136"/>
                <a:gd name="connsiteX19" fmla="*/ 1490736 w 1616538"/>
                <a:gd name="connsiteY19" fmla="*/ 1283526 h 1592136"/>
                <a:gd name="connsiteX20" fmla="*/ 1604083 w 1616538"/>
                <a:gd name="connsiteY20" fmla="*/ 1177799 h 1592136"/>
                <a:gd name="connsiteX21" fmla="*/ 1569793 w 1616538"/>
                <a:gd name="connsiteY21" fmla="*/ 1027304 h 1592136"/>
                <a:gd name="connsiteX22" fmla="*/ 662061 w 1616538"/>
                <a:gd name="connsiteY22" fmla="*/ 54801 h 1592136"/>
                <a:gd name="connsiteX23" fmla="*/ 549666 w 1616538"/>
                <a:gd name="connsiteY23" fmla="*/ 5271 h 1592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16538" h="1592136">
                  <a:moveTo>
                    <a:pt x="159141" y="1592136"/>
                  </a:moveTo>
                  <a:cubicBezTo>
                    <a:pt x="115326" y="1592136"/>
                    <a:pt x="73416" y="1574039"/>
                    <a:pt x="42936" y="1541654"/>
                  </a:cubicBezTo>
                  <a:cubicBezTo>
                    <a:pt x="3883" y="1499744"/>
                    <a:pt x="-9452" y="1441641"/>
                    <a:pt x="6741" y="1385444"/>
                  </a:cubicBezTo>
                  <a:lnTo>
                    <a:pt x="396313" y="112904"/>
                  </a:lnTo>
                  <a:cubicBezTo>
                    <a:pt x="413458" y="57659"/>
                    <a:pt x="457273" y="16701"/>
                    <a:pt x="513471" y="4319"/>
                  </a:cubicBezTo>
                  <a:cubicBezTo>
                    <a:pt x="569668" y="-9016"/>
                    <a:pt x="626818" y="9081"/>
                    <a:pt x="665871" y="50991"/>
                  </a:cubicBezTo>
                  <a:lnTo>
                    <a:pt x="1573603" y="1024446"/>
                  </a:lnTo>
                  <a:cubicBezTo>
                    <a:pt x="1612656" y="1066356"/>
                    <a:pt x="1625991" y="1124459"/>
                    <a:pt x="1609798" y="1180656"/>
                  </a:cubicBezTo>
                  <a:cubicBezTo>
                    <a:pt x="1592653" y="1235901"/>
                    <a:pt x="1548838" y="1276859"/>
                    <a:pt x="1492641" y="1289241"/>
                  </a:cubicBezTo>
                  <a:lnTo>
                    <a:pt x="196288" y="1588326"/>
                  </a:lnTo>
                  <a:lnTo>
                    <a:pt x="195336" y="1585469"/>
                  </a:lnTo>
                  <a:lnTo>
                    <a:pt x="196288" y="1588326"/>
                  </a:lnTo>
                  <a:cubicBezTo>
                    <a:pt x="183905" y="1591184"/>
                    <a:pt x="171523" y="1592136"/>
                    <a:pt x="159141" y="1592136"/>
                  </a:cubicBezTo>
                  <a:close/>
                  <a:moveTo>
                    <a:pt x="549666" y="5271"/>
                  </a:moveTo>
                  <a:cubicBezTo>
                    <a:pt x="538236" y="5271"/>
                    <a:pt x="525853" y="6224"/>
                    <a:pt x="514423" y="9081"/>
                  </a:cubicBezTo>
                  <a:cubicBezTo>
                    <a:pt x="460131" y="21464"/>
                    <a:pt x="418221" y="60516"/>
                    <a:pt x="401076" y="114809"/>
                  </a:cubicBezTo>
                  <a:lnTo>
                    <a:pt x="12456" y="1387349"/>
                  </a:lnTo>
                  <a:cubicBezTo>
                    <a:pt x="-3737" y="1440689"/>
                    <a:pt x="8646" y="1496886"/>
                    <a:pt x="46746" y="1537844"/>
                  </a:cubicBezTo>
                  <a:cubicBezTo>
                    <a:pt x="84846" y="1578801"/>
                    <a:pt x="140091" y="1595946"/>
                    <a:pt x="194383" y="1582611"/>
                  </a:cubicBezTo>
                  <a:lnTo>
                    <a:pt x="1490736" y="1283526"/>
                  </a:lnTo>
                  <a:cubicBezTo>
                    <a:pt x="1545028" y="1271144"/>
                    <a:pt x="1586938" y="1232091"/>
                    <a:pt x="1604083" y="1177799"/>
                  </a:cubicBezTo>
                  <a:cubicBezTo>
                    <a:pt x="1620276" y="1124459"/>
                    <a:pt x="1606941" y="1068261"/>
                    <a:pt x="1569793" y="1027304"/>
                  </a:cubicBezTo>
                  <a:lnTo>
                    <a:pt x="662061" y="54801"/>
                  </a:lnTo>
                  <a:cubicBezTo>
                    <a:pt x="632533" y="22416"/>
                    <a:pt x="592528" y="5271"/>
                    <a:pt x="549666" y="5271"/>
                  </a:cubicBezTo>
                  <a:close/>
                </a:path>
              </a:pathLst>
            </a:custGeom>
            <a:grpFill/>
            <a:ln w="9525" cap="flat">
              <a:noFill/>
              <a:prstDash val="solid"/>
              <a:miter/>
            </a:ln>
          </p:spPr>
          <p:txBody>
            <a:bodyPr rtlCol="0" anchor="ctr"/>
            <a:lstStyle/>
            <a:p>
              <a:endParaRPr lang="en-US" sz="1730"/>
            </a:p>
          </p:txBody>
        </p:sp>
        <p:sp>
          <p:nvSpPr>
            <p:cNvPr id="70" name="Freeform: Shape 69">
              <a:extLst>
                <a:ext uri="{FF2B5EF4-FFF2-40B4-BE49-F238E27FC236}">
                  <a16:creationId xmlns:a16="http://schemas.microsoft.com/office/drawing/2014/main" id="{188BFF0F-1D22-4EED-8860-C0B3607D7819}"/>
                </a:ext>
              </a:extLst>
            </p:cNvPr>
            <p:cNvSpPr/>
            <p:nvPr/>
          </p:nvSpPr>
          <p:spPr>
            <a:xfrm>
              <a:off x="5531644" y="2497017"/>
              <a:ext cx="1643695" cy="1534597"/>
            </a:xfrm>
            <a:custGeom>
              <a:avLst/>
              <a:gdLst>
                <a:gd name="connsiteX0" fmla="*/ 1483835 w 1643695"/>
                <a:gd name="connsiteY0" fmla="*/ 1534598 h 1534597"/>
                <a:gd name="connsiteX1" fmla="*/ 1466690 w 1643695"/>
                <a:gd name="connsiteY1" fmla="*/ 1533645 h 1534597"/>
                <a:gd name="connsiteX2" fmla="*/ 143668 w 1643695"/>
                <a:gd name="connsiteY2" fmla="*/ 1395532 h 1534597"/>
                <a:gd name="connsiteX3" fmla="*/ 14128 w 1643695"/>
                <a:gd name="connsiteY3" fmla="*/ 1301235 h 1534597"/>
                <a:gd name="connsiteX4" fmla="*/ 31273 w 1643695"/>
                <a:gd name="connsiteY4" fmla="*/ 1142167 h 1534597"/>
                <a:gd name="connsiteX5" fmla="*/ 813275 w 1643695"/>
                <a:gd name="connsiteY5" fmla="*/ 65842 h 1534597"/>
                <a:gd name="connsiteX6" fmla="*/ 959008 w 1643695"/>
                <a:gd name="connsiteY6" fmla="*/ 1072 h 1534597"/>
                <a:gd name="connsiteX7" fmla="*/ 1088548 w 1643695"/>
                <a:gd name="connsiteY7" fmla="*/ 95370 h 1534597"/>
                <a:gd name="connsiteX8" fmla="*/ 1629568 w 1643695"/>
                <a:gd name="connsiteY8" fmla="*/ 1310760 h 1534597"/>
                <a:gd name="connsiteX9" fmla="*/ 1612423 w 1643695"/>
                <a:gd name="connsiteY9" fmla="*/ 1469827 h 1534597"/>
                <a:gd name="connsiteX10" fmla="*/ 1483835 w 1643695"/>
                <a:gd name="connsiteY10" fmla="*/ 1534598 h 1534597"/>
                <a:gd name="connsiteX11" fmla="*/ 940910 w 1643695"/>
                <a:gd name="connsiteY11" fmla="*/ 5835 h 1534597"/>
                <a:gd name="connsiteX12" fmla="*/ 816133 w 1643695"/>
                <a:gd name="connsiteY12" fmla="*/ 69652 h 1534597"/>
                <a:gd name="connsiteX13" fmla="*/ 34130 w 1643695"/>
                <a:gd name="connsiteY13" fmla="*/ 1145977 h 1534597"/>
                <a:gd name="connsiteX14" fmla="*/ 17938 w 1643695"/>
                <a:gd name="connsiteY14" fmla="*/ 1299330 h 1534597"/>
                <a:gd name="connsiteX15" fmla="*/ 142715 w 1643695"/>
                <a:gd name="connsiteY15" fmla="*/ 1389817 h 1534597"/>
                <a:gd name="connsiteX16" fmla="*/ 1465738 w 1643695"/>
                <a:gd name="connsiteY16" fmla="*/ 1528882 h 1534597"/>
                <a:gd name="connsiteX17" fmla="*/ 1606708 w 1643695"/>
                <a:gd name="connsiteY17" fmla="*/ 1466017 h 1534597"/>
                <a:gd name="connsiteX18" fmla="*/ 1622900 w 1643695"/>
                <a:gd name="connsiteY18" fmla="*/ 1312665 h 1534597"/>
                <a:gd name="connsiteX19" fmla="*/ 1082833 w 1643695"/>
                <a:gd name="connsiteY19" fmla="*/ 97275 h 1534597"/>
                <a:gd name="connsiteX20" fmla="*/ 958055 w 1643695"/>
                <a:gd name="connsiteY20" fmla="*/ 6787 h 1534597"/>
                <a:gd name="connsiteX21" fmla="*/ 940910 w 1643695"/>
                <a:gd name="connsiteY21" fmla="*/ 5835 h 153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3695" h="1534597">
                  <a:moveTo>
                    <a:pt x="1483835" y="1534598"/>
                  </a:moveTo>
                  <a:cubicBezTo>
                    <a:pt x="1478120" y="1534598"/>
                    <a:pt x="1472405" y="1534598"/>
                    <a:pt x="1466690" y="1533645"/>
                  </a:cubicBezTo>
                  <a:lnTo>
                    <a:pt x="143668" y="1395532"/>
                  </a:lnTo>
                  <a:cubicBezTo>
                    <a:pt x="86518" y="1389817"/>
                    <a:pt x="37940" y="1354575"/>
                    <a:pt x="14128" y="1301235"/>
                  </a:cubicBezTo>
                  <a:cubicBezTo>
                    <a:pt x="-9685" y="1248848"/>
                    <a:pt x="-3017" y="1188840"/>
                    <a:pt x="31273" y="1142167"/>
                  </a:cubicBezTo>
                  <a:lnTo>
                    <a:pt x="813275" y="65842"/>
                  </a:lnTo>
                  <a:cubicBezTo>
                    <a:pt x="847565" y="19170"/>
                    <a:pt x="901858" y="-5595"/>
                    <a:pt x="959008" y="1072"/>
                  </a:cubicBezTo>
                  <a:cubicBezTo>
                    <a:pt x="1016158" y="6787"/>
                    <a:pt x="1064735" y="42030"/>
                    <a:pt x="1088548" y="95370"/>
                  </a:cubicBezTo>
                  <a:lnTo>
                    <a:pt x="1629568" y="1310760"/>
                  </a:lnTo>
                  <a:cubicBezTo>
                    <a:pt x="1653380" y="1363148"/>
                    <a:pt x="1646713" y="1423155"/>
                    <a:pt x="1612423" y="1469827"/>
                  </a:cubicBezTo>
                  <a:cubicBezTo>
                    <a:pt x="1581943" y="1510785"/>
                    <a:pt x="1534318" y="1534598"/>
                    <a:pt x="1483835" y="1534598"/>
                  </a:cubicBezTo>
                  <a:close/>
                  <a:moveTo>
                    <a:pt x="940910" y="5835"/>
                  </a:moveTo>
                  <a:cubicBezTo>
                    <a:pt x="891380" y="5835"/>
                    <a:pt x="845660" y="28695"/>
                    <a:pt x="816133" y="69652"/>
                  </a:cubicBezTo>
                  <a:lnTo>
                    <a:pt x="34130" y="1145977"/>
                  </a:lnTo>
                  <a:cubicBezTo>
                    <a:pt x="1745" y="1190745"/>
                    <a:pt x="-4922" y="1248848"/>
                    <a:pt x="17938" y="1299330"/>
                  </a:cubicBezTo>
                  <a:cubicBezTo>
                    <a:pt x="40798" y="1350765"/>
                    <a:pt x="87470" y="1384102"/>
                    <a:pt x="142715" y="1389817"/>
                  </a:cubicBezTo>
                  <a:lnTo>
                    <a:pt x="1465738" y="1528882"/>
                  </a:lnTo>
                  <a:cubicBezTo>
                    <a:pt x="1520983" y="1534598"/>
                    <a:pt x="1574323" y="1510785"/>
                    <a:pt x="1606708" y="1466017"/>
                  </a:cubicBezTo>
                  <a:cubicBezTo>
                    <a:pt x="1639093" y="1421250"/>
                    <a:pt x="1645760" y="1363148"/>
                    <a:pt x="1622900" y="1312665"/>
                  </a:cubicBezTo>
                  <a:lnTo>
                    <a:pt x="1082833" y="97275"/>
                  </a:lnTo>
                  <a:cubicBezTo>
                    <a:pt x="1059973" y="45840"/>
                    <a:pt x="1013300" y="12502"/>
                    <a:pt x="958055" y="6787"/>
                  </a:cubicBezTo>
                  <a:cubicBezTo>
                    <a:pt x="952340" y="5835"/>
                    <a:pt x="946625" y="5835"/>
                    <a:pt x="940910" y="5835"/>
                  </a:cubicBezTo>
                  <a:close/>
                </a:path>
              </a:pathLst>
            </a:custGeom>
            <a:grpFill/>
            <a:ln w="9525" cap="flat">
              <a:noFill/>
              <a:prstDash val="solid"/>
              <a:miter/>
            </a:ln>
          </p:spPr>
          <p:txBody>
            <a:bodyPr rtlCol="0" anchor="ctr"/>
            <a:lstStyle/>
            <a:p>
              <a:endParaRPr lang="en-US" sz="1730"/>
            </a:p>
          </p:txBody>
        </p:sp>
        <p:sp>
          <p:nvSpPr>
            <p:cNvPr id="71" name="Freeform: Shape 70">
              <a:extLst>
                <a:ext uri="{FF2B5EF4-FFF2-40B4-BE49-F238E27FC236}">
                  <a16:creationId xmlns:a16="http://schemas.microsoft.com/office/drawing/2014/main" id="{DB04FF8B-5663-4D9F-8998-56DE0135037F}"/>
                </a:ext>
              </a:extLst>
            </p:cNvPr>
            <p:cNvSpPr/>
            <p:nvPr/>
          </p:nvSpPr>
          <p:spPr>
            <a:xfrm>
              <a:off x="5484232" y="2627034"/>
              <a:ext cx="1525159" cy="1644610"/>
            </a:xfrm>
            <a:custGeom>
              <a:avLst/>
              <a:gdLst>
                <a:gd name="connsiteX0" fmla="*/ 1365512 w 1525159"/>
                <a:gd name="connsiteY0" fmla="*/ 1644610 h 1644610"/>
                <a:gd name="connsiteX1" fmla="*/ 1297885 w 1525159"/>
                <a:gd name="connsiteY1" fmla="*/ 1629370 h 1644610"/>
                <a:gd name="connsiteX2" fmla="*/ 92020 w 1525159"/>
                <a:gd name="connsiteY2" fmla="*/ 1067395 h 1644610"/>
                <a:gd name="connsiteX3" fmla="*/ 580 w 1525159"/>
                <a:gd name="connsiteY3" fmla="*/ 936903 h 1644610"/>
                <a:gd name="connsiteX4" fmla="*/ 68207 w 1525159"/>
                <a:gd name="connsiteY4" fmla="*/ 792123 h 1644610"/>
                <a:gd name="connsiteX5" fmla="*/ 1157867 w 1525159"/>
                <a:gd name="connsiteY5" fmla="*/ 29170 h 1644610"/>
                <a:gd name="connsiteX6" fmla="*/ 1316935 w 1525159"/>
                <a:gd name="connsiteY6" fmla="*/ 14883 h 1644610"/>
                <a:gd name="connsiteX7" fmla="*/ 1408375 w 1525159"/>
                <a:gd name="connsiteY7" fmla="*/ 145375 h 1644610"/>
                <a:gd name="connsiteX8" fmla="*/ 1524580 w 1525159"/>
                <a:gd name="connsiteY8" fmla="*/ 1470303 h 1644610"/>
                <a:gd name="connsiteX9" fmla="*/ 1456952 w 1525159"/>
                <a:gd name="connsiteY9" fmla="*/ 1615083 h 1644610"/>
                <a:gd name="connsiteX10" fmla="*/ 1365512 w 1525159"/>
                <a:gd name="connsiteY10" fmla="*/ 1644610 h 1644610"/>
                <a:gd name="connsiteX11" fmla="*/ 1249307 w 1525159"/>
                <a:gd name="connsiteY11" fmla="*/ 4405 h 1644610"/>
                <a:gd name="connsiteX12" fmla="*/ 1160725 w 1525159"/>
                <a:gd name="connsiteY12" fmla="*/ 32980 h 1644610"/>
                <a:gd name="connsiteX13" fmla="*/ 71065 w 1525159"/>
                <a:gd name="connsiteY13" fmla="*/ 795933 h 1644610"/>
                <a:gd name="connsiteX14" fmla="*/ 6295 w 1525159"/>
                <a:gd name="connsiteY14" fmla="*/ 935950 h 1644610"/>
                <a:gd name="connsiteX15" fmla="*/ 94877 w 1525159"/>
                <a:gd name="connsiteY15" fmla="*/ 1062633 h 1644610"/>
                <a:gd name="connsiteX16" fmla="*/ 1300742 w 1525159"/>
                <a:gd name="connsiteY16" fmla="*/ 1624608 h 1644610"/>
                <a:gd name="connsiteX17" fmla="*/ 1454095 w 1525159"/>
                <a:gd name="connsiteY17" fmla="*/ 1611273 h 1644610"/>
                <a:gd name="connsiteX18" fmla="*/ 1518865 w 1525159"/>
                <a:gd name="connsiteY18" fmla="*/ 1471255 h 1644610"/>
                <a:gd name="connsiteX19" fmla="*/ 1403612 w 1525159"/>
                <a:gd name="connsiteY19" fmla="*/ 145375 h 1644610"/>
                <a:gd name="connsiteX20" fmla="*/ 1315030 w 1525159"/>
                <a:gd name="connsiteY20" fmla="*/ 18693 h 1644610"/>
                <a:gd name="connsiteX21" fmla="*/ 1249307 w 1525159"/>
                <a:gd name="connsiteY21" fmla="*/ 4405 h 1644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25159" h="1644610">
                  <a:moveTo>
                    <a:pt x="1365512" y="1644610"/>
                  </a:moveTo>
                  <a:cubicBezTo>
                    <a:pt x="1342652" y="1644610"/>
                    <a:pt x="1319792" y="1639848"/>
                    <a:pt x="1297885" y="1629370"/>
                  </a:cubicBezTo>
                  <a:lnTo>
                    <a:pt x="92020" y="1067395"/>
                  </a:lnTo>
                  <a:cubicBezTo>
                    <a:pt x="39632" y="1042630"/>
                    <a:pt x="5342" y="994053"/>
                    <a:pt x="580" y="936903"/>
                  </a:cubicBezTo>
                  <a:cubicBezTo>
                    <a:pt x="-4183" y="879753"/>
                    <a:pt x="20582" y="825460"/>
                    <a:pt x="68207" y="792123"/>
                  </a:cubicBezTo>
                  <a:lnTo>
                    <a:pt x="1157867" y="29170"/>
                  </a:lnTo>
                  <a:cubicBezTo>
                    <a:pt x="1205492" y="-4167"/>
                    <a:pt x="1264547" y="-8930"/>
                    <a:pt x="1316935" y="14883"/>
                  </a:cubicBezTo>
                  <a:cubicBezTo>
                    <a:pt x="1369322" y="39648"/>
                    <a:pt x="1403612" y="88225"/>
                    <a:pt x="1408375" y="145375"/>
                  </a:cubicBezTo>
                  <a:lnTo>
                    <a:pt x="1524580" y="1470303"/>
                  </a:lnTo>
                  <a:cubicBezTo>
                    <a:pt x="1529342" y="1527453"/>
                    <a:pt x="1504577" y="1581745"/>
                    <a:pt x="1456952" y="1615083"/>
                  </a:cubicBezTo>
                  <a:cubicBezTo>
                    <a:pt x="1429330" y="1634133"/>
                    <a:pt x="1397897" y="1644610"/>
                    <a:pt x="1365512" y="1644610"/>
                  </a:cubicBezTo>
                  <a:close/>
                  <a:moveTo>
                    <a:pt x="1249307" y="4405"/>
                  </a:moveTo>
                  <a:cubicBezTo>
                    <a:pt x="1218827" y="4405"/>
                    <a:pt x="1187395" y="13930"/>
                    <a:pt x="1160725" y="32980"/>
                  </a:cubicBezTo>
                  <a:lnTo>
                    <a:pt x="71065" y="795933"/>
                  </a:lnTo>
                  <a:cubicBezTo>
                    <a:pt x="25345" y="828318"/>
                    <a:pt x="580" y="880705"/>
                    <a:pt x="6295" y="935950"/>
                  </a:cubicBezTo>
                  <a:cubicBezTo>
                    <a:pt x="12010" y="991195"/>
                    <a:pt x="44395" y="1038820"/>
                    <a:pt x="94877" y="1062633"/>
                  </a:cubicBezTo>
                  <a:lnTo>
                    <a:pt x="1300742" y="1624608"/>
                  </a:lnTo>
                  <a:cubicBezTo>
                    <a:pt x="1351225" y="1648420"/>
                    <a:pt x="1408375" y="1642705"/>
                    <a:pt x="1454095" y="1611273"/>
                  </a:cubicBezTo>
                  <a:cubicBezTo>
                    <a:pt x="1499815" y="1578888"/>
                    <a:pt x="1524580" y="1527453"/>
                    <a:pt x="1518865" y="1471255"/>
                  </a:cubicBezTo>
                  <a:lnTo>
                    <a:pt x="1403612" y="145375"/>
                  </a:lnTo>
                  <a:cubicBezTo>
                    <a:pt x="1398850" y="90130"/>
                    <a:pt x="1365512" y="42505"/>
                    <a:pt x="1315030" y="18693"/>
                  </a:cubicBezTo>
                  <a:cubicBezTo>
                    <a:pt x="1294075" y="9168"/>
                    <a:pt x="1271215" y="4405"/>
                    <a:pt x="1249307" y="4405"/>
                  </a:cubicBezTo>
                  <a:close/>
                </a:path>
              </a:pathLst>
            </a:custGeom>
            <a:grpFill/>
            <a:ln w="9525" cap="flat">
              <a:noFill/>
              <a:prstDash val="solid"/>
              <a:miter/>
            </a:ln>
          </p:spPr>
          <p:txBody>
            <a:bodyPr rtlCol="0" anchor="ctr"/>
            <a:lstStyle/>
            <a:p>
              <a:endParaRPr lang="en-US" sz="1730"/>
            </a:p>
          </p:txBody>
        </p:sp>
        <p:sp>
          <p:nvSpPr>
            <p:cNvPr id="72" name="Freeform: Shape 71">
              <a:extLst>
                <a:ext uri="{FF2B5EF4-FFF2-40B4-BE49-F238E27FC236}">
                  <a16:creationId xmlns:a16="http://schemas.microsoft.com/office/drawing/2014/main" id="{C0D23933-3442-4AC6-93FA-7696EEE1947F}"/>
                </a:ext>
              </a:extLst>
            </p:cNvPr>
            <p:cNvSpPr/>
            <p:nvPr/>
          </p:nvSpPr>
          <p:spPr>
            <a:xfrm>
              <a:off x="5498775" y="2833512"/>
              <a:ext cx="1599894" cy="1610534"/>
            </a:xfrm>
            <a:custGeom>
              <a:avLst/>
              <a:gdLst>
                <a:gd name="connsiteX0" fmla="*/ 1116654 w 1599894"/>
                <a:gd name="connsiteY0" fmla="*/ 1610535 h 1610534"/>
                <a:gd name="connsiteX1" fmla="*/ 1006164 w 1599894"/>
                <a:gd name="connsiteY1" fmla="*/ 1565767 h 1610534"/>
                <a:gd name="connsiteX2" fmla="*/ 48901 w 1599894"/>
                <a:gd name="connsiteY2" fmla="*/ 641842 h 1610534"/>
                <a:gd name="connsiteX3" fmla="*/ 5086 w 1599894"/>
                <a:gd name="connsiteY3" fmla="*/ 488490 h 1610534"/>
                <a:gd name="connsiteX4" fmla="*/ 116529 w 1599894"/>
                <a:gd name="connsiteY4" fmla="*/ 373237 h 1610534"/>
                <a:gd name="connsiteX5" fmla="*/ 1395736 w 1599894"/>
                <a:gd name="connsiteY5" fmla="*/ 6525 h 1610534"/>
                <a:gd name="connsiteX6" fmla="*/ 1550994 w 1599894"/>
                <a:gd name="connsiteY6" fmla="*/ 45577 h 1610534"/>
                <a:gd name="connsiteX7" fmla="*/ 1594809 w 1599894"/>
                <a:gd name="connsiteY7" fmla="*/ 198930 h 1610534"/>
                <a:gd name="connsiteX8" fmla="*/ 1271911 w 1599894"/>
                <a:gd name="connsiteY8" fmla="*/ 1488615 h 1610534"/>
                <a:gd name="connsiteX9" fmla="*/ 1160469 w 1599894"/>
                <a:gd name="connsiteY9" fmla="*/ 1603867 h 1610534"/>
                <a:gd name="connsiteX10" fmla="*/ 1116654 w 1599894"/>
                <a:gd name="connsiteY10" fmla="*/ 1610535 h 1610534"/>
                <a:gd name="connsiteX11" fmla="*/ 1439551 w 1599894"/>
                <a:gd name="connsiteY11" fmla="*/ 4620 h 1610534"/>
                <a:gd name="connsiteX12" fmla="*/ 1396689 w 1599894"/>
                <a:gd name="connsiteY12" fmla="*/ 10335 h 1610534"/>
                <a:gd name="connsiteX13" fmla="*/ 117481 w 1599894"/>
                <a:gd name="connsiteY13" fmla="*/ 378000 h 1610534"/>
                <a:gd name="connsiteX14" fmla="*/ 9849 w 1599894"/>
                <a:gd name="connsiteY14" fmla="*/ 489442 h 1610534"/>
                <a:gd name="connsiteX15" fmla="*/ 52711 w 1599894"/>
                <a:gd name="connsiteY15" fmla="*/ 638033 h 1610534"/>
                <a:gd name="connsiteX16" fmla="*/ 1009974 w 1599894"/>
                <a:gd name="connsiteY16" fmla="*/ 1561958 h 1610534"/>
                <a:gd name="connsiteX17" fmla="*/ 1159516 w 1599894"/>
                <a:gd name="connsiteY17" fmla="*/ 1599105 h 1610534"/>
                <a:gd name="connsiteX18" fmla="*/ 1267149 w 1599894"/>
                <a:gd name="connsiteY18" fmla="*/ 1487663 h 1610534"/>
                <a:gd name="connsiteX19" fmla="*/ 1589094 w 1599894"/>
                <a:gd name="connsiteY19" fmla="*/ 197025 h 1610534"/>
                <a:gd name="connsiteX20" fmla="*/ 1546231 w 1599894"/>
                <a:gd name="connsiteY20" fmla="*/ 48435 h 1610534"/>
                <a:gd name="connsiteX21" fmla="*/ 1439551 w 1599894"/>
                <a:gd name="connsiteY21" fmla="*/ 4620 h 16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9894" h="1610534">
                  <a:moveTo>
                    <a:pt x="1116654" y="1610535"/>
                  </a:moveTo>
                  <a:cubicBezTo>
                    <a:pt x="1075696" y="1610535"/>
                    <a:pt x="1036644" y="1595295"/>
                    <a:pt x="1006164" y="1565767"/>
                  </a:cubicBezTo>
                  <a:lnTo>
                    <a:pt x="48901" y="641842"/>
                  </a:lnTo>
                  <a:cubicBezTo>
                    <a:pt x="6991" y="601837"/>
                    <a:pt x="-9201" y="544687"/>
                    <a:pt x="5086" y="488490"/>
                  </a:cubicBezTo>
                  <a:cubicBezTo>
                    <a:pt x="19374" y="432292"/>
                    <a:pt x="60331" y="389430"/>
                    <a:pt x="116529" y="373237"/>
                  </a:cubicBezTo>
                  <a:lnTo>
                    <a:pt x="1395736" y="6525"/>
                  </a:lnTo>
                  <a:cubicBezTo>
                    <a:pt x="1450981" y="-9668"/>
                    <a:pt x="1509084" y="4620"/>
                    <a:pt x="1550994" y="45577"/>
                  </a:cubicBezTo>
                  <a:cubicBezTo>
                    <a:pt x="1592904" y="85582"/>
                    <a:pt x="1609096" y="142732"/>
                    <a:pt x="1594809" y="198930"/>
                  </a:cubicBezTo>
                  <a:lnTo>
                    <a:pt x="1271911" y="1488615"/>
                  </a:lnTo>
                  <a:cubicBezTo>
                    <a:pt x="1257624" y="1544813"/>
                    <a:pt x="1216666" y="1587675"/>
                    <a:pt x="1160469" y="1603867"/>
                  </a:cubicBezTo>
                  <a:cubicBezTo>
                    <a:pt x="1146181" y="1607678"/>
                    <a:pt x="1130941" y="1610535"/>
                    <a:pt x="1116654" y="1610535"/>
                  </a:cubicBezTo>
                  <a:close/>
                  <a:moveTo>
                    <a:pt x="1439551" y="4620"/>
                  </a:moveTo>
                  <a:cubicBezTo>
                    <a:pt x="1425264" y="4620"/>
                    <a:pt x="1410976" y="6525"/>
                    <a:pt x="1396689" y="10335"/>
                  </a:cubicBezTo>
                  <a:lnTo>
                    <a:pt x="117481" y="378000"/>
                  </a:lnTo>
                  <a:cubicBezTo>
                    <a:pt x="64141" y="393240"/>
                    <a:pt x="24136" y="435150"/>
                    <a:pt x="9849" y="489442"/>
                  </a:cubicBezTo>
                  <a:cubicBezTo>
                    <a:pt x="-3487" y="543735"/>
                    <a:pt x="12706" y="598980"/>
                    <a:pt x="52711" y="638033"/>
                  </a:cubicBezTo>
                  <a:lnTo>
                    <a:pt x="1009974" y="1561958"/>
                  </a:lnTo>
                  <a:cubicBezTo>
                    <a:pt x="1049979" y="1601010"/>
                    <a:pt x="1106176" y="1614345"/>
                    <a:pt x="1159516" y="1599105"/>
                  </a:cubicBezTo>
                  <a:cubicBezTo>
                    <a:pt x="1212856" y="1583865"/>
                    <a:pt x="1252861" y="1541955"/>
                    <a:pt x="1267149" y="1487663"/>
                  </a:cubicBezTo>
                  <a:lnTo>
                    <a:pt x="1589094" y="197025"/>
                  </a:lnTo>
                  <a:cubicBezTo>
                    <a:pt x="1602429" y="142732"/>
                    <a:pt x="1586236" y="87487"/>
                    <a:pt x="1546231" y="48435"/>
                  </a:cubicBezTo>
                  <a:cubicBezTo>
                    <a:pt x="1516704" y="19860"/>
                    <a:pt x="1478604" y="4620"/>
                    <a:pt x="1439551" y="4620"/>
                  </a:cubicBezTo>
                  <a:close/>
                </a:path>
              </a:pathLst>
            </a:custGeom>
            <a:grpFill/>
            <a:ln w="9525" cap="flat">
              <a:noFill/>
              <a:prstDash val="solid"/>
              <a:miter/>
            </a:ln>
          </p:spPr>
          <p:txBody>
            <a:bodyPr rtlCol="0" anchor="ctr"/>
            <a:lstStyle/>
            <a:p>
              <a:endParaRPr lang="en-US" sz="1730"/>
            </a:p>
          </p:txBody>
        </p:sp>
        <p:sp>
          <p:nvSpPr>
            <p:cNvPr id="73" name="Freeform: Shape 72">
              <a:extLst>
                <a:ext uri="{FF2B5EF4-FFF2-40B4-BE49-F238E27FC236}">
                  <a16:creationId xmlns:a16="http://schemas.microsoft.com/office/drawing/2014/main" id="{DC167EC8-E930-4642-820D-FDD0E7335674}"/>
                </a:ext>
              </a:extLst>
            </p:cNvPr>
            <p:cNvSpPr/>
            <p:nvPr/>
          </p:nvSpPr>
          <p:spPr>
            <a:xfrm>
              <a:off x="5574695" y="3024613"/>
              <a:ext cx="1649985" cy="1506110"/>
            </a:xfrm>
            <a:custGeom>
              <a:avLst/>
              <a:gdLst>
                <a:gd name="connsiteX0" fmla="*/ 764509 w 1649985"/>
                <a:gd name="connsiteY0" fmla="*/ 1506111 h 1506110"/>
                <a:gd name="connsiteX1" fmla="*/ 755937 w 1649985"/>
                <a:gd name="connsiteY1" fmla="*/ 1506111 h 1506110"/>
                <a:gd name="connsiteX2" fmla="*/ 621634 w 1649985"/>
                <a:gd name="connsiteY2" fmla="*/ 1419433 h 1506110"/>
                <a:gd name="connsiteX3" fmla="*/ 17749 w 1649985"/>
                <a:gd name="connsiteY3" fmla="*/ 232618 h 1506110"/>
                <a:gd name="connsiteX4" fmla="*/ 26322 w 1649985"/>
                <a:gd name="connsiteY4" fmla="*/ 72598 h 1506110"/>
                <a:gd name="connsiteX5" fmla="*/ 169197 w 1649985"/>
                <a:gd name="connsiteY5" fmla="*/ 208 h 1506110"/>
                <a:gd name="connsiteX6" fmla="*/ 1497934 w 1649985"/>
                <a:gd name="connsiteY6" fmla="*/ 69741 h 1506110"/>
                <a:gd name="connsiteX7" fmla="*/ 1632237 w 1649985"/>
                <a:gd name="connsiteY7" fmla="*/ 156418 h 1506110"/>
                <a:gd name="connsiteX8" fmla="*/ 1623664 w 1649985"/>
                <a:gd name="connsiteY8" fmla="*/ 316438 h 1506110"/>
                <a:gd name="connsiteX9" fmla="*/ 898812 w 1649985"/>
                <a:gd name="connsiteY9" fmla="*/ 1431816 h 1506110"/>
                <a:gd name="connsiteX10" fmla="*/ 764509 w 1649985"/>
                <a:gd name="connsiteY10" fmla="*/ 1506111 h 1506110"/>
                <a:gd name="connsiteX11" fmla="*/ 22512 w 1649985"/>
                <a:gd name="connsiteY11" fmla="*/ 230713 h 1506110"/>
                <a:gd name="connsiteX12" fmla="*/ 626397 w 1649985"/>
                <a:gd name="connsiteY12" fmla="*/ 1415623 h 1506110"/>
                <a:gd name="connsiteX13" fmla="*/ 755937 w 1649985"/>
                <a:gd name="connsiteY13" fmla="*/ 1499443 h 1506110"/>
                <a:gd name="connsiteX14" fmla="*/ 893097 w 1649985"/>
                <a:gd name="connsiteY14" fmla="*/ 1428958 h 1506110"/>
                <a:gd name="connsiteX15" fmla="*/ 1617949 w 1649985"/>
                <a:gd name="connsiteY15" fmla="*/ 313581 h 1506110"/>
                <a:gd name="connsiteX16" fmla="*/ 1625569 w 1649985"/>
                <a:gd name="connsiteY16" fmla="*/ 159276 h 1506110"/>
                <a:gd name="connsiteX17" fmla="*/ 1496029 w 1649985"/>
                <a:gd name="connsiteY17" fmla="*/ 75456 h 1506110"/>
                <a:gd name="connsiteX18" fmla="*/ 168244 w 1649985"/>
                <a:gd name="connsiteY18" fmla="*/ 5923 h 1506110"/>
                <a:gd name="connsiteX19" fmla="*/ 31084 w 1649985"/>
                <a:gd name="connsiteY19" fmla="*/ 76408 h 1506110"/>
                <a:gd name="connsiteX20" fmla="*/ 22512 w 1649985"/>
                <a:gd name="connsiteY20" fmla="*/ 230713 h 1506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9985" h="1506110">
                  <a:moveTo>
                    <a:pt x="764509" y="1506111"/>
                  </a:moveTo>
                  <a:cubicBezTo>
                    <a:pt x="761652" y="1506111"/>
                    <a:pt x="758794" y="1506111"/>
                    <a:pt x="755937" y="1506111"/>
                  </a:cubicBezTo>
                  <a:cubicBezTo>
                    <a:pt x="697834" y="1503253"/>
                    <a:pt x="648304" y="1470868"/>
                    <a:pt x="621634" y="1419433"/>
                  </a:cubicBezTo>
                  <a:lnTo>
                    <a:pt x="17749" y="232618"/>
                  </a:lnTo>
                  <a:cubicBezTo>
                    <a:pt x="-8921" y="181183"/>
                    <a:pt x="-5111" y="121176"/>
                    <a:pt x="26322" y="72598"/>
                  </a:cubicBezTo>
                  <a:cubicBezTo>
                    <a:pt x="57754" y="24021"/>
                    <a:pt x="111094" y="-2649"/>
                    <a:pt x="169197" y="208"/>
                  </a:cubicBezTo>
                  <a:lnTo>
                    <a:pt x="1497934" y="69741"/>
                  </a:lnTo>
                  <a:cubicBezTo>
                    <a:pt x="1556037" y="72598"/>
                    <a:pt x="1605567" y="104983"/>
                    <a:pt x="1632237" y="156418"/>
                  </a:cubicBezTo>
                  <a:cubicBezTo>
                    <a:pt x="1658907" y="207853"/>
                    <a:pt x="1655097" y="267861"/>
                    <a:pt x="1623664" y="316438"/>
                  </a:cubicBezTo>
                  <a:lnTo>
                    <a:pt x="898812" y="1431816"/>
                  </a:lnTo>
                  <a:cubicBezTo>
                    <a:pt x="868332" y="1478488"/>
                    <a:pt x="818802" y="1506111"/>
                    <a:pt x="764509" y="1506111"/>
                  </a:cubicBezTo>
                  <a:close/>
                  <a:moveTo>
                    <a:pt x="22512" y="230713"/>
                  </a:moveTo>
                  <a:lnTo>
                    <a:pt x="626397" y="1415623"/>
                  </a:lnTo>
                  <a:cubicBezTo>
                    <a:pt x="652114" y="1465153"/>
                    <a:pt x="699739" y="1496586"/>
                    <a:pt x="755937" y="1499443"/>
                  </a:cubicBezTo>
                  <a:cubicBezTo>
                    <a:pt x="812134" y="1502301"/>
                    <a:pt x="862617" y="1476583"/>
                    <a:pt x="893097" y="1428958"/>
                  </a:cubicBezTo>
                  <a:lnTo>
                    <a:pt x="1617949" y="313581"/>
                  </a:lnTo>
                  <a:cubicBezTo>
                    <a:pt x="1648429" y="266908"/>
                    <a:pt x="1651287" y="208806"/>
                    <a:pt x="1625569" y="159276"/>
                  </a:cubicBezTo>
                  <a:cubicBezTo>
                    <a:pt x="1599852" y="109746"/>
                    <a:pt x="1552227" y="78313"/>
                    <a:pt x="1496029" y="75456"/>
                  </a:cubicBezTo>
                  <a:lnTo>
                    <a:pt x="168244" y="5923"/>
                  </a:lnTo>
                  <a:cubicBezTo>
                    <a:pt x="112999" y="3066"/>
                    <a:pt x="61564" y="28783"/>
                    <a:pt x="31084" y="76408"/>
                  </a:cubicBezTo>
                  <a:cubicBezTo>
                    <a:pt x="604" y="123081"/>
                    <a:pt x="-3206" y="181183"/>
                    <a:pt x="22512" y="230713"/>
                  </a:cubicBezTo>
                  <a:close/>
                </a:path>
              </a:pathLst>
            </a:custGeom>
            <a:grpFill/>
            <a:ln w="9525" cap="flat">
              <a:noFill/>
              <a:prstDash val="solid"/>
              <a:miter/>
            </a:ln>
          </p:spPr>
          <p:txBody>
            <a:bodyPr rtlCol="0" anchor="ctr"/>
            <a:lstStyle/>
            <a:p>
              <a:endParaRPr lang="en-US" sz="1730"/>
            </a:p>
          </p:txBody>
        </p:sp>
        <p:sp>
          <p:nvSpPr>
            <p:cNvPr id="74" name="Freeform: Shape 73">
              <a:extLst>
                <a:ext uri="{FF2B5EF4-FFF2-40B4-BE49-F238E27FC236}">
                  <a16:creationId xmlns:a16="http://schemas.microsoft.com/office/drawing/2014/main" id="{84E621B6-517E-4FA3-B245-DCC6EF568FBA}"/>
                </a:ext>
              </a:extLst>
            </p:cNvPr>
            <p:cNvSpPr/>
            <p:nvPr/>
          </p:nvSpPr>
          <p:spPr>
            <a:xfrm>
              <a:off x="5703352" y="2884241"/>
              <a:ext cx="1552692" cy="1637910"/>
            </a:xfrm>
            <a:custGeom>
              <a:avLst/>
              <a:gdLst>
                <a:gd name="connsiteX0" fmla="*/ 345340 w 1552692"/>
                <a:gd name="connsiteY0" fmla="*/ 1637910 h 1637910"/>
                <a:gd name="connsiteX1" fmla="*/ 285332 w 1552692"/>
                <a:gd name="connsiteY1" fmla="*/ 1626480 h 1637910"/>
                <a:gd name="connsiteX2" fmla="*/ 187225 w 1552692"/>
                <a:gd name="connsiteY2" fmla="*/ 1500750 h 1637910"/>
                <a:gd name="connsiteX3" fmla="*/ 1487 w 1552692"/>
                <a:gd name="connsiteY3" fmla="*/ 182490 h 1637910"/>
                <a:gd name="connsiteX4" fmla="*/ 61495 w 1552692"/>
                <a:gd name="connsiteY4" fmla="*/ 33900 h 1637910"/>
                <a:gd name="connsiteX5" fmla="*/ 219610 w 1552692"/>
                <a:gd name="connsiteY5" fmla="*/ 11993 h 1637910"/>
                <a:gd name="connsiteX6" fmla="*/ 1453097 w 1552692"/>
                <a:gd name="connsiteY6" fmla="*/ 510150 h 1637910"/>
                <a:gd name="connsiteX7" fmla="*/ 1551205 w 1552692"/>
                <a:gd name="connsiteY7" fmla="*/ 635880 h 1637910"/>
                <a:gd name="connsiteX8" fmla="*/ 1491197 w 1552692"/>
                <a:gd name="connsiteY8" fmla="*/ 784470 h 1637910"/>
                <a:gd name="connsiteX9" fmla="*/ 442495 w 1552692"/>
                <a:gd name="connsiteY9" fmla="*/ 1603620 h 1637910"/>
                <a:gd name="connsiteX10" fmla="*/ 345340 w 1552692"/>
                <a:gd name="connsiteY10" fmla="*/ 1637910 h 1637910"/>
                <a:gd name="connsiteX11" fmla="*/ 7202 w 1552692"/>
                <a:gd name="connsiteY11" fmla="*/ 182490 h 1637910"/>
                <a:gd name="connsiteX12" fmla="*/ 191987 w 1552692"/>
                <a:gd name="connsiteY12" fmla="*/ 1499798 h 1637910"/>
                <a:gd name="connsiteX13" fmla="*/ 287237 w 1552692"/>
                <a:gd name="connsiteY13" fmla="*/ 1621718 h 1637910"/>
                <a:gd name="connsiteX14" fmla="*/ 439637 w 1552692"/>
                <a:gd name="connsiteY14" fmla="*/ 1599810 h 1637910"/>
                <a:gd name="connsiteX15" fmla="*/ 1488340 w 1552692"/>
                <a:gd name="connsiteY15" fmla="*/ 780660 h 1637910"/>
                <a:gd name="connsiteX16" fmla="*/ 1546442 w 1552692"/>
                <a:gd name="connsiteY16" fmla="*/ 637785 h 1637910"/>
                <a:gd name="connsiteX17" fmla="*/ 1451192 w 1552692"/>
                <a:gd name="connsiteY17" fmla="*/ 515865 h 1637910"/>
                <a:gd name="connsiteX18" fmla="*/ 217705 w 1552692"/>
                <a:gd name="connsiteY18" fmla="*/ 17708 h 1637910"/>
                <a:gd name="connsiteX19" fmla="*/ 65305 w 1552692"/>
                <a:gd name="connsiteY19" fmla="*/ 39615 h 1637910"/>
                <a:gd name="connsiteX20" fmla="*/ 7202 w 1552692"/>
                <a:gd name="connsiteY20" fmla="*/ 182490 h 1637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52692" h="1637910">
                  <a:moveTo>
                    <a:pt x="345340" y="1637910"/>
                  </a:moveTo>
                  <a:cubicBezTo>
                    <a:pt x="325337" y="1637910"/>
                    <a:pt x="304382" y="1634100"/>
                    <a:pt x="285332" y="1626480"/>
                  </a:cubicBezTo>
                  <a:cubicBezTo>
                    <a:pt x="231992" y="1604573"/>
                    <a:pt x="194845" y="1557900"/>
                    <a:pt x="187225" y="1500750"/>
                  </a:cubicBezTo>
                  <a:lnTo>
                    <a:pt x="1487" y="182490"/>
                  </a:lnTo>
                  <a:cubicBezTo>
                    <a:pt x="-6133" y="125340"/>
                    <a:pt x="15775" y="70095"/>
                    <a:pt x="61495" y="33900"/>
                  </a:cubicBezTo>
                  <a:cubicBezTo>
                    <a:pt x="107215" y="-1342"/>
                    <a:pt x="166270" y="-9915"/>
                    <a:pt x="219610" y="11993"/>
                  </a:cubicBezTo>
                  <a:lnTo>
                    <a:pt x="1453097" y="510150"/>
                  </a:lnTo>
                  <a:cubicBezTo>
                    <a:pt x="1506437" y="532058"/>
                    <a:pt x="1543585" y="578730"/>
                    <a:pt x="1551205" y="635880"/>
                  </a:cubicBezTo>
                  <a:cubicBezTo>
                    <a:pt x="1558825" y="693030"/>
                    <a:pt x="1536917" y="748275"/>
                    <a:pt x="1491197" y="784470"/>
                  </a:cubicBezTo>
                  <a:lnTo>
                    <a:pt x="442495" y="1603620"/>
                  </a:lnTo>
                  <a:cubicBezTo>
                    <a:pt x="414872" y="1626480"/>
                    <a:pt x="380582" y="1637910"/>
                    <a:pt x="345340" y="1637910"/>
                  </a:cubicBezTo>
                  <a:close/>
                  <a:moveTo>
                    <a:pt x="7202" y="182490"/>
                  </a:moveTo>
                  <a:lnTo>
                    <a:pt x="191987" y="1499798"/>
                  </a:lnTo>
                  <a:cubicBezTo>
                    <a:pt x="199607" y="1555043"/>
                    <a:pt x="234850" y="1600763"/>
                    <a:pt x="287237" y="1621718"/>
                  </a:cubicBezTo>
                  <a:cubicBezTo>
                    <a:pt x="338672" y="1642673"/>
                    <a:pt x="395822" y="1635053"/>
                    <a:pt x="439637" y="1599810"/>
                  </a:cubicBezTo>
                  <a:lnTo>
                    <a:pt x="1488340" y="780660"/>
                  </a:lnTo>
                  <a:cubicBezTo>
                    <a:pt x="1532155" y="746370"/>
                    <a:pt x="1554062" y="693030"/>
                    <a:pt x="1546442" y="637785"/>
                  </a:cubicBezTo>
                  <a:cubicBezTo>
                    <a:pt x="1538822" y="582540"/>
                    <a:pt x="1503580" y="536820"/>
                    <a:pt x="1451192" y="515865"/>
                  </a:cubicBezTo>
                  <a:lnTo>
                    <a:pt x="217705" y="17708"/>
                  </a:lnTo>
                  <a:cubicBezTo>
                    <a:pt x="166270" y="-3247"/>
                    <a:pt x="109120" y="4373"/>
                    <a:pt x="65305" y="39615"/>
                  </a:cubicBezTo>
                  <a:cubicBezTo>
                    <a:pt x="20537" y="72953"/>
                    <a:pt x="-418" y="127245"/>
                    <a:pt x="7202" y="182490"/>
                  </a:cubicBezTo>
                  <a:close/>
                </a:path>
              </a:pathLst>
            </a:custGeom>
            <a:grpFill/>
            <a:ln w="9525" cap="flat">
              <a:noFill/>
              <a:prstDash val="solid"/>
              <a:miter/>
            </a:ln>
          </p:spPr>
          <p:txBody>
            <a:bodyPr rtlCol="0" anchor="ctr"/>
            <a:lstStyle/>
            <a:p>
              <a:endParaRPr lang="en-US" sz="1730"/>
            </a:p>
          </p:txBody>
        </p:sp>
        <p:sp>
          <p:nvSpPr>
            <p:cNvPr id="75" name="Freeform: Shape 74">
              <a:extLst>
                <a:ext uri="{FF2B5EF4-FFF2-40B4-BE49-F238E27FC236}">
                  <a16:creationId xmlns:a16="http://schemas.microsoft.com/office/drawing/2014/main" id="{9BC4E032-2A0F-4F5F-80CC-02979FEE6038}"/>
                </a:ext>
              </a:extLst>
            </p:cNvPr>
            <p:cNvSpPr/>
            <p:nvPr/>
          </p:nvSpPr>
          <p:spPr>
            <a:xfrm>
              <a:off x="5617251" y="2793839"/>
              <a:ext cx="1577256" cy="1626394"/>
            </a:xfrm>
            <a:custGeom>
              <a:avLst/>
              <a:gdLst>
                <a:gd name="connsiteX0" fmla="*/ 159026 w 1577256"/>
                <a:gd name="connsiteY0" fmla="*/ 1626395 h 1626394"/>
                <a:gd name="connsiteX1" fmla="*/ 55203 w 1577256"/>
                <a:gd name="connsiteY1" fmla="*/ 1587342 h 1626394"/>
                <a:gd name="connsiteX2" fmla="*/ 2816 w 1577256"/>
                <a:gd name="connsiteY2" fmla="*/ 1435895 h 1626394"/>
                <a:gd name="connsiteX3" fmla="*/ 256181 w 1577256"/>
                <a:gd name="connsiteY3" fmla="*/ 130017 h 1626394"/>
                <a:gd name="connsiteX4" fmla="*/ 360956 w 1577256"/>
                <a:gd name="connsiteY4" fmla="*/ 9050 h 1626394"/>
                <a:gd name="connsiteX5" fmla="*/ 518118 w 1577256"/>
                <a:gd name="connsiteY5" fmla="*/ 39530 h 1626394"/>
                <a:gd name="connsiteX6" fmla="*/ 1522053 w 1577256"/>
                <a:gd name="connsiteY6" fmla="*/ 912019 h 1626394"/>
                <a:gd name="connsiteX7" fmla="*/ 1574441 w 1577256"/>
                <a:gd name="connsiteY7" fmla="*/ 1063467 h 1626394"/>
                <a:gd name="connsiteX8" fmla="*/ 1469666 w 1577256"/>
                <a:gd name="connsiteY8" fmla="*/ 1184435 h 1626394"/>
                <a:gd name="connsiteX9" fmla="*/ 211413 w 1577256"/>
                <a:gd name="connsiteY9" fmla="*/ 1616870 h 1626394"/>
                <a:gd name="connsiteX10" fmla="*/ 159026 w 1577256"/>
                <a:gd name="connsiteY10" fmla="*/ 1626395 h 1626394"/>
                <a:gd name="connsiteX11" fmla="*/ 259038 w 1577256"/>
                <a:gd name="connsiteY11" fmla="*/ 130017 h 1626394"/>
                <a:gd name="connsiteX12" fmla="*/ 261896 w 1577256"/>
                <a:gd name="connsiteY12" fmla="*/ 130970 h 1626394"/>
                <a:gd name="connsiteX13" fmla="*/ 7578 w 1577256"/>
                <a:gd name="connsiteY13" fmla="*/ 1436847 h 1626394"/>
                <a:gd name="connsiteX14" fmla="*/ 58061 w 1577256"/>
                <a:gd name="connsiteY14" fmla="*/ 1582580 h 1626394"/>
                <a:gd name="connsiteX15" fmla="*/ 209508 w 1577256"/>
                <a:gd name="connsiteY15" fmla="*/ 1612107 h 1626394"/>
                <a:gd name="connsiteX16" fmla="*/ 1467761 w 1577256"/>
                <a:gd name="connsiteY16" fmla="*/ 1178720 h 1626394"/>
                <a:gd name="connsiteX17" fmla="*/ 1568726 w 1577256"/>
                <a:gd name="connsiteY17" fmla="*/ 1062515 h 1626394"/>
                <a:gd name="connsiteX18" fmla="*/ 1518243 w 1577256"/>
                <a:gd name="connsiteY18" fmla="*/ 916782 h 1626394"/>
                <a:gd name="connsiteX19" fmla="*/ 514308 w 1577256"/>
                <a:gd name="connsiteY19" fmla="*/ 43340 h 1626394"/>
                <a:gd name="connsiteX20" fmla="*/ 362861 w 1577256"/>
                <a:gd name="connsiteY20" fmla="*/ 13812 h 1626394"/>
                <a:gd name="connsiteX21" fmla="*/ 261896 w 1577256"/>
                <a:gd name="connsiteY21" fmla="*/ 130017 h 1626394"/>
                <a:gd name="connsiteX22" fmla="*/ 259038 w 1577256"/>
                <a:gd name="connsiteY22" fmla="*/ 130017 h 162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77256" h="1626394">
                  <a:moveTo>
                    <a:pt x="159026" y="1626395"/>
                  </a:moveTo>
                  <a:cubicBezTo>
                    <a:pt x="120926" y="1626395"/>
                    <a:pt x="84731" y="1613060"/>
                    <a:pt x="55203" y="1587342"/>
                  </a:cubicBezTo>
                  <a:cubicBezTo>
                    <a:pt x="11388" y="1549242"/>
                    <a:pt x="-7662" y="1493045"/>
                    <a:pt x="2816" y="1435895"/>
                  </a:cubicBezTo>
                  <a:lnTo>
                    <a:pt x="256181" y="130017"/>
                  </a:lnTo>
                  <a:cubicBezTo>
                    <a:pt x="267611" y="72867"/>
                    <a:pt x="306663" y="28100"/>
                    <a:pt x="360956" y="9050"/>
                  </a:cubicBezTo>
                  <a:cubicBezTo>
                    <a:pt x="415248" y="-10000"/>
                    <a:pt x="474303" y="1430"/>
                    <a:pt x="518118" y="39530"/>
                  </a:cubicBezTo>
                  <a:lnTo>
                    <a:pt x="1522053" y="912019"/>
                  </a:lnTo>
                  <a:cubicBezTo>
                    <a:pt x="1565868" y="950119"/>
                    <a:pt x="1584918" y="1006317"/>
                    <a:pt x="1574441" y="1063467"/>
                  </a:cubicBezTo>
                  <a:cubicBezTo>
                    <a:pt x="1563011" y="1120617"/>
                    <a:pt x="1523958" y="1165385"/>
                    <a:pt x="1469666" y="1184435"/>
                  </a:cubicBezTo>
                  <a:lnTo>
                    <a:pt x="211413" y="1616870"/>
                  </a:lnTo>
                  <a:cubicBezTo>
                    <a:pt x="194268" y="1623537"/>
                    <a:pt x="176171" y="1626395"/>
                    <a:pt x="159026" y="1626395"/>
                  </a:cubicBezTo>
                  <a:close/>
                  <a:moveTo>
                    <a:pt x="259038" y="130017"/>
                  </a:moveTo>
                  <a:lnTo>
                    <a:pt x="261896" y="130970"/>
                  </a:lnTo>
                  <a:lnTo>
                    <a:pt x="7578" y="1436847"/>
                  </a:lnTo>
                  <a:cubicBezTo>
                    <a:pt x="-2899" y="1492092"/>
                    <a:pt x="16151" y="1546385"/>
                    <a:pt x="58061" y="1582580"/>
                  </a:cubicBezTo>
                  <a:cubicBezTo>
                    <a:pt x="99971" y="1618775"/>
                    <a:pt x="157121" y="1630205"/>
                    <a:pt x="209508" y="1612107"/>
                  </a:cubicBezTo>
                  <a:lnTo>
                    <a:pt x="1467761" y="1178720"/>
                  </a:lnTo>
                  <a:cubicBezTo>
                    <a:pt x="1520148" y="1160622"/>
                    <a:pt x="1558248" y="1116807"/>
                    <a:pt x="1568726" y="1062515"/>
                  </a:cubicBezTo>
                  <a:cubicBezTo>
                    <a:pt x="1579203" y="1007269"/>
                    <a:pt x="1560153" y="952977"/>
                    <a:pt x="1518243" y="916782"/>
                  </a:cubicBezTo>
                  <a:lnTo>
                    <a:pt x="514308" y="43340"/>
                  </a:lnTo>
                  <a:cubicBezTo>
                    <a:pt x="472398" y="7145"/>
                    <a:pt x="415248" y="-4285"/>
                    <a:pt x="362861" y="13812"/>
                  </a:cubicBezTo>
                  <a:cubicBezTo>
                    <a:pt x="310473" y="31910"/>
                    <a:pt x="272373" y="75725"/>
                    <a:pt x="261896" y="130017"/>
                  </a:cubicBezTo>
                  <a:lnTo>
                    <a:pt x="259038" y="130017"/>
                  </a:lnTo>
                  <a:close/>
                </a:path>
              </a:pathLst>
            </a:custGeom>
            <a:grpFill/>
            <a:ln w="9525" cap="flat">
              <a:noFill/>
              <a:prstDash val="solid"/>
              <a:miter/>
            </a:ln>
          </p:spPr>
          <p:txBody>
            <a:bodyPr rtlCol="0" anchor="ctr"/>
            <a:lstStyle/>
            <a:p>
              <a:endParaRPr lang="en-US" sz="1730"/>
            </a:p>
          </p:txBody>
        </p:sp>
        <p:sp>
          <p:nvSpPr>
            <p:cNvPr id="76" name="Freeform: Shape 75">
              <a:extLst>
                <a:ext uri="{FF2B5EF4-FFF2-40B4-BE49-F238E27FC236}">
                  <a16:creationId xmlns:a16="http://schemas.microsoft.com/office/drawing/2014/main" id="{66E38735-30F9-43CF-A0FB-835E4191BCA9}"/>
                </a:ext>
              </a:extLst>
            </p:cNvPr>
            <p:cNvSpPr/>
            <p:nvPr/>
          </p:nvSpPr>
          <p:spPr>
            <a:xfrm>
              <a:off x="5392895" y="2761931"/>
              <a:ext cx="1648777" cy="1472564"/>
            </a:xfrm>
            <a:custGeom>
              <a:avLst/>
              <a:gdLst>
                <a:gd name="connsiteX0" fmla="*/ 1490186 w 1648777"/>
                <a:gd name="connsiteY0" fmla="*/ 1472565 h 1472564"/>
                <a:gd name="connsiteX1" fmla="*/ 159544 w 1648777"/>
                <a:gd name="connsiteY1" fmla="*/ 1472565 h 1472564"/>
                <a:gd name="connsiteX2" fmla="*/ 21431 w 1648777"/>
                <a:gd name="connsiteY2" fmla="*/ 1392555 h 1472564"/>
                <a:gd name="connsiteX3" fmla="*/ 21431 w 1648777"/>
                <a:gd name="connsiteY3" fmla="*/ 1232535 h 1472564"/>
                <a:gd name="connsiteX4" fmla="*/ 686276 w 1648777"/>
                <a:gd name="connsiteY4" fmla="*/ 80010 h 1472564"/>
                <a:gd name="connsiteX5" fmla="*/ 824389 w 1648777"/>
                <a:gd name="connsiteY5" fmla="*/ 0 h 1472564"/>
                <a:gd name="connsiteX6" fmla="*/ 824389 w 1648777"/>
                <a:gd name="connsiteY6" fmla="*/ 0 h 1472564"/>
                <a:gd name="connsiteX7" fmla="*/ 962501 w 1648777"/>
                <a:gd name="connsiteY7" fmla="*/ 80010 h 1472564"/>
                <a:gd name="connsiteX8" fmla="*/ 1627346 w 1648777"/>
                <a:gd name="connsiteY8" fmla="*/ 1232535 h 1472564"/>
                <a:gd name="connsiteX9" fmla="*/ 1627346 w 1648777"/>
                <a:gd name="connsiteY9" fmla="*/ 1392555 h 1472564"/>
                <a:gd name="connsiteX10" fmla="*/ 1490186 w 1648777"/>
                <a:gd name="connsiteY10" fmla="*/ 1472565 h 1472564"/>
                <a:gd name="connsiteX11" fmla="*/ 691039 w 1648777"/>
                <a:gd name="connsiteY11" fmla="*/ 83820 h 1472564"/>
                <a:gd name="connsiteX12" fmla="*/ 26194 w 1648777"/>
                <a:gd name="connsiteY12" fmla="*/ 1236345 h 1472564"/>
                <a:gd name="connsiteX13" fmla="*/ 26194 w 1648777"/>
                <a:gd name="connsiteY13" fmla="*/ 1390650 h 1472564"/>
                <a:gd name="connsiteX14" fmla="*/ 159544 w 1648777"/>
                <a:gd name="connsiteY14" fmla="*/ 1467803 h 1472564"/>
                <a:gd name="connsiteX15" fmla="*/ 1490186 w 1648777"/>
                <a:gd name="connsiteY15" fmla="*/ 1467803 h 1472564"/>
                <a:gd name="connsiteX16" fmla="*/ 1623536 w 1648777"/>
                <a:gd name="connsiteY16" fmla="*/ 1390650 h 1472564"/>
                <a:gd name="connsiteX17" fmla="*/ 1623536 w 1648777"/>
                <a:gd name="connsiteY17" fmla="*/ 1236345 h 1472564"/>
                <a:gd name="connsiteX18" fmla="*/ 958691 w 1648777"/>
                <a:gd name="connsiteY18" fmla="*/ 83820 h 1472564"/>
                <a:gd name="connsiteX19" fmla="*/ 825341 w 1648777"/>
                <a:gd name="connsiteY19" fmla="*/ 6668 h 1472564"/>
                <a:gd name="connsiteX20" fmla="*/ 691039 w 1648777"/>
                <a:gd name="connsiteY20" fmla="*/ 83820 h 1472564"/>
                <a:gd name="connsiteX21" fmla="*/ 691039 w 1648777"/>
                <a:gd name="connsiteY21" fmla="*/ 83820 h 1472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8777" h="1472564">
                  <a:moveTo>
                    <a:pt x="1490186" y="1472565"/>
                  </a:moveTo>
                  <a:lnTo>
                    <a:pt x="159544" y="1472565"/>
                  </a:lnTo>
                  <a:cubicBezTo>
                    <a:pt x="101441" y="1472565"/>
                    <a:pt x="50006" y="1443038"/>
                    <a:pt x="21431" y="1392555"/>
                  </a:cubicBezTo>
                  <a:cubicBezTo>
                    <a:pt x="-7144" y="1342073"/>
                    <a:pt x="-7144" y="1283018"/>
                    <a:pt x="21431" y="1232535"/>
                  </a:cubicBezTo>
                  <a:lnTo>
                    <a:pt x="686276" y="80010"/>
                  </a:lnTo>
                  <a:cubicBezTo>
                    <a:pt x="714851" y="29528"/>
                    <a:pt x="767239" y="0"/>
                    <a:pt x="824389" y="0"/>
                  </a:cubicBezTo>
                  <a:cubicBezTo>
                    <a:pt x="824389" y="0"/>
                    <a:pt x="824389" y="0"/>
                    <a:pt x="824389" y="0"/>
                  </a:cubicBezTo>
                  <a:cubicBezTo>
                    <a:pt x="882491" y="0"/>
                    <a:pt x="933926" y="29528"/>
                    <a:pt x="962501" y="80010"/>
                  </a:cubicBezTo>
                  <a:lnTo>
                    <a:pt x="1627346" y="1232535"/>
                  </a:lnTo>
                  <a:cubicBezTo>
                    <a:pt x="1655921" y="1283018"/>
                    <a:pt x="1655921" y="1342073"/>
                    <a:pt x="1627346" y="1392555"/>
                  </a:cubicBezTo>
                  <a:cubicBezTo>
                    <a:pt x="1599724" y="1443038"/>
                    <a:pt x="1548289" y="1472565"/>
                    <a:pt x="1490186" y="1472565"/>
                  </a:cubicBezTo>
                  <a:close/>
                  <a:moveTo>
                    <a:pt x="691039" y="83820"/>
                  </a:moveTo>
                  <a:lnTo>
                    <a:pt x="26194" y="1236345"/>
                  </a:lnTo>
                  <a:cubicBezTo>
                    <a:pt x="-1429" y="1284923"/>
                    <a:pt x="-1429" y="1342073"/>
                    <a:pt x="26194" y="1390650"/>
                  </a:cubicBezTo>
                  <a:cubicBezTo>
                    <a:pt x="53816" y="1439228"/>
                    <a:pt x="104299" y="1467803"/>
                    <a:pt x="159544" y="1467803"/>
                  </a:cubicBezTo>
                  <a:lnTo>
                    <a:pt x="1490186" y="1467803"/>
                  </a:lnTo>
                  <a:cubicBezTo>
                    <a:pt x="1546384" y="1467803"/>
                    <a:pt x="1595914" y="1439228"/>
                    <a:pt x="1623536" y="1390650"/>
                  </a:cubicBezTo>
                  <a:cubicBezTo>
                    <a:pt x="1651159" y="1342073"/>
                    <a:pt x="1651159" y="1284923"/>
                    <a:pt x="1623536" y="1236345"/>
                  </a:cubicBezTo>
                  <a:lnTo>
                    <a:pt x="958691" y="83820"/>
                  </a:lnTo>
                  <a:cubicBezTo>
                    <a:pt x="931069" y="35243"/>
                    <a:pt x="880586" y="6668"/>
                    <a:pt x="825341" y="6668"/>
                  </a:cubicBezTo>
                  <a:cubicBezTo>
                    <a:pt x="769144" y="6668"/>
                    <a:pt x="719614" y="35243"/>
                    <a:pt x="691039" y="83820"/>
                  </a:cubicBezTo>
                  <a:lnTo>
                    <a:pt x="691039" y="83820"/>
                  </a:lnTo>
                  <a:close/>
                </a:path>
              </a:pathLst>
            </a:custGeom>
            <a:grpFill/>
            <a:ln w="9525" cap="flat">
              <a:noFill/>
              <a:prstDash val="solid"/>
              <a:miter/>
            </a:ln>
          </p:spPr>
          <p:txBody>
            <a:bodyPr rtlCol="0" anchor="ctr"/>
            <a:lstStyle/>
            <a:p>
              <a:endParaRPr lang="en-US" sz="1730"/>
            </a:p>
          </p:txBody>
        </p:sp>
      </p:grpSp>
      <p:sp>
        <p:nvSpPr>
          <p:cNvPr id="3" name="Footer Placeholder 1">
            <a:extLst>
              <a:ext uri="{FF2B5EF4-FFF2-40B4-BE49-F238E27FC236}">
                <a16:creationId xmlns:a16="http://schemas.microsoft.com/office/drawing/2014/main" id="{8B88EB9B-5426-4E42-BCAA-53723B726B44}"/>
              </a:ext>
            </a:extLst>
          </p:cNvPr>
          <p:cNvSpPr txBox="1">
            <a:spLocks/>
          </p:cNvSpPr>
          <p:nvPr userDrawn="1"/>
        </p:nvSpPr>
        <p:spPr>
          <a:xfrm>
            <a:off x="442466"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r>
              <a:rPr lang="en-US"/>
              <a:t>© Copyright Microsoft Corporation. All rights reserved.</a:t>
            </a:r>
          </a:p>
        </p:txBody>
      </p:sp>
    </p:spTree>
    <p:extLst>
      <p:ext uri="{BB962C8B-B14F-4D97-AF65-F5344CB8AC3E}">
        <p14:creationId xmlns:p14="http://schemas.microsoft.com/office/powerpoint/2010/main" val="530181464"/>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5" name="Footer Placeholder 1">
            <a:extLst>
              <a:ext uri="{FF2B5EF4-FFF2-40B4-BE49-F238E27FC236}">
                <a16:creationId xmlns:a16="http://schemas.microsoft.com/office/drawing/2014/main" id="{EC2D8BCE-5DFE-4182-9B53-DC1422F668B9}"/>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1589518468"/>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Blank slide">
    <p:spTree>
      <p:nvGrpSpPr>
        <p:cNvPr id="1" name=""/>
        <p:cNvGrpSpPr/>
        <p:nvPr/>
      </p:nvGrpSpPr>
      <p:grpSpPr>
        <a:xfrm>
          <a:off x="0" y="0"/>
          <a:ext cx="0" cy="0"/>
          <a:chOff x="0" y="0"/>
          <a:chExt cx="0" cy="0"/>
        </a:xfrm>
      </p:grpSpPr>
      <p:sp>
        <p:nvSpPr>
          <p:cNvPr id="5" name="Footer Placeholder 1">
            <a:extLst>
              <a:ext uri="{FF2B5EF4-FFF2-40B4-BE49-F238E27FC236}">
                <a16:creationId xmlns:a16="http://schemas.microsoft.com/office/drawing/2014/main" id="{8ED00628-11CE-4014-89C6-CD5E5AF5AAFC}"/>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4180565822"/>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and subheadin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74CBFC5-126D-4E5D-BA79-A65662FA3631}"/>
              </a:ext>
            </a:extLst>
          </p:cNvPr>
          <p:cNvSpPr>
            <a:spLocks noGrp="1"/>
          </p:cNvSpPr>
          <p:nvPr>
            <p:ph type="title"/>
          </p:nvPr>
        </p:nvSpPr>
        <p:spPr>
          <a:xfrm>
            <a:off x="418643" y="440494"/>
            <a:ext cx="11341268" cy="642840"/>
          </a:xfrm>
        </p:spPr>
        <p:txBody>
          <a:bodyPr/>
          <a:lstStyle/>
          <a:p>
            <a:r>
              <a:rPr lang="en-US"/>
              <a:t>Click to edit Master title style</a:t>
            </a:r>
          </a:p>
        </p:txBody>
      </p:sp>
      <p:sp>
        <p:nvSpPr>
          <p:cNvPr id="4" name="Text Placeholder 3">
            <a:extLst>
              <a:ext uri="{FF2B5EF4-FFF2-40B4-BE49-F238E27FC236}">
                <a16:creationId xmlns:a16="http://schemas.microsoft.com/office/drawing/2014/main" id="{DB521330-4B4A-4C5F-85CF-D5CBC2772D39}"/>
              </a:ext>
            </a:extLst>
          </p:cNvPr>
          <p:cNvSpPr>
            <a:spLocks noGrp="1"/>
          </p:cNvSpPr>
          <p:nvPr>
            <p:ph type="body" sz="quarter" idx="10" hasCustomPrompt="1"/>
          </p:nvPr>
        </p:nvSpPr>
        <p:spPr>
          <a:xfrm>
            <a:off x="418643" y="1083334"/>
            <a:ext cx="11341268" cy="400110"/>
          </a:xfrm>
          <a:prstGeom prst="rect">
            <a:avLst/>
          </a:prstGeom>
        </p:spPr>
        <p:txBody>
          <a:bodyPr lIns="0" tIns="45720" rIns="0" bIns="45720"/>
          <a:lstStyle>
            <a:lvl1pPr>
              <a:defRPr sz="2000">
                <a:solidFill>
                  <a:schemeClr val="accent4"/>
                </a:solidFill>
              </a:defRPr>
            </a:lvl1pPr>
          </a:lstStyle>
          <a:p>
            <a:r>
              <a:rPr lang="en-US"/>
              <a:t>Subheading Segoe UI </a:t>
            </a:r>
            <a:r>
              <a:rPr lang="en-US" err="1"/>
              <a:t>Semibold</a:t>
            </a:r>
            <a:r>
              <a:rPr lang="en-US"/>
              <a:t> 20 </a:t>
            </a:r>
            <a:r>
              <a:rPr lang="en-US" err="1"/>
              <a:t>pt</a:t>
            </a:r>
            <a:endParaRPr lang="en-US"/>
          </a:p>
        </p:txBody>
      </p:sp>
      <p:sp>
        <p:nvSpPr>
          <p:cNvPr id="3" name="Footer Placeholder 1">
            <a:extLst>
              <a:ext uri="{FF2B5EF4-FFF2-40B4-BE49-F238E27FC236}">
                <a16:creationId xmlns:a16="http://schemas.microsoft.com/office/drawing/2014/main" id="{F1375FA3-68AA-4B3B-BB83-932D76211D48}"/>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205285344"/>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ext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6" name="Text Placeholder 5">
            <a:extLst>
              <a:ext uri="{FF2B5EF4-FFF2-40B4-BE49-F238E27FC236}">
                <a16:creationId xmlns:a16="http://schemas.microsoft.com/office/drawing/2014/main" id="{14D7AC5C-A0C4-4850-8CA1-CF211FDC36CF}"/>
              </a:ext>
            </a:extLst>
          </p:cNvPr>
          <p:cNvSpPr>
            <a:spLocks noGrp="1"/>
          </p:cNvSpPr>
          <p:nvPr>
            <p:ph type="body" sz="quarter" idx="10"/>
          </p:nvPr>
        </p:nvSpPr>
        <p:spPr>
          <a:xfrm>
            <a:off x="419100" y="1457326"/>
            <a:ext cx="11341100" cy="1808637"/>
          </a:xfrm>
          <a:prstGeom prst="rect">
            <a:avLst/>
          </a:prstGeom>
        </p:spPr>
        <p:txBody>
          <a:bodyPr l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1">
            <a:extLst>
              <a:ext uri="{FF2B5EF4-FFF2-40B4-BE49-F238E27FC236}">
                <a16:creationId xmlns:a16="http://schemas.microsoft.com/office/drawing/2014/main" id="{38846C7A-1465-453E-954F-398A9C851325}"/>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3137389617"/>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ext Layout with footnot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8" name="Text Placeholder 7">
            <a:extLst>
              <a:ext uri="{FF2B5EF4-FFF2-40B4-BE49-F238E27FC236}">
                <a16:creationId xmlns:a16="http://schemas.microsoft.com/office/drawing/2014/main" id="{48CAB561-C133-479D-8083-6FF5A870672B}"/>
              </a:ext>
            </a:extLst>
          </p:cNvPr>
          <p:cNvSpPr>
            <a:spLocks noGrp="1"/>
          </p:cNvSpPr>
          <p:nvPr>
            <p:ph type="body" sz="quarter" idx="12"/>
          </p:nvPr>
        </p:nvSpPr>
        <p:spPr>
          <a:xfrm>
            <a:off x="418643" y="1457325"/>
            <a:ext cx="11354257" cy="1808637"/>
          </a:xfrm>
          <a:prstGeom prst="rect">
            <a:avLst/>
          </a:prstGeom>
        </p:spPr>
        <p:txBody>
          <a:bodyPr lIns="0" r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1">
            <a:extLst>
              <a:ext uri="{FF2B5EF4-FFF2-40B4-BE49-F238E27FC236}">
                <a16:creationId xmlns:a16="http://schemas.microsoft.com/office/drawing/2014/main" id="{F5777EA2-9454-422E-AEC3-45CEC596AEB8}"/>
              </a:ext>
            </a:extLst>
          </p:cNvPr>
          <p:cNvSpPr/>
          <p:nvPr userDrawn="1"/>
        </p:nvSpPr>
        <p:spPr bwMode="auto">
          <a:xfrm>
            <a:off x="0" y="4991100"/>
            <a:ext cx="12192000" cy="533400"/>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6" name="Text Placeholder 5">
            <a:extLst>
              <a:ext uri="{FF2B5EF4-FFF2-40B4-BE49-F238E27FC236}">
                <a16:creationId xmlns:a16="http://schemas.microsoft.com/office/drawing/2014/main" id="{764357BA-0098-4BE6-A38B-76E4D9E64E6E}"/>
              </a:ext>
            </a:extLst>
          </p:cNvPr>
          <p:cNvSpPr>
            <a:spLocks noGrp="1"/>
          </p:cNvSpPr>
          <p:nvPr>
            <p:ph type="body" sz="quarter" idx="11"/>
          </p:nvPr>
        </p:nvSpPr>
        <p:spPr>
          <a:xfrm>
            <a:off x="418643" y="5057746"/>
            <a:ext cx="11341268" cy="400110"/>
          </a:xfrm>
          <a:prstGeom prst="rect">
            <a:avLst/>
          </a:prstGeom>
        </p:spPr>
        <p:txBody>
          <a:bodyPr lIns="0" rIns="0" anchor="ctr"/>
          <a:lstStyle>
            <a:lvl1pPr>
              <a:defRPr sz="2000"/>
            </a:lvl1pPr>
          </a:lstStyle>
          <a:p>
            <a:pPr lvl="0"/>
            <a:r>
              <a:rPr lang="en-US"/>
              <a:t>Click to edit Master text styles</a:t>
            </a:r>
          </a:p>
        </p:txBody>
      </p:sp>
      <p:sp>
        <p:nvSpPr>
          <p:cNvPr id="10" name="Footer Placeholder 1">
            <a:extLst>
              <a:ext uri="{FF2B5EF4-FFF2-40B4-BE49-F238E27FC236}">
                <a16:creationId xmlns:a16="http://schemas.microsoft.com/office/drawing/2014/main" id="{D2D727ED-2407-4339-9A8E-2F5298EDCC0D}"/>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2290073956"/>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ext Layout_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0494"/>
            <a:ext cx="11341268" cy="680196"/>
          </a:xfrm>
        </p:spPr>
        <p:txBody>
          <a:bodyPr/>
          <a:lstStyle/>
          <a:p>
            <a:r>
              <a:rPr lang="en-US"/>
              <a:t>Click to edit Master title style</a:t>
            </a:r>
          </a:p>
        </p:txBody>
      </p:sp>
      <p:sp>
        <p:nvSpPr>
          <p:cNvPr id="7" name="Text Placeholder 6">
            <a:extLst>
              <a:ext uri="{FF2B5EF4-FFF2-40B4-BE49-F238E27FC236}">
                <a16:creationId xmlns:a16="http://schemas.microsoft.com/office/drawing/2014/main" id="{D2BCC9BD-7254-4C63-A841-78F2C1DF0347}"/>
              </a:ext>
            </a:extLst>
          </p:cNvPr>
          <p:cNvSpPr>
            <a:spLocks noGrp="1"/>
          </p:cNvSpPr>
          <p:nvPr>
            <p:ph type="body" sz="quarter" idx="12"/>
          </p:nvPr>
        </p:nvSpPr>
        <p:spPr>
          <a:xfrm>
            <a:off x="418643" y="1456896"/>
            <a:ext cx="5578932" cy="1631216"/>
          </a:xfrm>
          <a:prstGeom prst="rect">
            <a:avLst/>
          </a:prstGeom>
          <a:solidFill>
            <a:schemeClr val="bg1">
              <a:lumMod val="95000"/>
            </a:schemeClr>
          </a:solidFill>
        </p:spPr>
        <p:txBody>
          <a:bodyPr lIns="137160" tIns="91440" rIns="137160"/>
          <a:lstStyle>
            <a:lvl1pPr>
              <a:defRPr sz="2000"/>
            </a:lvl1pPr>
            <a:lvl2pPr>
              <a:defRPr sz="1800"/>
            </a:lvl2pPr>
            <a:lvl3pPr>
              <a:defRPr sz="1400"/>
            </a:lvl3pPr>
            <a:lvl4pPr>
              <a:defRPr sz="14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6">
            <a:extLst>
              <a:ext uri="{FF2B5EF4-FFF2-40B4-BE49-F238E27FC236}">
                <a16:creationId xmlns:a16="http://schemas.microsoft.com/office/drawing/2014/main" id="{45104354-AF0E-4A96-9534-75C5707022FA}"/>
              </a:ext>
            </a:extLst>
          </p:cNvPr>
          <p:cNvSpPr>
            <a:spLocks noGrp="1"/>
          </p:cNvSpPr>
          <p:nvPr>
            <p:ph type="body" sz="quarter" idx="13"/>
          </p:nvPr>
        </p:nvSpPr>
        <p:spPr>
          <a:xfrm>
            <a:off x="6229350" y="1456896"/>
            <a:ext cx="5543550" cy="1631216"/>
          </a:xfrm>
          <a:prstGeom prst="rect">
            <a:avLst/>
          </a:prstGeom>
          <a:solidFill>
            <a:schemeClr val="bg1">
              <a:lumMod val="95000"/>
            </a:schemeClr>
          </a:solidFill>
        </p:spPr>
        <p:txBody>
          <a:bodyPr lIns="137160" tIns="91440" rIns="137160"/>
          <a:lstStyle>
            <a:lvl1pPr>
              <a:defRPr sz="2000"/>
            </a:lvl1pPr>
            <a:lvl2pPr>
              <a:defRPr sz="1800"/>
            </a:lvl2pPr>
            <a:lvl3pPr>
              <a:defRPr sz="1400"/>
            </a:lvl3pPr>
            <a:lvl4pPr>
              <a:defRPr sz="14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1">
            <a:extLst>
              <a:ext uri="{FF2B5EF4-FFF2-40B4-BE49-F238E27FC236}">
                <a16:creationId xmlns:a16="http://schemas.microsoft.com/office/drawing/2014/main" id="{D7B20489-E10E-436F-9A55-5179A38A07C0}"/>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3111485353"/>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ulleted Text Layout_two columns_half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0494"/>
            <a:ext cx="11341268" cy="680196"/>
          </a:xfrm>
        </p:spPr>
        <p:txBody>
          <a:bodyPr/>
          <a:lstStyle/>
          <a:p>
            <a:r>
              <a:rPr lang="en-US"/>
              <a:t>Click to edit Master title style</a:t>
            </a:r>
          </a:p>
        </p:txBody>
      </p:sp>
      <p:sp>
        <p:nvSpPr>
          <p:cNvPr id="8" name="Text Placeholder 7">
            <a:extLst>
              <a:ext uri="{FF2B5EF4-FFF2-40B4-BE49-F238E27FC236}">
                <a16:creationId xmlns:a16="http://schemas.microsoft.com/office/drawing/2014/main" id="{588AB4B6-D71A-4E7E-A4DC-4E0DAEB462DE}"/>
              </a:ext>
            </a:extLst>
          </p:cNvPr>
          <p:cNvSpPr>
            <a:spLocks noGrp="1"/>
          </p:cNvSpPr>
          <p:nvPr>
            <p:ph type="body" sz="quarter" idx="13"/>
          </p:nvPr>
        </p:nvSpPr>
        <p:spPr>
          <a:xfrm>
            <a:off x="418466" y="1456897"/>
            <a:ext cx="5394960" cy="1246495"/>
          </a:xfrm>
          <a:prstGeom prst="rect">
            <a:avLst/>
          </a:prstGeom>
        </p:spPr>
        <p:txBody>
          <a:bodyPr lIns="0" tIns="91440" rIns="0">
            <a:spAutoFit/>
          </a:bodyPr>
          <a:lstStyle>
            <a:lvl1pPr>
              <a:defRPr sz="2400"/>
            </a:lvl1pPr>
            <a:lvl2pPr marL="228600" indent="-228600">
              <a:buFont typeface="Arial" panose="020B0604020202020204" pitchFamily="34" charset="0"/>
              <a:buChar char="•"/>
              <a:defRPr lang="en-US" sz="2000" kern="1200" spc="0" baseline="0" dirty="0">
                <a:solidFill>
                  <a:schemeClr val="tx1"/>
                </a:solidFill>
                <a:latin typeface="+mn-lt"/>
                <a:ea typeface="+mn-ea"/>
                <a:cs typeface="+mn-cs"/>
              </a:defRPr>
            </a:lvl2pPr>
            <a:lvl3pPr marL="520700" indent="-228600">
              <a:buFont typeface="Arial" panose="020B0604020202020204" pitchFamily="34" charset="0"/>
              <a:buChar char="‒"/>
              <a:defRPr/>
            </a:lvl3pPr>
            <a:lvl4pPr marL="228600" indent="0">
              <a:defRPr/>
            </a:lvl4pPr>
            <a:lvl5pPr marL="228600" indent="0">
              <a:defRPr/>
            </a:lvl5pPr>
          </a:lstStyle>
          <a:p>
            <a:pPr lvl="0"/>
            <a:r>
              <a:rPr lang="en-US"/>
              <a:t>Click to edit Master text styles</a:t>
            </a:r>
          </a:p>
          <a:p>
            <a:pPr lvl="1"/>
            <a:r>
              <a:rPr lang="en-US"/>
              <a:t>Second level</a:t>
            </a:r>
          </a:p>
          <a:p>
            <a:pPr lvl="2"/>
            <a:r>
              <a:rPr lang="en-US"/>
              <a:t>Third level</a:t>
            </a:r>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userDrawn="1"/>
        </p:nvCxnSpPr>
        <p:spPr>
          <a:xfrm>
            <a:off x="6089277" y="1611250"/>
            <a:ext cx="0" cy="225458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0" name="Text Placeholder 7">
            <a:extLst>
              <a:ext uri="{FF2B5EF4-FFF2-40B4-BE49-F238E27FC236}">
                <a16:creationId xmlns:a16="http://schemas.microsoft.com/office/drawing/2014/main" id="{D559A0EC-5ADC-4A1D-99D3-F1FD1CB25EFC}"/>
              </a:ext>
            </a:extLst>
          </p:cNvPr>
          <p:cNvSpPr>
            <a:spLocks noGrp="1"/>
          </p:cNvSpPr>
          <p:nvPr>
            <p:ph type="body" sz="quarter" idx="14"/>
          </p:nvPr>
        </p:nvSpPr>
        <p:spPr>
          <a:xfrm>
            <a:off x="6364951" y="1456897"/>
            <a:ext cx="5394960" cy="1246495"/>
          </a:xfrm>
          <a:prstGeom prst="rect">
            <a:avLst/>
          </a:prstGeom>
        </p:spPr>
        <p:txBody>
          <a:bodyPr lIns="0" tIns="91440" rIns="0">
            <a:spAutoFit/>
          </a:bodyPr>
          <a:lstStyle>
            <a:lvl1pPr>
              <a:defRPr sz="2400"/>
            </a:lvl1pPr>
            <a:lvl2pPr marL="228600" indent="-228600">
              <a:buFont typeface="Arial" panose="020B0604020202020204" pitchFamily="34" charset="0"/>
              <a:buChar char="•"/>
              <a:defRPr sz="2000"/>
            </a:lvl2pPr>
            <a:lvl3pPr marL="577850" indent="-285750">
              <a:defRPr lang="en-US" sz="1800" kern="1200" spc="0" baseline="0" dirty="0">
                <a:solidFill>
                  <a:schemeClr val="tx1"/>
                </a:solidFill>
                <a:latin typeface="+mn-lt"/>
                <a:ea typeface="+mn-ea"/>
                <a:cs typeface="+mn-cs"/>
              </a:defRPr>
            </a:lvl3pPr>
            <a:lvl4pPr marL="228600" indent="0">
              <a:defRPr/>
            </a:lvl4pPr>
            <a:lvl5pPr marL="228600" indent="0">
              <a:defRPr/>
            </a:lvl5pPr>
          </a:lstStyle>
          <a:p>
            <a:pPr lvl="0"/>
            <a:r>
              <a:rPr lang="en-US"/>
              <a:t>Click to edit Master text styles</a:t>
            </a:r>
          </a:p>
          <a:p>
            <a:pPr lvl="1"/>
            <a:r>
              <a:rPr lang="en-US"/>
              <a:t>Second level</a:t>
            </a:r>
          </a:p>
          <a:p>
            <a:pPr marL="520700" marR="0" lvl="2" indent="-228600" algn="l" defTabSz="914367" rtl="0" eaLnBrk="1" fontAlgn="auto" latinLnBrk="0" hangingPunct="1">
              <a:lnSpc>
                <a:spcPct val="100000"/>
              </a:lnSpc>
              <a:spcBef>
                <a:spcPts val="200"/>
              </a:spcBef>
              <a:spcAft>
                <a:spcPts val="400"/>
              </a:spcAft>
              <a:buClrTx/>
              <a:buSzPct val="100000"/>
              <a:buFont typeface="Arial" panose="020B0604020202020204" pitchFamily="34" charset="0"/>
              <a:buChar char="‒"/>
              <a:tabLst/>
            </a:pPr>
            <a:r>
              <a:rPr lang="en-US"/>
              <a:t>Third level</a:t>
            </a:r>
          </a:p>
        </p:txBody>
      </p:sp>
      <p:sp>
        <p:nvSpPr>
          <p:cNvPr id="4" name="Footer Placeholder 1">
            <a:extLst>
              <a:ext uri="{FF2B5EF4-FFF2-40B4-BE49-F238E27FC236}">
                <a16:creationId xmlns:a16="http://schemas.microsoft.com/office/drawing/2014/main" id="{33B916B7-8152-49FF-A164-7DD23659B560}"/>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2129719938"/>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ulleted Text Layout_two columns_full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0494"/>
            <a:ext cx="11341268" cy="680196"/>
          </a:xfrm>
        </p:spPr>
        <p:txBody>
          <a:bodyPr/>
          <a:lstStyle/>
          <a:p>
            <a:r>
              <a:rPr lang="en-US"/>
              <a:t>Click to edit Master title style</a:t>
            </a:r>
          </a:p>
        </p:txBody>
      </p:sp>
      <p:sp>
        <p:nvSpPr>
          <p:cNvPr id="10" name="Text Placeholder 9">
            <a:extLst>
              <a:ext uri="{FF2B5EF4-FFF2-40B4-BE49-F238E27FC236}">
                <a16:creationId xmlns:a16="http://schemas.microsoft.com/office/drawing/2014/main" id="{AA943840-546C-404E-809E-352FCE17B65F}"/>
              </a:ext>
            </a:extLst>
          </p:cNvPr>
          <p:cNvSpPr>
            <a:spLocks noGrp="1"/>
          </p:cNvSpPr>
          <p:nvPr>
            <p:ph type="body" sz="quarter" idx="13"/>
          </p:nvPr>
        </p:nvSpPr>
        <p:spPr>
          <a:xfrm>
            <a:off x="418466" y="1456897"/>
            <a:ext cx="5394960" cy="1318310"/>
          </a:xfrm>
          <a:prstGeom prst="rect">
            <a:avLst/>
          </a:prstGeom>
        </p:spPr>
        <p:txBody>
          <a:bodyPr lIns="0" tIns="91440" rIns="0"/>
          <a:lstStyle>
            <a:lvl1pPr>
              <a:defRPr sz="2400"/>
            </a:lvl1pPr>
            <a:lvl2pPr>
              <a:defRPr sz="2000"/>
            </a:lvl2pPr>
            <a:lvl3pPr marL="406400" indent="-285750">
              <a:defRPr lang="en-US" sz="1800" kern="1200" spc="0" baseline="0" dirty="0" smtClean="0">
                <a:solidFill>
                  <a:schemeClr val="tx1"/>
                </a:solidFill>
                <a:latin typeface="+mn-lt"/>
                <a:ea typeface="+mn-ea"/>
                <a:cs typeface="+mn-cs"/>
              </a:defRPr>
            </a:lvl3pPr>
          </a:lstStyle>
          <a:p>
            <a:pPr lvl="0"/>
            <a:r>
              <a:rPr lang="en-US"/>
              <a:t>Click to edit Master text styles</a:t>
            </a:r>
          </a:p>
          <a:p>
            <a:pPr lvl="1"/>
            <a:r>
              <a:rPr lang="en-US"/>
              <a:t>Second level</a:t>
            </a:r>
          </a:p>
          <a:p>
            <a:pPr marL="342900" marR="0" lvl="2" indent="-222250" algn="l" defTabSz="914367" rtl="0" eaLnBrk="1" fontAlgn="auto" latinLnBrk="0" hangingPunct="1">
              <a:lnSpc>
                <a:spcPct val="100000"/>
              </a:lnSpc>
              <a:spcBef>
                <a:spcPts val="392"/>
              </a:spcBef>
              <a:spcAft>
                <a:spcPts val="588"/>
              </a:spcAft>
              <a:buClrTx/>
              <a:buSzPct val="90000"/>
              <a:buFont typeface="Arial" panose="020B0604020202020204" pitchFamily="34" charset="0"/>
              <a:buChar char="•"/>
              <a:tabLst/>
            </a:pPr>
            <a:r>
              <a:rPr lang="en-US"/>
              <a:t>Third level</a:t>
            </a:r>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userDrawn="1"/>
        </p:nvCxnSpPr>
        <p:spPr>
          <a:xfrm>
            <a:off x="6089276" y="1611250"/>
            <a:ext cx="0" cy="3922775"/>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1" name="Text Placeholder 9">
            <a:extLst>
              <a:ext uri="{FF2B5EF4-FFF2-40B4-BE49-F238E27FC236}">
                <a16:creationId xmlns:a16="http://schemas.microsoft.com/office/drawing/2014/main" id="{DA872E0C-8851-4885-B5B2-7B1AB1EFE27F}"/>
              </a:ext>
            </a:extLst>
          </p:cNvPr>
          <p:cNvSpPr>
            <a:spLocks noGrp="1"/>
          </p:cNvSpPr>
          <p:nvPr>
            <p:ph type="body" sz="quarter" idx="14"/>
          </p:nvPr>
        </p:nvSpPr>
        <p:spPr>
          <a:xfrm>
            <a:off x="6365127" y="1456897"/>
            <a:ext cx="5408231" cy="1246495"/>
          </a:xfrm>
          <a:prstGeom prst="rect">
            <a:avLst/>
          </a:prstGeom>
        </p:spPr>
        <p:txBody>
          <a:bodyPr lIns="0" tIns="91440" rIns="0"/>
          <a:lstStyle>
            <a:lvl1pPr>
              <a:defRPr sz="2400"/>
            </a:lvl1pPr>
            <a:lvl2pPr>
              <a:defRPr sz="2000"/>
            </a:lvl2pPr>
            <a:lvl3pPr marL="342900" indent="-222250">
              <a:buFont typeface="Arial" panose="020B0604020202020204" pitchFamily="34" charset="0"/>
              <a:buChar char="•"/>
              <a:defRPr/>
            </a:lvl3pPr>
          </a:lstStyle>
          <a:p>
            <a:pPr lvl="0"/>
            <a:r>
              <a:rPr lang="en-US"/>
              <a:t>Click to edit Master text styles</a:t>
            </a:r>
          </a:p>
          <a:p>
            <a:pPr lvl="1"/>
            <a:r>
              <a:rPr lang="en-US"/>
              <a:t>Second level</a:t>
            </a:r>
          </a:p>
          <a:p>
            <a:pPr lvl="2"/>
            <a:r>
              <a:rPr lang="en-US"/>
              <a:t>Third level</a:t>
            </a:r>
          </a:p>
        </p:txBody>
      </p:sp>
      <p:sp>
        <p:nvSpPr>
          <p:cNvPr id="4" name="Footer Placeholder 1">
            <a:extLst>
              <a:ext uri="{FF2B5EF4-FFF2-40B4-BE49-F238E27FC236}">
                <a16:creationId xmlns:a16="http://schemas.microsoft.com/office/drawing/2014/main" id="{9E636679-D287-455E-9B40-9D596B9809AD}"/>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1283736013"/>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Bulleted Text Layout_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0494"/>
            <a:ext cx="11341268" cy="680196"/>
          </a:xfrm>
        </p:spPr>
        <p:txBody>
          <a:bodyPr/>
          <a:lstStyle/>
          <a:p>
            <a:r>
              <a:rPr lang="en-US"/>
              <a:t>Click to edit Master title style</a:t>
            </a:r>
          </a:p>
        </p:txBody>
      </p:sp>
      <p:sp>
        <p:nvSpPr>
          <p:cNvPr id="10" name="Text Placeholder 9">
            <a:extLst>
              <a:ext uri="{FF2B5EF4-FFF2-40B4-BE49-F238E27FC236}">
                <a16:creationId xmlns:a16="http://schemas.microsoft.com/office/drawing/2014/main" id="{11B26042-856B-4C9B-AE67-D8165C9BFEDC}"/>
              </a:ext>
            </a:extLst>
          </p:cNvPr>
          <p:cNvSpPr>
            <a:spLocks noGrp="1"/>
          </p:cNvSpPr>
          <p:nvPr>
            <p:ph type="body" sz="quarter" idx="15"/>
          </p:nvPr>
        </p:nvSpPr>
        <p:spPr>
          <a:xfrm>
            <a:off x="418643" y="1456896"/>
            <a:ext cx="5578932" cy="1246495"/>
          </a:xfrm>
          <a:prstGeom prst="rect">
            <a:avLst/>
          </a:prstGeom>
          <a:solidFill>
            <a:schemeClr val="bg1">
              <a:lumMod val="95000"/>
            </a:schemeClr>
          </a:solidFill>
        </p:spPr>
        <p:txBody>
          <a:bodyPr wrap="square" tIns="91440">
            <a:spAutoFit/>
          </a:bodyPr>
          <a:lstStyle>
            <a:lvl1pPr>
              <a:defRPr sz="2400"/>
            </a:lvl1pPr>
            <a:lvl3pPr marL="342900" indent="-228600">
              <a:buFont typeface="Arial" panose="020B0604020202020204" pitchFamily="34" charset="0"/>
              <a:buChar char="•"/>
              <a:defRPr/>
            </a:lvl3pPr>
            <a:lvl4pPr marL="342900" indent="-228600">
              <a:buFont typeface="Arial" panose="020B0604020202020204" pitchFamily="34" charset="0"/>
              <a:buChar char="•"/>
              <a:defRPr/>
            </a:lvl4pPr>
            <a:lvl5pPr marL="342900" indent="-228600">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p:txBody>
      </p:sp>
      <p:sp>
        <p:nvSpPr>
          <p:cNvPr id="11" name="Text Placeholder 9">
            <a:extLst>
              <a:ext uri="{FF2B5EF4-FFF2-40B4-BE49-F238E27FC236}">
                <a16:creationId xmlns:a16="http://schemas.microsoft.com/office/drawing/2014/main" id="{9A37ADC6-B611-40D4-8A03-51AD20762D13}"/>
              </a:ext>
            </a:extLst>
          </p:cNvPr>
          <p:cNvSpPr>
            <a:spLocks noGrp="1"/>
          </p:cNvSpPr>
          <p:nvPr>
            <p:ph type="body" sz="quarter" idx="16"/>
          </p:nvPr>
        </p:nvSpPr>
        <p:spPr>
          <a:xfrm>
            <a:off x="6216920" y="1456896"/>
            <a:ext cx="5544007" cy="1272143"/>
          </a:xfrm>
          <a:prstGeom prst="rect">
            <a:avLst/>
          </a:prstGeom>
          <a:solidFill>
            <a:schemeClr val="bg1">
              <a:lumMod val="95000"/>
            </a:schemeClr>
          </a:solidFill>
        </p:spPr>
        <p:txBody>
          <a:bodyPr tIns="91440">
            <a:spAutoFit/>
          </a:bodyPr>
          <a:lstStyle>
            <a:lvl1pPr>
              <a:defRPr sz="2400"/>
            </a:lvl1pPr>
            <a:lvl3pPr marL="342900" indent="-228600">
              <a:buFont typeface="Arial" panose="020B0604020202020204" pitchFamily="34" charset="0"/>
              <a:buChar char="•"/>
              <a:defRPr lang="en-US" sz="1800" kern="1200" spc="0" baseline="0" dirty="0" smtClean="0">
                <a:solidFill>
                  <a:schemeClr val="tx1"/>
                </a:solidFill>
                <a:latin typeface="+mn-lt"/>
                <a:ea typeface="+mn-ea"/>
                <a:cs typeface="+mn-cs"/>
              </a:defRPr>
            </a:lvl3pPr>
            <a:lvl4pPr marL="342900" indent="-228600">
              <a:buFont typeface="Arial" panose="020B0604020202020204" pitchFamily="34" charset="0"/>
              <a:buChar char="•"/>
              <a:defRPr/>
            </a:lvl4pPr>
            <a:lvl5pPr marL="342900" indent="-228600">
              <a:buFont typeface="Arial" panose="020B0604020202020204" pitchFamily="34" charset="0"/>
              <a:buChar char="•"/>
              <a:defRPr/>
            </a:lvl5pPr>
          </a:lstStyle>
          <a:p>
            <a:pPr lvl="0"/>
            <a:r>
              <a:rPr lang="en-US"/>
              <a:t>Click to edit Master text styles</a:t>
            </a:r>
          </a:p>
          <a:p>
            <a:pPr lvl="1"/>
            <a:r>
              <a:rPr lang="en-US"/>
              <a:t>Second level</a:t>
            </a:r>
          </a:p>
          <a:p>
            <a:pPr marL="342900" marR="0" lvl="2" indent="-228600" algn="l" defTabSz="914367" rtl="0" eaLnBrk="1" fontAlgn="auto" latinLnBrk="0" hangingPunct="1">
              <a:lnSpc>
                <a:spcPct val="100000"/>
              </a:lnSpc>
              <a:spcBef>
                <a:spcPts val="392"/>
              </a:spcBef>
              <a:spcAft>
                <a:spcPts val="588"/>
              </a:spcAft>
              <a:buClrTx/>
              <a:buSzPct val="90000"/>
              <a:buFont typeface="Arial" panose="020B0604020202020204" pitchFamily="34" charset="0"/>
              <a:buChar char="•"/>
              <a:tabLst/>
            </a:pPr>
            <a:r>
              <a:rPr lang="en-US"/>
              <a:t>Third level</a:t>
            </a:r>
          </a:p>
        </p:txBody>
      </p:sp>
      <p:sp>
        <p:nvSpPr>
          <p:cNvPr id="4" name="Footer Placeholder 1">
            <a:extLst>
              <a:ext uri="{FF2B5EF4-FFF2-40B4-BE49-F238E27FC236}">
                <a16:creationId xmlns:a16="http://schemas.microsoft.com/office/drawing/2014/main" id="{4D18DD19-84C1-423C-9061-7A04BBDE37A9}"/>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483403295"/>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Software Cod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Software code</a:t>
            </a:r>
          </a:p>
        </p:txBody>
      </p:sp>
      <p:sp>
        <p:nvSpPr>
          <p:cNvPr id="10" name="Text Placeholder 9">
            <a:extLst>
              <a:ext uri="{FF2B5EF4-FFF2-40B4-BE49-F238E27FC236}">
                <a16:creationId xmlns:a16="http://schemas.microsoft.com/office/drawing/2014/main" id="{F8047BC8-CD6A-41DD-B8E0-4737DD93BABF}"/>
              </a:ext>
            </a:extLst>
          </p:cNvPr>
          <p:cNvSpPr>
            <a:spLocks noGrp="1"/>
          </p:cNvSpPr>
          <p:nvPr>
            <p:ph type="body" sz="quarter" idx="10" hasCustomPrompt="1"/>
          </p:nvPr>
        </p:nvSpPr>
        <p:spPr>
          <a:xfrm>
            <a:off x="418643" y="1457325"/>
            <a:ext cx="11354257" cy="2339102"/>
          </a:xfrm>
          <a:prstGeom prst="rect">
            <a:avLst/>
          </a:prstGeom>
          <a:ln w="19050">
            <a:solidFill>
              <a:schemeClr val="accent4"/>
            </a:solidFill>
          </a:ln>
        </p:spPr>
        <p:txBody>
          <a:bodyPr lIns="137160" tIns="91440" rIns="137160"/>
          <a:lstStyle>
            <a:lvl1pPr>
              <a:defRPr sz="2000">
                <a:latin typeface="Consolas" panose="020B0609020204030204" pitchFamily="49" charset="0"/>
              </a:defRPr>
            </a:lvl1pPr>
          </a:lstStyle>
          <a:p>
            <a:pPr lvl="0"/>
            <a:r>
              <a:rPr lang="en-US"/>
              <a:t>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a:t>
            </a:r>
          </a:p>
        </p:txBody>
      </p:sp>
      <p:sp>
        <p:nvSpPr>
          <p:cNvPr id="4" name="Footer Placeholder 1">
            <a:extLst>
              <a:ext uri="{FF2B5EF4-FFF2-40B4-BE49-F238E27FC236}">
                <a16:creationId xmlns:a16="http://schemas.microsoft.com/office/drawing/2014/main" id="{D1EEFE0E-1172-4AF0-9FFA-3C7C1783C53A}"/>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3913158824"/>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Agenda 3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743200"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anchor="ctr"/>
          <a:lstStyle>
            <a:lvl1pPr>
              <a:defRPr>
                <a:solidFill>
                  <a:schemeClr val="bg1"/>
                </a:solidFill>
              </a:defRPr>
            </a:lvl1pPr>
          </a:lstStyle>
          <a:p>
            <a:r>
              <a:rPr lang="en-US"/>
              <a:t>Agenda</a:t>
            </a:r>
            <a:br>
              <a:rPr lang="en-US"/>
            </a:br>
            <a:r>
              <a:rPr lang="en-US"/>
              <a:t>3 rows</a:t>
            </a:r>
          </a:p>
        </p:txBody>
      </p:sp>
      <p:sp>
        <p:nvSpPr>
          <p:cNvPr id="7" name="Text Placeholder 6">
            <a:extLst>
              <a:ext uri="{FF2B5EF4-FFF2-40B4-BE49-F238E27FC236}">
                <a16:creationId xmlns:a16="http://schemas.microsoft.com/office/drawing/2014/main" id="{C40C1B65-53AE-4559-BCFE-31C83CB9F548}"/>
              </a:ext>
            </a:extLst>
          </p:cNvPr>
          <p:cNvSpPr>
            <a:spLocks noGrp="1"/>
          </p:cNvSpPr>
          <p:nvPr>
            <p:ph type="body" sz="quarter" idx="21" hasCustomPrompt="1"/>
          </p:nvPr>
        </p:nvSpPr>
        <p:spPr>
          <a:xfrm>
            <a:off x="4078287" y="1358899"/>
            <a:ext cx="7695069" cy="1224436"/>
          </a:xfrm>
          <a:prstGeom prst="rect">
            <a:avLst/>
          </a:prstGeom>
        </p:spPr>
        <p:txBody>
          <a:bodyPr vert="horz" wrap="square" lIns="0" tIns="0" rIns="0" bIns="0" rtlCol="0" anchor="ctr">
            <a:noAutofit/>
          </a:bodyPr>
          <a:lstStyle>
            <a:lvl1pPr>
              <a:defRPr lang="en-US" sz="1600" b="0" spc="0" dirty="0">
                <a:solidFill>
                  <a:schemeClr val="tx1"/>
                </a:solidFill>
                <a:latin typeface="+mn-lt"/>
              </a:defRPr>
            </a:lvl1pPr>
          </a:lstStyle>
          <a:p>
            <a:pPr lvl="0">
              <a:lnSpc>
                <a:spcPts val="1765"/>
              </a:lnSpc>
              <a:spcBef>
                <a:spcPts val="882"/>
              </a:spcBef>
            </a:pPr>
            <a:r>
              <a:rPr lang="en-US"/>
              <a:t>Body copy Segoe UI Regular 14/18. The quick brown fox jumps over the lazy dog. The quick brown fox jumps over the lazy dog. </a:t>
            </a:r>
          </a:p>
        </p:txBody>
      </p:sp>
      <p:sp>
        <p:nvSpPr>
          <p:cNvPr id="10" name="Text Placeholder 6">
            <a:extLst>
              <a:ext uri="{FF2B5EF4-FFF2-40B4-BE49-F238E27FC236}">
                <a16:creationId xmlns:a16="http://schemas.microsoft.com/office/drawing/2014/main" id="{5928BA4F-8E21-4EC4-B084-5A923473F5E3}"/>
              </a:ext>
            </a:extLst>
          </p:cNvPr>
          <p:cNvSpPr>
            <a:spLocks noGrp="1"/>
          </p:cNvSpPr>
          <p:nvPr>
            <p:ph type="body" sz="quarter" idx="22" hasCustomPrompt="1"/>
          </p:nvPr>
        </p:nvSpPr>
        <p:spPr>
          <a:xfrm>
            <a:off x="4078287" y="2829482"/>
            <a:ext cx="7695069" cy="1224436"/>
          </a:xfrm>
          <a:prstGeom prst="rect">
            <a:avLst/>
          </a:prstGeom>
        </p:spPr>
        <p:txBody>
          <a:bodyPr vert="horz" wrap="square" lIns="0" tIns="0" rIns="0" bIns="0" rtlCol="0" anchor="ctr">
            <a:noAutofit/>
          </a:bodyPr>
          <a:lstStyle>
            <a:lvl1pPr>
              <a:defRPr lang="en-US" sz="1600" b="0" spc="0" dirty="0">
                <a:solidFill>
                  <a:schemeClr val="tx1"/>
                </a:solidFill>
                <a:latin typeface="+mn-lt"/>
              </a:defRPr>
            </a:lvl1pPr>
          </a:lstStyle>
          <a:p>
            <a:pPr lvl="0">
              <a:lnSpc>
                <a:spcPts val="1765"/>
              </a:lnSpc>
              <a:spcBef>
                <a:spcPts val="882"/>
              </a:spcBef>
            </a:pPr>
            <a:r>
              <a:rPr lang="en-US"/>
              <a:t>Body copy Segoe UI Regular 14/18. The quick brown fox jumps over the lazy dog. The quick brown fox jumps over the lazy dog. </a:t>
            </a:r>
          </a:p>
        </p:txBody>
      </p:sp>
      <p:sp>
        <p:nvSpPr>
          <p:cNvPr id="11" name="Text Placeholder 6">
            <a:extLst>
              <a:ext uri="{FF2B5EF4-FFF2-40B4-BE49-F238E27FC236}">
                <a16:creationId xmlns:a16="http://schemas.microsoft.com/office/drawing/2014/main" id="{C91E4A05-D2EB-4AB5-879E-7AC83F36E133}"/>
              </a:ext>
            </a:extLst>
          </p:cNvPr>
          <p:cNvSpPr>
            <a:spLocks noGrp="1"/>
          </p:cNvSpPr>
          <p:nvPr>
            <p:ph type="body" sz="quarter" idx="23" hasCustomPrompt="1"/>
          </p:nvPr>
        </p:nvSpPr>
        <p:spPr>
          <a:xfrm>
            <a:off x="4078287" y="4300064"/>
            <a:ext cx="7695069" cy="1224436"/>
          </a:xfrm>
          <a:prstGeom prst="rect">
            <a:avLst/>
          </a:prstGeom>
        </p:spPr>
        <p:txBody>
          <a:bodyPr vert="horz" wrap="square" lIns="0" tIns="0" rIns="0" bIns="0" rtlCol="0" anchor="ctr">
            <a:noAutofit/>
          </a:bodyPr>
          <a:lstStyle>
            <a:lvl1pPr>
              <a:defRPr lang="en-US" sz="1600" b="0" spc="0" dirty="0">
                <a:solidFill>
                  <a:schemeClr val="tx1"/>
                </a:solidFill>
                <a:latin typeface="+mn-lt"/>
              </a:defRPr>
            </a:lvl1pPr>
          </a:lstStyle>
          <a:p>
            <a:pPr lvl="0">
              <a:lnSpc>
                <a:spcPts val="1765"/>
              </a:lnSpc>
              <a:spcBef>
                <a:spcPts val="882"/>
              </a:spcBef>
            </a:pPr>
            <a:r>
              <a:rPr lang="en-US"/>
              <a:t>Body copy Segoe UI Regular 14/18. The quick brown fox jumps over the lazy dog. The quick brown fox jumps over the lazy dog. </a:t>
            </a:r>
          </a:p>
        </p:txBody>
      </p:sp>
      <p:sp>
        <p:nvSpPr>
          <p:cNvPr id="5" name="Footer Placeholder 1">
            <a:extLst>
              <a:ext uri="{FF2B5EF4-FFF2-40B4-BE49-F238E27FC236}">
                <a16:creationId xmlns:a16="http://schemas.microsoft.com/office/drawing/2014/main" id="{36632599-4450-4B26-B416-F73BFDC6D153}"/>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3265842559"/>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Agenda 4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743200"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anchor="ctr"/>
          <a:lstStyle>
            <a:lvl1pPr>
              <a:defRPr>
                <a:solidFill>
                  <a:schemeClr val="bg1"/>
                </a:solidFill>
              </a:defRPr>
            </a:lvl1pPr>
          </a:lstStyle>
          <a:p>
            <a:r>
              <a:rPr lang="en-US"/>
              <a:t>Agenda</a:t>
            </a:r>
            <a:br>
              <a:rPr lang="en-US"/>
            </a:br>
            <a:r>
              <a:rPr lang="en-US"/>
              <a:t>4 rows</a:t>
            </a:r>
          </a:p>
        </p:txBody>
      </p:sp>
      <p:sp>
        <p:nvSpPr>
          <p:cNvPr id="5" name="Text Placeholder 4"/>
          <p:cNvSpPr>
            <a:spLocks noGrp="1"/>
          </p:cNvSpPr>
          <p:nvPr>
            <p:ph type="body" sz="quarter" idx="11" hasCustomPrompt="1"/>
          </p:nvPr>
        </p:nvSpPr>
        <p:spPr>
          <a:xfrm>
            <a:off x="4078288" y="948613"/>
            <a:ext cx="7695070" cy="896552"/>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4078288" y="2175058"/>
            <a:ext cx="7695070" cy="896552"/>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6" name="Text Placeholder 4"/>
          <p:cNvSpPr>
            <a:spLocks noGrp="1"/>
          </p:cNvSpPr>
          <p:nvPr>
            <p:ph type="body" sz="quarter" idx="17" hasCustomPrompt="1"/>
          </p:nvPr>
        </p:nvSpPr>
        <p:spPr>
          <a:xfrm>
            <a:off x="4078288" y="3401503"/>
            <a:ext cx="7695070" cy="896552"/>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20" name="Text Placeholder 4"/>
          <p:cNvSpPr>
            <a:spLocks noGrp="1"/>
          </p:cNvSpPr>
          <p:nvPr>
            <p:ph type="body" sz="quarter" idx="21" hasCustomPrompt="1"/>
          </p:nvPr>
        </p:nvSpPr>
        <p:spPr>
          <a:xfrm>
            <a:off x="4078288" y="4627948"/>
            <a:ext cx="7695070" cy="896552"/>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6" name="Footer Placeholder 1">
            <a:extLst>
              <a:ext uri="{FF2B5EF4-FFF2-40B4-BE49-F238E27FC236}">
                <a16:creationId xmlns:a16="http://schemas.microsoft.com/office/drawing/2014/main" id="{2A601E66-ACB9-41E6-B7CB-F4F28DD37183}"/>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897469415"/>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Agenda 6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743200"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anchor="ctr"/>
          <a:lstStyle>
            <a:lvl1pPr>
              <a:defRPr>
                <a:solidFill>
                  <a:schemeClr val="bg1"/>
                </a:solidFill>
              </a:defRPr>
            </a:lvl1pPr>
          </a:lstStyle>
          <a:p>
            <a:r>
              <a:rPr lang="en-US"/>
              <a:t>Agenda</a:t>
            </a:r>
            <a:br>
              <a:rPr lang="en-US"/>
            </a:br>
            <a:r>
              <a:rPr lang="en-US"/>
              <a:t>6 rows</a:t>
            </a:r>
          </a:p>
        </p:txBody>
      </p:sp>
      <p:sp>
        <p:nvSpPr>
          <p:cNvPr id="5" name="Text Placeholder 4"/>
          <p:cNvSpPr>
            <a:spLocks noGrp="1"/>
          </p:cNvSpPr>
          <p:nvPr>
            <p:ph type="body" sz="quarter" idx="11" hasCustomPrompt="1"/>
          </p:nvPr>
        </p:nvSpPr>
        <p:spPr>
          <a:xfrm>
            <a:off x="4078288" y="457424"/>
            <a:ext cx="7695070" cy="741783"/>
          </a:xfrm>
          <a:prstGeom prst="rect">
            <a:avLst/>
          </a:prstGeom>
        </p:spPr>
        <p:txBody>
          <a:bodyPr vert="horz" wrap="square" lIns="0" tIns="0" rIns="0" bIns="0" rtlCol="0" anchor="ctr">
            <a:noAutofit/>
          </a:bodyPr>
          <a:lstStyle>
            <a:lvl2pPr>
              <a:defRPr lang="en-US" sz="1800" b="0" dirty="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4078288" y="1322483"/>
            <a:ext cx="7695070" cy="741783"/>
          </a:xfrm>
          <a:prstGeom prst="rect">
            <a:avLst/>
          </a:prstGeom>
        </p:spPr>
        <p:txBody>
          <a:bodyPr vert="horz" wrap="square" lIns="0" tIns="0" rIns="0" bIns="0" rtlCol="0" anchor="ctr">
            <a:noAutofit/>
          </a:bodyPr>
          <a:lstStyle>
            <a:lvl2pPr>
              <a:defRPr lang="en-US" sz="1800"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6" name="Text Placeholder 4"/>
          <p:cNvSpPr>
            <a:spLocks noGrp="1"/>
          </p:cNvSpPr>
          <p:nvPr>
            <p:ph type="body" sz="quarter" idx="17" hasCustomPrompt="1"/>
          </p:nvPr>
        </p:nvSpPr>
        <p:spPr>
          <a:xfrm>
            <a:off x="4078288" y="2187542"/>
            <a:ext cx="7695070" cy="741783"/>
          </a:xfrm>
          <a:prstGeom prst="rect">
            <a:avLst/>
          </a:prstGeom>
        </p:spPr>
        <p:txBody>
          <a:bodyPr vert="horz" wrap="square" lIns="0" tIns="0" rIns="0" bIns="0" rtlCol="0" anchor="ctr">
            <a:noAutofit/>
          </a:bodyPr>
          <a:lstStyle>
            <a:lvl2pPr>
              <a:defRPr lang="en-US" sz="1800"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8" name="Text Placeholder 4"/>
          <p:cNvSpPr>
            <a:spLocks noGrp="1"/>
          </p:cNvSpPr>
          <p:nvPr>
            <p:ph type="body" sz="quarter" idx="19" hasCustomPrompt="1"/>
          </p:nvPr>
        </p:nvSpPr>
        <p:spPr>
          <a:xfrm>
            <a:off x="4078288" y="3052601"/>
            <a:ext cx="7695070" cy="741783"/>
          </a:xfrm>
          <a:prstGeom prst="rect">
            <a:avLst/>
          </a:prstGeom>
        </p:spPr>
        <p:txBody>
          <a:bodyPr vert="horz" wrap="square" lIns="0" tIns="0" rIns="0" bIns="0" rtlCol="0" anchor="ctr">
            <a:noAutofit/>
          </a:bodyPr>
          <a:lstStyle>
            <a:lvl2pPr>
              <a:defRPr lang="en-US" sz="1800"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20" name="Text Placeholder 4"/>
          <p:cNvSpPr>
            <a:spLocks noGrp="1"/>
          </p:cNvSpPr>
          <p:nvPr>
            <p:ph type="body" sz="quarter" idx="21" hasCustomPrompt="1"/>
          </p:nvPr>
        </p:nvSpPr>
        <p:spPr>
          <a:xfrm>
            <a:off x="4078288" y="3917660"/>
            <a:ext cx="7695070" cy="741783"/>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4078288" y="4782717"/>
            <a:ext cx="7695070" cy="741783"/>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6" name="Footer Placeholder 1">
            <a:extLst>
              <a:ext uri="{FF2B5EF4-FFF2-40B4-BE49-F238E27FC236}">
                <a16:creationId xmlns:a16="http://schemas.microsoft.com/office/drawing/2014/main" id="{FFCA3FBD-1532-48BD-BD00-2733D2FFA239}"/>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3054312454"/>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Agenda 8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743200"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anchor="ctr"/>
          <a:lstStyle>
            <a:lvl1pPr>
              <a:defRPr>
                <a:solidFill>
                  <a:schemeClr val="bg1"/>
                </a:solidFill>
              </a:defRPr>
            </a:lvl1pPr>
          </a:lstStyle>
          <a:p>
            <a:r>
              <a:rPr lang="en-US"/>
              <a:t>Agenda</a:t>
            </a:r>
            <a:br>
              <a:rPr lang="en-US"/>
            </a:br>
            <a:r>
              <a:rPr lang="en-US"/>
              <a:t>8 rows</a:t>
            </a:r>
          </a:p>
        </p:txBody>
      </p:sp>
      <p:sp>
        <p:nvSpPr>
          <p:cNvPr id="5" name="Text Placeholder 4"/>
          <p:cNvSpPr>
            <a:spLocks noGrp="1"/>
          </p:cNvSpPr>
          <p:nvPr>
            <p:ph type="body" sz="quarter" idx="11" hasCustomPrompt="1"/>
          </p:nvPr>
        </p:nvSpPr>
        <p:spPr>
          <a:xfrm>
            <a:off x="4078288" y="466348"/>
            <a:ext cx="7695069" cy="675889"/>
          </a:xfrm>
          <a:prstGeom prst="rect">
            <a:avLst/>
          </a:prstGeom>
        </p:spPr>
        <p:txBody>
          <a:bodyPr vert="horz" wrap="square" lIns="0" tIns="0" rIns="0" bIns="0" rtlCol="0" anchor="ctr">
            <a:noAutofit/>
          </a:bodyPr>
          <a:lstStyle>
            <a:lvl2pPr>
              <a:defRPr lang="en-US" sz="1600"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4" name="Text Placeholder 4"/>
          <p:cNvSpPr>
            <a:spLocks noGrp="1"/>
          </p:cNvSpPr>
          <p:nvPr>
            <p:ph type="body" sz="quarter" idx="15" hasCustomPrompt="1"/>
          </p:nvPr>
        </p:nvSpPr>
        <p:spPr>
          <a:xfrm>
            <a:off x="4078288" y="1195667"/>
            <a:ext cx="7695069" cy="675889"/>
          </a:xfrm>
          <a:prstGeom prst="rect">
            <a:avLst/>
          </a:prstGeom>
        </p:spPr>
        <p:txBody>
          <a:bodyPr vert="horz" wrap="square" lIns="0" tIns="0" rIns="0" bIns="0" rtlCol="0" anchor="ctr">
            <a:noAutofit/>
          </a:bodyPr>
          <a:lstStyle>
            <a:lvl2pPr>
              <a:defRPr lang="en-US" sz="1600" b="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6" name="Text Placeholder 4"/>
          <p:cNvSpPr>
            <a:spLocks noGrp="1"/>
          </p:cNvSpPr>
          <p:nvPr>
            <p:ph type="body" sz="quarter" idx="17" hasCustomPrompt="1"/>
          </p:nvPr>
        </p:nvSpPr>
        <p:spPr>
          <a:xfrm>
            <a:off x="4078288" y="1924986"/>
            <a:ext cx="7695069" cy="675889"/>
          </a:xfrm>
          <a:prstGeom prst="rect">
            <a:avLst/>
          </a:prstGeom>
        </p:spPr>
        <p:txBody>
          <a:bodyPr vert="horz" wrap="square" lIns="0" tIns="0" rIns="0" bIns="0" rtlCol="0" anchor="ctr">
            <a:noAutofit/>
          </a:bodyPr>
          <a:lstStyle>
            <a:lvl2pPr>
              <a:defRPr lang="en-US" sz="1600" b="0" dirty="0" smtClean="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8" name="Text Placeholder 4"/>
          <p:cNvSpPr>
            <a:spLocks noGrp="1"/>
          </p:cNvSpPr>
          <p:nvPr>
            <p:ph type="body" sz="quarter" idx="19" hasCustomPrompt="1"/>
          </p:nvPr>
        </p:nvSpPr>
        <p:spPr>
          <a:xfrm>
            <a:off x="4078288" y="2654305"/>
            <a:ext cx="7695069" cy="675889"/>
          </a:xfrm>
          <a:prstGeom prst="rect">
            <a:avLst/>
          </a:prstGeom>
        </p:spPr>
        <p:txBody>
          <a:bodyPr vert="horz" wrap="square" lIns="0" tIns="0" rIns="0" bIns="0" rtlCol="0" anchor="ctr">
            <a:noAutofit/>
          </a:bodyPr>
          <a:lstStyle>
            <a:lvl2pPr>
              <a:defRPr lang="en-US" sz="1600"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20" name="Text Placeholder 4"/>
          <p:cNvSpPr>
            <a:spLocks noGrp="1"/>
          </p:cNvSpPr>
          <p:nvPr>
            <p:ph type="body" sz="quarter" idx="21" hasCustomPrompt="1"/>
          </p:nvPr>
        </p:nvSpPr>
        <p:spPr>
          <a:xfrm>
            <a:off x="4078288" y="3383624"/>
            <a:ext cx="7695069" cy="675889"/>
          </a:xfrm>
          <a:prstGeom prst="rect">
            <a:avLst/>
          </a:prstGeom>
        </p:spPr>
        <p:txBody>
          <a:bodyPr vert="horz" wrap="square" lIns="0" tIns="0" rIns="0" bIns="0" rtlCol="0" anchor="ctr">
            <a:noAutofit/>
          </a:bodyPr>
          <a:lstStyle>
            <a:lvl2pPr>
              <a:defRPr lang="en-US" sz="1600"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4078288" y="4112943"/>
            <a:ext cx="7695069" cy="675889"/>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0" name="Text Placeholder 4">
            <a:extLst>
              <a:ext uri="{FF2B5EF4-FFF2-40B4-BE49-F238E27FC236}">
                <a16:creationId xmlns:a16="http://schemas.microsoft.com/office/drawing/2014/main" id="{96437053-7BE5-40A0-9B10-9FC884BDC4B6}"/>
              </a:ext>
            </a:extLst>
          </p:cNvPr>
          <p:cNvSpPr>
            <a:spLocks noGrp="1"/>
          </p:cNvSpPr>
          <p:nvPr>
            <p:ph type="body" sz="quarter" idx="23" hasCustomPrompt="1"/>
          </p:nvPr>
        </p:nvSpPr>
        <p:spPr>
          <a:xfrm>
            <a:off x="4078288" y="4842261"/>
            <a:ext cx="7695069" cy="675889"/>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6" name="Footer Placeholder 1">
            <a:extLst>
              <a:ext uri="{FF2B5EF4-FFF2-40B4-BE49-F238E27FC236}">
                <a16:creationId xmlns:a16="http://schemas.microsoft.com/office/drawing/2014/main" id="{0E805036-ED99-4D06-B338-B8D2F2944F46}"/>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2087368263"/>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354">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Agenda 2 column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378075"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rIns="0" anchor="ctr"/>
          <a:lstStyle>
            <a:lvl1pPr>
              <a:defRPr>
                <a:solidFill>
                  <a:schemeClr val="bg1"/>
                </a:solidFill>
              </a:defRPr>
            </a:lvl1pPr>
          </a:lstStyle>
          <a:p>
            <a:r>
              <a:rPr lang="en-US"/>
              <a:t>Agenda</a:t>
            </a:r>
            <a:br>
              <a:rPr lang="en-US"/>
            </a:br>
            <a:r>
              <a:rPr lang="en-US"/>
              <a:t>6 rows</a:t>
            </a:r>
          </a:p>
        </p:txBody>
      </p:sp>
      <p:sp>
        <p:nvSpPr>
          <p:cNvPr id="5" name="Text Placeholder 4"/>
          <p:cNvSpPr>
            <a:spLocks noGrp="1"/>
          </p:cNvSpPr>
          <p:nvPr>
            <p:ph type="body" sz="quarter" idx="11" hasCustomPrompt="1"/>
          </p:nvPr>
        </p:nvSpPr>
        <p:spPr>
          <a:xfrm>
            <a:off x="3619500" y="458411"/>
            <a:ext cx="3330574" cy="675889"/>
          </a:xfrm>
          <a:prstGeom prst="rect">
            <a:avLst/>
          </a:prstGeo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a:t>Body copy Segoe UI Regular 14/18. The quick brown fox jumps over the lazy dog. </a:t>
            </a:r>
          </a:p>
        </p:txBody>
      </p:sp>
      <p:sp>
        <p:nvSpPr>
          <p:cNvPr id="14" name="Text Placeholder 4"/>
          <p:cNvSpPr>
            <a:spLocks noGrp="1"/>
          </p:cNvSpPr>
          <p:nvPr>
            <p:ph type="body" sz="quarter" idx="15" hasCustomPrompt="1"/>
          </p:nvPr>
        </p:nvSpPr>
        <p:spPr>
          <a:xfrm>
            <a:off x="3619500" y="1302262"/>
            <a:ext cx="3330574" cy="675889"/>
          </a:xfrm>
          <a:prstGeom prst="rect">
            <a:avLst/>
          </a:prstGeom>
        </p:spPr>
        <p:txBody>
          <a:bodyPr vert="horz" wrap="square" lIns="0" tIns="0" rIns="0" bIns="0" rtlCol="0" anchor="ctr">
            <a:noAutofit/>
          </a:bodyPr>
          <a:lstStyle>
            <a:lvl2pPr>
              <a:defRPr lang="en-US" sz="1400" b="0"/>
            </a:lvl2pPr>
          </a:lstStyle>
          <a:p>
            <a:pPr lvl="1">
              <a:buFont typeface="Arial" panose="020B0604020202020204" pitchFamily="34" charset="0"/>
            </a:pPr>
            <a:r>
              <a:rPr lang="en-US"/>
              <a:t>Body copy Segoe UI Regular 14/18. The quick brown fox jumps over the lazy dog. </a:t>
            </a:r>
          </a:p>
        </p:txBody>
      </p:sp>
      <p:sp>
        <p:nvSpPr>
          <p:cNvPr id="16" name="Text Placeholder 4"/>
          <p:cNvSpPr>
            <a:spLocks noGrp="1"/>
          </p:cNvSpPr>
          <p:nvPr>
            <p:ph type="body" sz="quarter" idx="17" hasCustomPrompt="1"/>
          </p:nvPr>
        </p:nvSpPr>
        <p:spPr>
          <a:xfrm>
            <a:off x="3619500" y="2146113"/>
            <a:ext cx="3330574" cy="675889"/>
          </a:xfrm>
          <a:prstGeom prst="rect">
            <a:avLst/>
          </a:prstGeom>
        </p:spPr>
        <p:txBody>
          <a:bodyPr vert="horz" wrap="square" lIns="0" tIns="0" rIns="0" bIns="0" rtlCol="0" anchor="ctr">
            <a:noAutofit/>
          </a:bodyPr>
          <a:lstStyle>
            <a:lvl2pPr>
              <a:defRPr lang="en-US" sz="1400" b="0" dirty="0" smtClean="0"/>
            </a:lvl2pPr>
          </a:lstStyle>
          <a:p>
            <a:pPr lvl="1">
              <a:buFont typeface="Arial" panose="020B0604020202020204" pitchFamily="34" charset="0"/>
            </a:pPr>
            <a:r>
              <a:rPr lang="en-US"/>
              <a:t>Body copy Segoe UI Regular 14/18. The quick brown fox jumps over the lazy dog. </a:t>
            </a:r>
          </a:p>
        </p:txBody>
      </p:sp>
      <p:sp>
        <p:nvSpPr>
          <p:cNvPr id="18" name="Text Placeholder 4"/>
          <p:cNvSpPr>
            <a:spLocks noGrp="1"/>
          </p:cNvSpPr>
          <p:nvPr>
            <p:ph type="body" sz="quarter" idx="19" hasCustomPrompt="1"/>
          </p:nvPr>
        </p:nvSpPr>
        <p:spPr>
          <a:xfrm>
            <a:off x="3619500" y="2989964"/>
            <a:ext cx="3330574" cy="675889"/>
          </a:xfrm>
          <a:prstGeom prst="rect">
            <a:avLst/>
          </a:prstGeo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a:t>Body copy Segoe UI Regular 14/18. The quick brown fox jumps over the lazy dog. </a:t>
            </a:r>
          </a:p>
        </p:txBody>
      </p:sp>
      <p:sp>
        <p:nvSpPr>
          <p:cNvPr id="20" name="Text Placeholder 4"/>
          <p:cNvSpPr>
            <a:spLocks noGrp="1"/>
          </p:cNvSpPr>
          <p:nvPr>
            <p:ph type="body" sz="quarter" idx="21" hasCustomPrompt="1"/>
          </p:nvPr>
        </p:nvSpPr>
        <p:spPr>
          <a:xfrm>
            <a:off x="3619500" y="3833815"/>
            <a:ext cx="3330574" cy="675889"/>
          </a:xfrm>
          <a:prstGeom prst="rect">
            <a:avLst/>
          </a:prstGeo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a:t>Body copy Segoe UI Regular 14/18. 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3619500" y="4677668"/>
            <a:ext cx="3330574" cy="675889"/>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4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a:t>
            </a:r>
          </a:p>
        </p:txBody>
      </p:sp>
      <p:sp>
        <p:nvSpPr>
          <p:cNvPr id="12" name="Text Placeholder 4">
            <a:extLst>
              <a:ext uri="{FF2B5EF4-FFF2-40B4-BE49-F238E27FC236}">
                <a16:creationId xmlns:a16="http://schemas.microsoft.com/office/drawing/2014/main" id="{B26AB1BC-D652-40F2-83A2-06F6897248D2}"/>
              </a:ext>
            </a:extLst>
          </p:cNvPr>
          <p:cNvSpPr>
            <a:spLocks noGrp="1"/>
          </p:cNvSpPr>
          <p:nvPr>
            <p:ph type="body" sz="quarter" idx="24" hasCustomPrompt="1"/>
          </p:nvPr>
        </p:nvSpPr>
        <p:spPr>
          <a:xfrm>
            <a:off x="8331200" y="458411"/>
            <a:ext cx="3442157" cy="675889"/>
          </a:xfrm>
          <a:prstGeom prst="rect">
            <a:avLst/>
          </a:prstGeo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a:t>Body copy Segoe UI Regular 14/18. The quick brown fox jumps over the lazy dog. </a:t>
            </a:r>
          </a:p>
        </p:txBody>
      </p:sp>
      <p:sp>
        <p:nvSpPr>
          <p:cNvPr id="13" name="Text Placeholder 4">
            <a:extLst>
              <a:ext uri="{FF2B5EF4-FFF2-40B4-BE49-F238E27FC236}">
                <a16:creationId xmlns:a16="http://schemas.microsoft.com/office/drawing/2014/main" id="{B7BCA0EE-6780-4007-A1E7-E2C766ADB6AC}"/>
              </a:ext>
            </a:extLst>
          </p:cNvPr>
          <p:cNvSpPr>
            <a:spLocks noGrp="1"/>
          </p:cNvSpPr>
          <p:nvPr>
            <p:ph type="body" sz="quarter" idx="25" hasCustomPrompt="1"/>
          </p:nvPr>
        </p:nvSpPr>
        <p:spPr>
          <a:xfrm>
            <a:off x="8331200" y="1302262"/>
            <a:ext cx="3442157" cy="675889"/>
          </a:xfrm>
          <a:prstGeom prst="rect">
            <a:avLst/>
          </a:prstGeom>
        </p:spPr>
        <p:txBody>
          <a:bodyPr vert="horz" wrap="square" lIns="0" tIns="0" rIns="0" bIns="0" rtlCol="0" anchor="ctr">
            <a:noAutofit/>
          </a:bodyPr>
          <a:lstStyle>
            <a:lvl2pPr>
              <a:defRPr lang="en-US" sz="1400" b="0"/>
            </a:lvl2pPr>
          </a:lstStyle>
          <a:p>
            <a:pPr lvl="1">
              <a:buFont typeface="Arial" panose="020B0604020202020204" pitchFamily="34" charset="0"/>
            </a:pPr>
            <a:r>
              <a:rPr lang="en-US"/>
              <a:t>Body copy Segoe UI Regular 14/18. The quick brown fox jumps over the lazy dog. </a:t>
            </a:r>
          </a:p>
        </p:txBody>
      </p:sp>
      <p:sp>
        <p:nvSpPr>
          <p:cNvPr id="15" name="Text Placeholder 4">
            <a:extLst>
              <a:ext uri="{FF2B5EF4-FFF2-40B4-BE49-F238E27FC236}">
                <a16:creationId xmlns:a16="http://schemas.microsoft.com/office/drawing/2014/main" id="{42F7FEE8-0C97-4A8D-B62A-F9127046CA49}"/>
              </a:ext>
            </a:extLst>
          </p:cNvPr>
          <p:cNvSpPr>
            <a:spLocks noGrp="1"/>
          </p:cNvSpPr>
          <p:nvPr>
            <p:ph type="body" sz="quarter" idx="26" hasCustomPrompt="1"/>
          </p:nvPr>
        </p:nvSpPr>
        <p:spPr>
          <a:xfrm>
            <a:off x="8331200" y="2146113"/>
            <a:ext cx="3442157" cy="675889"/>
          </a:xfrm>
          <a:prstGeom prst="rect">
            <a:avLst/>
          </a:prstGeom>
        </p:spPr>
        <p:txBody>
          <a:bodyPr vert="horz" wrap="square" lIns="0" tIns="0" rIns="0" bIns="0" rtlCol="0" anchor="ctr">
            <a:noAutofit/>
          </a:bodyPr>
          <a:lstStyle>
            <a:lvl2pPr>
              <a:defRPr lang="en-US" sz="1400" b="0" dirty="0" smtClean="0"/>
            </a:lvl2pPr>
          </a:lstStyle>
          <a:p>
            <a:pPr lvl="1">
              <a:buFont typeface="Arial" panose="020B0604020202020204" pitchFamily="34" charset="0"/>
            </a:pPr>
            <a:r>
              <a:rPr lang="en-US"/>
              <a:t>Body copy Segoe UI Regular 14/18. The quick brown fox jumps over the lazy dog. </a:t>
            </a:r>
          </a:p>
        </p:txBody>
      </p:sp>
      <p:sp>
        <p:nvSpPr>
          <p:cNvPr id="17" name="Text Placeholder 4">
            <a:extLst>
              <a:ext uri="{FF2B5EF4-FFF2-40B4-BE49-F238E27FC236}">
                <a16:creationId xmlns:a16="http://schemas.microsoft.com/office/drawing/2014/main" id="{A2CDDCC0-5CE0-47BF-9A58-947FAAFE0464}"/>
              </a:ext>
            </a:extLst>
          </p:cNvPr>
          <p:cNvSpPr>
            <a:spLocks noGrp="1"/>
          </p:cNvSpPr>
          <p:nvPr>
            <p:ph type="body" sz="quarter" idx="27" hasCustomPrompt="1"/>
          </p:nvPr>
        </p:nvSpPr>
        <p:spPr>
          <a:xfrm>
            <a:off x="8331200" y="2989964"/>
            <a:ext cx="3442157" cy="675889"/>
          </a:xfrm>
          <a:prstGeom prst="rect">
            <a:avLst/>
          </a:prstGeo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a:t>Body copy Segoe UI Regular 14/18. The quick brown fox jumps over the lazy dog. </a:t>
            </a:r>
          </a:p>
        </p:txBody>
      </p:sp>
      <p:sp>
        <p:nvSpPr>
          <p:cNvPr id="19" name="Text Placeholder 4">
            <a:extLst>
              <a:ext uri="{FF2B5EF4-FFF2-40B4-BE49-F238E27FC236}">
                <a16:creationId xmlns:a16="http://schemas.microsoft.com/office/drawing/2014/main" id="{CE365600-EF9A-4204-AC1D-49DA60EE0BC9}"/>
              </a:ext>
            </a:extLst>
          </p:cNvPr>
          <p:cNvSpPr>
            <a:spLocks noGrp="1"/>
          </p:cNvSpPr>
          <p:nvPr>
            <p:ph type="body" sz="quarter" idx="28" hasCustomPrompt="1"/>
          </p:nvPr>
        </p:nvSpPr>
        <p:spPr>
          <a:xfrm>
            <a:off x="8331200" y="3833815"/>
            <a:ext cx="3442157" cy="675889"/>
          </a:xfrm>
          <a:prstGeom prst="rect">
            <a:avLst/>
          </a:prstGeo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a:t>Body copy Segoe UI Regular 14/18. The quick brown fox jumps over the lazy dog. </a:t>
            </a:r>
          </a:p>
        </p:txBody>
      </p:sp>
      <p:sp>
        <p:nvSpPr>
          <p:cNvPr id="21" name="Text Placeholder 4">
            <a:extLst>
              <a:ext uri="{FF2B5EF4-FFF2-40B4-BE49-F238E27FC236}">
                <a16:creationId xmlns:a16="http://schemas.microsoft.com/office/drawing/2014/main" id="{7C988AC2-C93F-4C50-A6B6-35E8D243E2D3}"/>
              </a:ext>
            </a:extLst>
          </p:cNvPr>
          <p:cNvSpPr>
            <a:spLocks noGrp="1"/>
          </p:cNvSpPr>
          <p:nvPr>
            <p:ph type="body" sz="quarter" idx="29" hasCustomPrompt="1"/>
          </p:nvPr>
        </p:nvSpPr>
        <p:spPr>
          <a:xfrm>
            <a:off x="8331200" y="4677668"/>
            <a:ext cx="3442157" cy="675889"/>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4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a:t>
            </a:r>
          </a:p>
        </p:txBody>
      </p:sp>
      <p:sp>
        <p:nvSpPr>
          <p:cNvPr id="6" name="Footer Placeholder 1">
            <a:extLst>
              <a:ext uri="{FF2B5EF4-FFF2-40B4-BE49-F238E27FC236}">
                <a16:creationId xmlns:a16="http://schemas.microsoft.com/office/drawing/2014/main" id="{20AEC5E9-15FA-4088-BD82-723F6A9F15A1}"/>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154795099"/>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280">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ext option 3">
    <p:spTree>
      <p:nvGrpSpPr>
        <p:cNvPr id="1" name=""/>
        <p:cNvGrpSpPr/>
        <p:nvPr/>
      </p:nvGrpSpPr>
      <p:grpSpPr>
        <a:xfrm>
          <a:off x="0" y="0"/>
          <a:ext cx="0" cy="0"/>
          <a:chOff x="0" y="0"/>
          <a:chExt cx="0" cy="0"/>
        </a:xfrm>
      </p:grpSpPr>
      <p:sp>
        <p:nvSpPr>
          <p:cNvPr id="29" name="Title 28">
            <a:extLst>
              <a:ext uri="{FF2B5EF4-FFF2-40B4-BE49-F238E27FC236}">
                <a16:creationId xmlns:a16="http://schemas.microsoft.com/office/drawing/2014/main" id="{DB14B4B7-6595-4F80-A720-AEE6406FDDDB}"/>
              </a:ext>
            </a:extLst>
          </p:cNvPr>
          <p:cNvSpPr>
            <a:spLocks noGrp="1"/>
          </p:cNvSpPr>
          <p:nvPr>
            <p:ph type="title" hasCustomPrompt="1"/>
          </p:nvPr>
        </p:nvSpPr>
        <p:spPr/>
        <p:txBody>
          <a:bodyPr/>
          <a:lstStyle/>
          <a:p>
            <a:r>
              <a:rPr lang="en-US"/>
              <a:t>Text layout three columns images and text</a:t>
            </a:r>
          </a:p>
        </p:txBody>
      </p:sp>
      <p:sp>
        <p:nvSpPr>
          <p:cNvPr id="16" name="Rectangle 15">
            <a:extLst>
              <a:ext uri="{FF2B5EF4-FFF2-40B4-BE49-F238E27FC236}">
                <a16:creationId xmlns:a16="http://schemas.microsoft.com/office/drawing/2014/main" id="{A6AC17A7-7CAA-4CA5-89CD-184D76C19F56}"/>
              </a:ext>
              <a:ext uri="{C183D7F6-B498-43B3-948B-1728B52AA6E4}">
                <adec:decorative xmlns:adec="http://schemas.microsoft.com/office/drawing/2017/decorative" val="1"/>
              </a:ext>
            </a:extLst>
          </p:cNvPr>
          <p:cNvSpPr/>
          <p:nvPr userDrawn="1"/>
        </p:nvSpPr>
        <p:spPr bwMode="auto">
          <a:xfrm>
            <a:off x="468134" y="1456896"/>
            <a:ext cx="3603442" cy="3043667"/>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E501F238-570E-E648-9E57-DAA86A7A8ED3}"/>
              </a:ext>
            </a:extLst>
          </p:cNvPr>
          <p:cNvSpPr>
            <a:spLocks noGrp="1"/>
          </p:cNvSpPr>
          <p:nvPr>
            <p:ph type="pic" sz="quarter" idx="21" hasCustomPrompt="1"/>
          </p:nvPr>
        </p:nvSpPr>
        <p:spPr>
          <a:xfrm>
            <a:off x="592758" y="1560579"/>
            <a:ext cx="3354191" cy="2836300"/>
          </a:xfrm>
          <a:prstGeom prst="rect">
            <a:avLst/>
          </a:prstGeom>
          <a:blipFill>
            <a:blip r:embed="rId2"/>
            <a:stretch>
              <a:fillRect/>
            </a:stretch>
          </a:blipFill>
          <a:ln w="19050">
            <a:noFill/>
          </a:ln>
        </p:spPr>
        <p:txBody>
          <a:bodyPr lIns="914400" rIns="91440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78" b="1" kern="1200" spc="0" baseline="0" dirty="0" smtClean="0">
                <a:solidFill>
                  <a:schemeClr val="tx1"/>
                </a:solidFill>
                <a:latin typeface="+mn-lt"/>
                <a:ea typeface="+mn-ea"/>
                <a:cs typeface="Segoe UI" panose="020B0502040204020203" pitchFamily="34" charset="0"/>
              </a:defRPr>
            </a:lvl1pPr>
          </a:lstStyle>
          <a:p>
            <a:r>
              <a:rPr lang="en-US"/>
              <a:t>Drag &amp; drop your</a:t>
            </a:r>
            <a:br>
              <a:rPr lang="en-US"/>
            </a:br>
            <a:r>
              <a:rPr lang="en-US"/>
              <a:t>photo here </a:t>
            </a:r>
            <a:br>
              <a:rPr lang="en-US"/>
            </a:br>
            <a:r>
              <a:rPr lang="en-US"/>
              <a:t>or click or tap icon</a:t>
            </a:r>
            <a:br>
              <a:rPr lang="en-US"/>
            </a:br>
            <a:r>
              <a:rPr lang="en-US"/>
              <a:t>below to insert</a:t>
            </a:r>
          </a:p>
        </p:txBody>
      </p:sp>
      <p:sp>
        <p:nvSpPr>
          <p:cNvPr id="19" name="Text Placeholder 4">
            <a:extLst>
              <a:ext uri="{FF2B5EF4-FFF2-40B4-BE49-F238E27FC236}">
                <a16:creationId xmlns:a16="http://schemas.microsoft.com/office/drawing/2014/main" id="{F22038DD-9076-B34B-B54A-107DF3F024EE}"/>
              </a:ext>
            </a:extLst>
          </p:cNvPr>
          <p:cNvSpPr>
            <a:spLocks noGrp="1"/>
          </p:cNvSpPr>
          <p:nvPr>
            <p:ph type="body" sz="quarter" idx="17" hasCustomPrompt="1"/>
          </p:nvPr>
        </p:nvSpPr>
        <p:spPr>
          <a:xfrm>
            <a:off x="418643" y="4889029"/>
            <a:ext cx="3652931" cy="523220"/>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 The quick brown fox jumps over the lazy dog. </a:t>
            </a:r>
          </a:p>
        </p:txBody>
      </p:sp>
      <p:sp>
        <p:nvSpPr>
          <p:cNvPr id="3" name="Rectangle 2">
            <a:extLst>
              <a:ext uri="{FF2B5EF4-FFF2-40B4-BE49-F238E27FC236}">
                <a16:creationId xmlns:a16="http://schemas.microsoft.com/office/drawing/2014/main" id="{7A2E6301-6404-4EF3-A39A-8E79FFA3C974}"/>
              </a:ext>
              <a:ext uri="{C183D7F6-B498-43B3-948B-1728B52AA6E4}">
                <adec:decorative xmlns:adec="http://schemas.microsoft.com/office/drawing/2017/decorative" val="1"/>
              </a:ext>
            </a:extLst>
          </p:cNvPr>
          <p:cNvSpPr/>
          <p:nvPr userDrawn="1"/>
        </p:nvSpPr>
        <p:spPr bwMode="auto">
          <a:xfrm>
            <a:off x="4308909" y="1456896"/>
            <a:ext cx="3603442" cy="3043667"/>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31" name="Picture Placeholder 7">
            <a:extLst>
              <a:ext uri="{FF2B5EF4-FFF2-40B4-BE49-F238E27FC236}">
                <a16:creationId xmlns:a16="http://schemas.microsoft.com/office/drawing/2014/main" id="{1BE65963-6DE8-471D-88DB-2FC78087003C}"/>
              </a:ext>
            </a:extLst>
          </p:cNvPr>
          <p:cNvSpPr>
            <a:spLocks noGrp="1"/>
          </p:cNvSpPr>
          <p:nvPr>
            <p:ph type="pic" sz="quarter" idx="26" hasCustomPrompt="1"/>
          </p:nvPr>
        </p:nvSpPr>
        <p:spPr>
          <a:xfrm>
            <a:off x="4433534" y="1560579"/>
            <a:ext cx="3354191" cy="2836300"/>
          </a:xfrm>
          <a:prstGeom prst="rect">
            <a:avLst/>
          </a:prstGeom>
          <a:blipFill>
            <a:blip r:embed="rId2"/>
            <a:stretch>
              <a:fillRect/>
            </a:stretch>
          </a:blipFill>
          <a:ln w="19050">
            <a:noFill/>
          </a:ln>
        </p:spPr>
        <p:txBody>
          <a:bodyPr lIns="914400" rIns="91440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78" b="1" kern="1200" spc="0" baseline="0" dirty="0" smtClean="0">
                <a:solidFill>
                  <a:schemeClr val="tx1"/>
                </a:solidFill>
                <a:latin typeface="+mn-lt"/>
                <a:ea typeface="+mn-ea"/>
                <a:cs typeface="Segoe UI" panose="020B0502040204020203" pitchFamily="34" charset="0"/>
              </a:defRPr>
            </a:lvl1pPr>
          </a:lstStyle>
          <a:p>
            <a:r>
              <a:rPr lang="en-US"/>
              <a:t>Drag &amp; drop your</a:t>
            </a:r>
            <a:br>
              <a:rPr lang="en-US"/>
            </a:br>
            <a:r>
              <a:rPr lang="en-US"/>
              <a:t>photo here </a:t>
            </a:r>
            <a:br>
              <a:rPr lang="en-US"/>
            </a:br>
            <a:r>
              <a:rPr lang="en-US"/>
              <a:t>or click or tap icon</a:t>
            </a:r>
            <a:br>
              <a:rPr lang="en-US"/>
            </a:br>
            <a:r>
              <a:rPr lang="en-US"/>
              <a:t>below to insert</a:t>
            </a:r>
          </a:p>
        </p:txBody>
      </p:sp>
      <p:sp>
        <p:nvSpPr>
          <p:cNvPr id="21" name="Text Placeholder 4">
            <a:extLst>
              <a:ext uri="{FF2B5EF4-FFF2-40B4-BE49-F238E27FC236}">
                <a16:creationId xmlns:a16="http://schemas.microsoft.com/office/drawing/2014/main" id="{B0C89B53-FA50-F248-AD0B-933DE098D70A}"/>
              </a:ext>
            </a:extLst>
          </p:cNvPr>
          <p:cNvSpPr>
            <a:spLocks noGrp="1"/>
          </p:cNvSpPr>
          <p:nvPr>
            <p:ph type="body" sz="quarter" idx="24" hasCustomPrompt="1"/>
          </p:nvPr>
        </p:nvSpPr>
        <p:spPr>
          <a:xfrm>
            <a:off x="4293969" y="4889029"/>
            <a:ext cx="3618381" cy="523220"/>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 The quick brown fox jumps over the lazy dog. </a:t>
            </a:r>
          </a:p>
        </p:txBody>
      </p:sp>
      <p:sp>
        <p:nvSpPr>
          <p:cNvPr id="17" name="Rectangle 16">
            <a:extLst>
              <a:ext uri="{FF2B5EF4-FFF2-40B4-BE49-F238E27FC236}">
                <a16:creationId xmlns:a16="http://schemas.microsoft.com/office/drawing/2014/main" id="{5EC0DAC3-9E26-491C-A10D-7D086E91DB76}"/>
              </a:ext>
              <a:ext uri="{C183D7F6-B498-43B3-948B-1728B52AA6E4}">
                <adec:decorative xmlns:adec="http://schemas.microsoft.com/office/drawing/2017/decorative" val="1"/>
              </a:ext>
            </a:extLst>
          </p:cNvPr>
          <p:cNvSpPr/>
          <p:nvPr userDrawn="1"/>
        </p:nvSpPr>
        <p:spPr bwMode="auto">
          <a:xfrm>
            <a:off x="8159021" y="1456896"/>
            <a:ext cx="3603442" cy="3043667"/>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33" name="Picture Placeholder 7">
            <a:extLst>
              <a:ext uri="{FF2B5EF4-FFF2-40B4-BE49-F238E27FC236}">
                <a16:creationId xmlns:a16="http://schemas.microsoft.com/office/drawing/2014/main" id="{907DE53F-AA57-4741-9DAA-A44C19F78D30}"/>
              </a:ext>
            </a:extLst>
          </p:cNvPr>
          <p:cNvSpPr>
            <a:spLocks noGrp="1"/>
          </p:cNvSpPr>
          <p:nvPr>
            <p:ph type="pic" sz="quarter" idx="27" hasCustomPrompt="1"/>
          </p:nvPr>
        </p:nvSpPr>
        <p:spPr>
          <a:xfrm>
            <a:off x="8283647" y="1560579"/>
            <a:ext cx="3354191" cy="2836300"/>
          </a:xfrm>
          <a:prstGeom prst="rect">
            <a:avLst/>
          </a:prstGeom>
          <a:blipFill>
            <a:blip r:embed="rId2"/>
            <a:stretch>
              <a:fillRect/>
            </a:stretch>
          </a:blipFill>
          <a:ln w="19050">
            <a:noFill/>
          </a:ln>
        </p:spPr>
        <p:txBody>
          <a:bodyPr lIns="914400" rIns="91440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78" b="1" kern="1200" spc="0" baseline="0" dirty="0" smtClean="0">
                <a:solidFill>
                  <a:schemeClr val="tx1"/>
                </a:solidFill>
                <a:latin typeface="+mn-lt"/>
                <a:ea typeface="+mn-ea"/>
                <a:cs typeface="Segoe UI" panose="020B0502040204020203" pitchFamily="34" charset="0"/>
              </a:defRPr>
            </a:lvl1pPr>
          </a:lstStyle>
          <a:p>
            <a:r>
              <a:rPr lang="en-US"/>
              <a:t>Drag &amp; drop your</a:t>
            </a:r>
            <a:br>
              <a:rPr lang="en-US"/>
            </a:br>
            <a:r>
              <a:rPr lang="en-US"/>
              <a:t>photo here </a:t>
            </a:r>
            <a:br>
              <a:rPr lang="en-US"/>
            </a:br>
            <a:r>
              <a:rPr lang="en-US"/>
              <a:t>or click or tap icon</a:t>
            </a:r>
            <a:br>
              <a:rPr lang="en-US"/>
            </a:br>
            <a:r>
              <a:rPr lang="en-US"/>
              <a:t>below to insert</a:t>
            </a:r>
          </a:p>
        </p:txBody>
      </p:sp>
      <p:sp>
        <p:nvSpPr>
          <p:cNvPr id="22" name="Text Placeholder 4">
            <a:extLst>
              <a:ext uri="{FF2B5EF4-FFF2-40B4-BE49-F238E27FC236}">
                <a16:creationId xmlns:a16="http://schemas.microsoft.com/office/drawing/2014/main" id="{C11EA858-BBCA-2149-9368-C1FDBC6C8DFD}"/>
              </a:ext>
            </a:extLst>
          </p:cNvPr>
          <p:cNvSpPr>
            <a:spLocks noGrp="1"/>
          </p:cNvSpPr>
          <p:nvPr>
            <p:ph type="body" sz="quarter" idx="25" hasCustomPrompt="1"/>
          </p:nvPr>
        </p:nvSpPr>
        <p:spPr>
          <a:xfrm>
            <a:off x="8144083" y="4889029"/>
            <a:ext cx="3618381" cy="523220"/>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 The quick brown fox jumps over the lazy dog. </a:t>
            </a:r>
          </a:p>
        </p:txBody>
      </p:sp>
      <p:sp>
        <p:nvSpPr>
          <p:cNvPr id="18" name="Text Placeholder 4">
            <a:extLst>
              <a:ext uri="{FF2B5EF4-FFF2-40B4-BE49-F238E27FC236}">
                <a16:creationId xmlns:a16="http://schemas.microsoft.com/office/drawing/2014/main" id="{6B0E7A2A-440B-4386-BA99-0E3495B2C78A}"/>
              </a:ext>
            </a:extLst>
          </p:cNvPr>
          <p:cNvSpPr>
            <a:spLocks noGrp="1"/>
          </p:cNvSpPr>
          <p:nvPr>
            <p:ph type="body" sz="quarter" idx="28" hasCustomPrompt="1"/>
          </p:nvPr>
        </p:nvSpPr>
        <p:spPr>
          <a:xfrm>
            <a:off x="418643" y="4582416"/>
            <a:ext cx="3652931"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2"/>
                </a:solidFill>
                <a:latin typeface="+mj-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Paragraph title Segoe UI </a:t>
            </a:r>
            <a:r>
              <a:rPr lang="en-US" err="1"/>
              <a:t>Semibold</a:t>
            </a:r>
            <a:r>
              <a:rPr lang="en-US"/>
              <a:t> 14/18</a:t>
            </a:r>
          </a:p>
        </p:txBody>
      </p:sp>
      <p:sp>
        <p:nvSpPr>
          <p:cNvPr id="20" name="Text Placeholder 4">
            <a:extLst>
              <a:ext uri="{FF2B5EF4-FFF2-40B4-BE49-F238E27FC236}">
                <a16:creationId xmlns:a16="http://schemas.microsoft.com/office/drawing/2014/main" id="{84B94875-0E5C-4E1B-9009-179D2480580A}"/>
              </a:ext>
            </a:extLst>
          </p:cNvPr>
          <p:cNvSpPr>
            <a:spLocks noGrp="1"/>
          </p:cNvSpPr>
          <p:nvPr>
            <p:ph type="body" sz="quarter" idx="29" hasCustomPrompt="1"/>
          </p:nvPr>
        </p:nvSpPr>
        <p:spPr>
          <a:xfrm>
            <a:off x="4293969" y="4582416"/>
            <a:ext cx="3618381"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2"/>
                </a:solidFill>
                <a:latin typeface="+mj-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Paragraph title Segoe UI </a:t>
            </a:r>
            <a:r>
              <a:rPr lang="en-US" err="1"/>
              <a:t>Semibold</a:t>
            </a:r>
            <a:r>
              <a:rPr lang="en-US"/>
              <a:t> 14/18</a:t>
            </a:r>
          </a:p>
        </p:txBody>
      </p:sp>
      <p:sp>
        <p:nvSpPr>
          <p:cNvPr id="23" name="Text Placeholder 4">
            <a:extLst>
              <a:ext uri="{FF2B5EF4-FFF2-40B4-BE49-F238E27FC236}">
                <a16:creationId xmlns:a16="http://schemas.microsoft.com/office/drawing/2014/main" id="{122C2A87-F659-470C-9A84-C24B6596BF30}"/>
              </a:ext>
            </a:extLst>
          </p:cNvPr>
          <p:cNvSpPr>
            <a:spLocks noGrp="1"/>
          </p:cNvSpPr>
          <p:nvPr>
            <p:ph type="body" sz="quarter" idx="30" hasCustomPrompt="1"/>
          </p:nvPr>
        </p:nvSpPr>
        <p:spPr>
          <a:xfrm>
            <a:off x="8144083" y="4582416"/>
            <a:ext cx="3618381"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2"/>
                </a:solidFill>
                <a:latin typeface="+mj-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Paragraph title Segoe UI </a:t>
            </a:r>
            <a:r>
              <a:rPr lang="en-US" err="1"/>
              <a:t>Semibold</a:t>
            </a:r>
            <a:r>
              <a:rPr lang="en-US"/>
              <a:t> 14/18</a:t>
            </a:r>
          </a:p>
        </p:txBody>
      </p:sp>
      <p:sp>
        <p:nvSpPr>
          <p:cNvPr id="4" name="Footer Placeholder 1">
            <a:extLst>
              <a:ext uri="{FF2B5EF4-FFF2-40B4-BE49-F238E27FC236}">
                <a16:creationId xmlns:a16="http://schemas.microsoft.com/office/drawing/2014/main" id="{078D6B2E-04FF-44FF-92BF-A50AB63F5A84}"/>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3514992426"/>
      </p:ext>
    </p:extLst>
  </p:cSld>
  <p:clrMapOvr>
    <a:masterClrMapping/>
  </p:clrMapOvr>
  <p:transition>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Section slide">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990B4C-4B23-479D-ADA8-DD6E0658DF5A}"/>
              </a:ext>
            </a:extLst>
          </p:cNvPr>
          <p:cNvSpPr/>
          <p:nvPr userDrawn="1"/>
        </p:nvSpPr>
        <p:spPr bwMode="auto">
          <a:xfrm>
            <a:off x="1" y="2526646"/>
            <a:ext cx="9697686" cy="1784048"/>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4" name="Title 35"/>
          <p:cNvSpPr>
            <a:spLocks noGrp="1"/>
          </p:cNvSpPr>
          <p:nvPr>
            <p:ph type="title" hasCustomPrompt="1"/>
          </p:nvPr>
        </p:nvSpPr>
        <p:spPr>
          <a:xfrm>
            <a:off x="418644" y="2526646"/>
            <a:ext cx="9189910" cy="1784048"/>
          </a:xfrm>
          <a:prstGeom prst="rect">
            <a:avLst/>
          </a:prstGeom>
          <a:noFill/>
        </p:spPr>
        <p:txBody>
          <a:bodyPr vert="horz" wrap="square" lIns="0" tIns="0" rIns="0" bIns="0" rtlCol="0" anchor="ctr" anchorCtr="0">
            <a:noAutofit/>
          </a:bodyPr>
          <a:lstStyle>
            <a:lvl1pPr>
              <a:defRPr lang="en-US" sz="3600" spc="-49" baseline="0" dirty="0">
                <a:solidFill>
                  <a:schemeClr val="bg1"/>
                </a:solidFill>
              </a:defRPr>
            </a:lvl1pPr>
          </a:lstStyle>
          <a:p>
            <a:pPr marL="0" lvl="0">
              <a:lnSpc>
                <a:spcPts val="5490"/>
              </a:lnSpc>
            </a:pPr>
            <a:r>
              <a:rPr lang="en-US"/>
              <a:t>Section title</a:t>
            </a:r>
          </a:p>
        </p:txBody>
      </p:sp>
      <p:sp>
        <p:nvSpPr>
          <p:cNvPr id="6" name="Rectangle 5">
            <a:extLst>
              <a:ext uri="{FF2B5EF4-FFF2-40B4-BE49-F238E27FC236}">
                <a16:creationId xmlns:a16="http://schemas.microsoft.com/office/drawing/2014/main" id="{E7A7DCD7-2A9A-4303-B73A-A8AA23BAF4B6}"/>
              </a:ext>
            </a:extLst>
          </p:cNvPr>
          <p:cNvSpPr/>
          <p:nvPr userDrawn="1"/>
        </p:nvSpPr>
        <p:spPr bwMode="auto">
          <a:xfrm>
            <a:off x="9697686" y="2526646"/>
            <a:ext cx="2082603" cy="1784048"/>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8" name="Rectangle 6">
            <a:extLst>
              <a:ext uri="{FF2B5EF4-FFF2-40B4-BE49-F238E27FC236}">
                <a16:creationId xmlns:a16="http://schemas.microsoft.com/office/drawing/2014/main" id="{C39A4550-468E-4965-BBF3-650AD824060F}"/>
              </a:ext>
            </a:extLst>
          </p:cNvPr>
          <p:cNvSpPr/>
          <p:nvPr userDrawn="1"/>
        </p:nvSpPr>
        <p:spPr bwMode="auto">
          <a:xfrm flipH="1">
            <a:off x="9697686" y="2481083"/>
            <a:ext cx="203874" cy="1875174"/>
          </a:xfrm>
          <a:custGeom>
            <a:avLst/>
            <a:gdLst>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861580 h 1819564"/>
              <a:gd name="connsiteX5" fmla="*/ 0 w 329334"/>
              <a:gd name="connsiteY5" fmla="*/ 0 h 1819564"/>
              <a:gd name="connsiteX0" fmla="*/ 0 w 329334"/>
              <a:gd name="connsiteY0" fmla="*/ 861580 h 1819564"/>
              <a:gd name="connsiteX1" fmla="*/ 0 w 329334"/>
              <a:gd name="connsiteY1" fmla="*/ 0 h 1819564"/>
              <a:gd name="connsiteX2" fmla="*/ 329334 w 329334"/>
              <a:gd name="connsiteY2" fmla="*/ 0 h 1819564"/>
              <a:gd name="connsiteX3" fmla="*/ 329334 w 329334"/>
              <a:gd name="connsiteY3" fmla="*/ 1819564 h 1819564"/>
              <a:gd name="connsiteX4" fmla="*/ 0 w 329334"/>
              <a:gd name="connsiteY4" fmla="*/ 1819564 h 1819564"/>
              <a:gd name="connsiteX5" fmla="*/ 91440 w 329334"/>
              <a:gd name="connsiteY5"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91440 w 329334"/>
              <a:gd name="connsiteY4"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Lst>
            <a:ahLst/>
            <a:cxnLst>
              <a:cxn ang="0">
                <a:pos x="connsiteX0" y="connsiteY0"/>
              </a:cxn>
              <a:cxn ang="0">
                <a:pos x="connsiteX1" y="connsiteY1"/>
              </a:cxn>
              <a:cxn ang="0">
                <a:pos x="connsiteX2" y="connsiteY2"/>
              </a:cxn>
              <a:cxn ang="0">
                <a:pos x="connsiteX3" y="connsiteY3"/>
              </a:cxn>
            </a:cxnLst>
            <a:rect l="l" t="t" r="r" b="b"/>
            <a:pathLst>
              <a:path w="329334" h="1819564">
                <a:moveTo>
                  <a:pt x="0" y="0"/>
                </a:moveTo>
                <a:lnTo>
                  <a:pt x="329334" y="0"/>
                </a:lnTo>
                <a:lnTo>
                  <a:pt x="329334" y="1819564"/>
                </a:lnTo>
                <a:lnTo>
                  <a:pt x="0" y="1819564"/>
                </a:lnTo>
              </a:path>
            </a:pathLst>
          </a:custGeom>
          <a:noFill/>
          <a:ln w="19050" cap="sq">
            <a:solidFill>
              <a:schemeClr val="accent2"/>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7" name="Rectangle 6">
            <a:extLst>
              <a:ext uri="{FF2B5EF4-FFF2-40B4-BE49-F238E27FC236}">
                <a16:creationId xmlns:a16="http://schemas.microsoft.com/office/drawing/2014/main" id="{79F5CEB5-AAB3-4E98-82B0-2B2EDFAC7F19}"/>
              </a:ext>
            </a:extLst>
          </p:cNvPr>
          <p:cNvSpPr/>
          <p:nvPr userDrawn="1"/>
        </p:nvSpPr>
        <p:spPr bwMode="auto">
          <a:xfrm>
            <a:off x="11569483" y="2481083"/>
            <a:ext cx="203874" cy="1875174"/>
          </a:xfrm>
          <a:custGeom>
            <a:avLst/>
            <a:gdLst>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861580 h 1819564"/>
              <a:gd name="connsiteX5" fmla="*/ 0 w 329334"/>
              <a:gd name="connsiteY5" fmla="*/ 0 h 1819564"/>
              <a:gd name="connsiteX0" fmla="*/ 0 w 329334"/>
              <a:gd name="connsiteY0" fmla="*/ 861580 h 1819564"/>
              <a:gd name="connsiteX1" fmla="*/ 0 w 329334"/>
              <a:gd name="connsiteY1" fmla="*/ 0 h 1819564"/>
              <a:gd name="connsiteX2" fmla="*/ 329334 w 329334"/>
              <a:gd name="connsiteY2" fmla="*/ 0 h 1819564"/>
              <a:gd name="connsiteX3" fmla="*/ 329334 w 329334"/>
              <a:gd name="connsiteY3" fmla="*/ 1819564 h 1819564"/>
              <a:gd name="connsiteX4" fmla="*/ 0 w 329334"/>
              <a:gd name="connsiteY4" fmla="*/ 1819564 h 1819564"/>
              <a:gd name="connsiteX5" fmla="*/ 91440 w 329334"/>
              <a:gd name="connsiteY5"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91440 w 329334"/>
              <a:gd name="connsiteY4"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Lst>
            <a:ahLst/>
            <a:cxnLst>
              <a:cxn ang="0">
                <a:pos x="connsiteX0" y="connsiteY0"/>
              </a:cxn>
              <a:cxn ang="0">
                <a:pos x="connsiteX1" y="connsiteY1"/>
              </a:cxn>
              <a:cxn ang="0">
                <a:pos x="connsiteX2" y="connsiteY2"/>
              </a:cxn>
              <a:cxn ang="0">
                <a:pos x="connsiteX3" y="connsiteY3"/>
              </a:cxn>
            </a:cxnLst>
            <a:rect l="l" t="t" r="r" b="b"/>
            <a:pathLst>
              <a:path w="329334" h="1819564">
                <a:moveTo>
                  <a:pt x="0" y="0"/>
                </a:moveTo>
                <a:lnTo>
                  <a:pt x="329334" y="0"/>
                </a:lnTo>
                <a:lnTo>
                  <a:pt x="329334" y="1819564"/>
                </a:lnTo>
                <a:lnTo>
                  <a:pt x="0" y="1819564"/>
                </a:lnTo>
              </a:path>
            </a:pathLst>
          </a:custGeom>
          <a:noFill/>
          <a:ln w="19050" cap="sq">
            <a:solidFill>
              <a:schemeClr val="accent2"/>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12" name="Picture Placeholder 11">
            <a:extLst>
              <a:ext uri="{FF2B5EF4-FFF2-40B4-BE49-F238E27FC236}">
                <a16:creationId xmlns:a16="http://schemas.microsoft.com/office/drawing/2014/main" id="{A0F18A81-5AF1-41EB-B335-9EF67062969B}"/>
              </a:ext>
            </a:extLst>
          </p:cNvPr>
          <p:cNvSpPr>
            <a:spLocks noGrp="1"/>
          </p:cNvSpPr>
          <p:nvPr>
            <p:ph type="pic" sz="quarter" idx="10"/>
          </p:nvPr>
        </p:nvSpPr>
        <p:spPr>
          <a:xfrm>
            <a:off x="10098361" y="2777952"/>
            <a:ext cx="1281254" cy="1281436"/>
          </a:xfrm>
          <a:prstGeom prst="rect">
            <a:avLst/>
          </a:prstGeom>
        </p:spPr>
        <p:txBody>
          <a:bodyPr anchor="ctr">
            <a:noAutofit/>
          </a:bodyPr>
          <a:lstStyle>
            <a:lvl1pPr algn="ctr">
              <a:defRPr/>
            </a:lvl1pPr>
          </a:lstStyle>
          <a:p>
            <a:endParaRPr lang="en-US"/>
          </a:p>
        </p:txBody>
      </p:sp>
      <p:sp>
        <p:nvSpPr>
          <p:cNvPr id="5" name="Footer Placeholder 1">
            <a:extLst>
              <a:ext uri="{FF2B5EF4-FFF2-40B4-BE49-F238E27FC236}">
                <a16:creationId xmlns:a16="http://schemas.microsoft.com/office/drawing/2014/main" id="{53F6734B-2BB9-44E4-A8BF-B0683C3D0AFF}"/>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3382982025"/>
      </p:ext>
    </p:extLst>
  </p:cSld>
  <p:clrMapOvr>
    <a:masterClrMapping/>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Photo layou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4" y="440494"/>
            <a:ext cx="5543516" cy="728448"/>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418644" y="1456897"/>
            <a:ext cx="5579310" cy="307777"/>
          </a:xfrm>
          <a:prstGeom prst="rect">
            <a:avLst/>
          </a:prstGeom>
        </p:spPr>
        <p:txBody>
          <a:bodyPr wrap="square" lIns="0" tIns="0" rIns="0" bIns="0">
            <a:spAutoFit/>
          </a:bodyPr>
          <a:lstStyle>
            <a:lvl1pPr marL="0" indent="0">
              <a:lnSpc>
                <a:spcPts val="2353"/>
              </a:lnSpc>
              <a:buNone/>
              <a:defRPr lang="en-US" sz="2000" kern="1200" spc="0" baseline="0" dirty="0">
                <a:solidFill>
                  <a:schemeClr val="tx1"/>
                </a:solidFill>
                <a:latin typeface="+mj-lt"/>
                <a:ea typeface="+mn-ea"/>
                <a:cs typeface="+mn-cs"/>
              </a:defRPr>
            </a:lvl1pPr>
            <a:lvl2pPr marL="224097" indent="0">
              <a:buNone/>
              <a:defRPr/>
            </a:lvl2pPr>
            <a:lvl3pPr marL="448193" indent="0">
              <a:buNone/>
              <a:defRPr/>
            </a:lvl3pPr>
            <a:lvl4pPr marL="672290" indent="0">
              <a:buNone/>
              <a:defRPr/>
            </a:lvl4pPr>
            <a:lvl5pPr marL="896386" indent="0">
              <a:buNone/>
              <a:defRPr/>
            </a:lvl5pPr>
          </a:lstStyle>
          <a:p>
            <a:pPr lvl="0"/>
            <a:r>
              <a:rPr lang="en-US"/>
              <a:t>Subhead Segoe UI </a:t>
            </a:r>
            <a:r>
              <a:rPr lang="en-US" err="1"/>
              <a:t>Semibold</a:t>
            </a:r>
            <a:r>
              <a:rPr lang="en-US"/>
              <a:t> 20/24. </a:t>
            </a:r>
          </a:p>
        </p:txBody>
      </p:sp>
      <p:sp>
        <p:nvSpPr>
          <p:cNvPr id="10" name="Text Placeholder 4">
            <a:extLst>
              <a:ext uri="{FF2B5EF4-FFF2-40B4-BE49-F238E27FC236}">
                <a16:creationId xmlns:a16="http://schemas.microsoft.com/office/drawing/2014/main" id="{2274B3EB-A97B-4219-A55A-84453528FE77}"/>
              </a:ext>
            </a:extLst>
          </p:cNvPr>
          <p:cNvSpPr>
            <a:spLocks noGrp="1"/>
          </p:cNvSpPr>
          <p:nvPr>
            <p:ph type="body" sz="quarter" idx="45" hasCustomPrompt="1"/>
          </p:nvPr>
        </p:nvSpPr>
        <p:spPr>
          <a:xfrm>
            <a:off x="418643" y="2161629"/>
            <a:ext cx="5579309" cy="338554"/>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accent4"/>
                </a:solidFill>
                <a:latin typeface="+mj-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Paragraph title Segoe UI </a:t>
            </a:r>
            <a:r>
              <a:rPr lang="en-US" err="1"/>
              <a:t>Semibold</a:t>
            </a:r>
            <a:r>
              <a:rPr lang="en-US"/>
              <a:t> 14/18</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2474101"/>
            <a:ext cx="5579310" cy="76700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11" name="Text Placeholder 4">
            <a:extLst>
              <a:ext uri="{FF2B5EF4-FFF2-40B4-BE49-F238E27FC236}">
                <a16:creationId xmlns:a16="http://schemas.microsoft.com/office/drawing/2014/main" id="{6B19B2E5-E29A-4169-8CDD-80FC79D1C862}"/>
              </a:ext>
            </a:extLst>
          </p:cNvPr>
          <p:cNvSpPr>
            <a:spLocks noGrp="1"/>
          </p:cNvSpPr>
          <p:nvPr>
            <p:ph type="body" sz="quarter" idx="46" hasCustomPrompt="1"/>
          </p:nvPr>
        </p:nvSpPr>
        <p:spPr>
          <a:xfrm>
            <a:off x="418643" y="3628878"/>
            <a:ext cx="5579309" cy="338554"/>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accent4"/>
                </a:solidFill>
                <a:latin typeface="+mj-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Paragraph title Segoe UI </a:t>
            </a:r>
            <a:r>
              <a:rPr lang="en-US" err="1"/>
              <a:t>Semibold</a:t>
            </a:r>
            <a:r>
              <a:rPr lang="en-US"/>
              <a:t> 14/18</a:t>
            </a:r>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18644" y="3929012"/>
            <a:ext cx="5579310" cy="76700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229842" y="440494"/>
            <a:ext cx="5973053" cy="5084006"/>
          </a:xfrm>
          <a:prstGeom prst="rect">
            <a:avLst/>
          </a:prstGeom>
          <a:blipFill>
            <a:blip r:embed="rId2"/>
            <a:stretch>
              <a:fillRect t="-12412" b="-12412"/>
            </a:stretch>
          </a:blipFill>
        </p:spPr>
        <p:txBody>
          <a:bodyPr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3" name="Footer Placeholder 1">
            <a:extLst>
              <a:ext uri="{FF2B5EF4-FFF2-40B4-BE49-F238E27FC236}">
                <a16:creationId xmlns:a16="http://schemas.microsoft.com/office/drawing/2014/main" id="{C06943B8-583F-41EC-BDD0-C4B2F2271C02}"/>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2774140748"/>
      </p:ext>
    </p:extLst>
  </p:cSld>
  <p:clrMapOvr>
    <a:masterClrMapping/>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Photo layout with bullet tex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4" y="440494"/>
            <a:ext cx="5543516" cy="728448"/>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418644" y="1456896"/>
            <a:ext cx="5579310" cy="369332"/>
          </a:xfrm>
          <a:prstGeom prst="rect">
            <a:avLst/>
          </a:prstGeom>
        </p:spPr>
        <p:txBody>
          <a:bodyPr wrap="square" lIns="0" tIns="0" rIns="0" bIns="0" anchor="t">
            <a:spAutoFit/>
          </a:bodyPr>
          <a:lstStyle>
            <a:lvl1pPr marL="0" indent="0">
              <a:lnSpc>
                <a:spcPct val="100000"/>
              </a:lnSpc>
              <a:buNone/>
              <a:defRPr lang="en-US" sz="2400" kern="1200" spc="0" baseline="0" dirty="0">
                <a:solidFill>
                  <a:schemeClr val="tx1"/>
                </a:solidFill>
                <a:latin typeface="+mj-lt"/>
                <a:ea typeface="+mn-ea"/>
                <a:cs typeface="+mn-cs"/>
              </a:defRPr>
            </a:lvl1pPr>
            <a:lvl2pPr marL="224097" indent="0">
              <a:buNone/>
              <a:defRPr/>
            </a:lvl2pPr>
            <a:lvl3pPr marL="448193" indent="0">
              <a:buNone/>
              <a:defRPr/>
            </a:lvl3pPr>
            <a:lvl4pPr marL="672290" indent="0">
              <a:buNone/>
              <a:defRPr/>
            </a:lvl4pPr>
            <a:lvl5pPr marL="896386" indent="0">
              <a:buNone/>
              <a:defRPr/>
            </a:lvl5pPr>
          </a:lstStyle>
          <a:p>
            <a:pPr lvl="0"/>
            <a:r>
              <a:rPr lang="en-US"/>
              <a:t>Subhead Segoe UI </a:t>
            </a:r>
            <a:r>
              <a:rPr lang="en-US" err="1"/>
              <a:t>Semibold</a:t>
            </a:r>
            <a:r>
              <a:rPr lang="en-US"/>
              <a:t> 20/24.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2268946"/>
            <a:ext cx="5579310"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7FA17B80-9C3D-4DD7-B924-02A9E3E600E1}"/>
              </a:ext>
              <a:ext uri="{C183D7F6-B498-43B3-948B-1728B52AA6E4}">
                <adec:decorative xmlns:adec="http://schemas.microsoft.com/office/drawing/2017/decorative" val="1"/>
              </a:ext>
            </a:extLst>
          </p:cNvPr>
          <p:cNvCxnSpPr>
            <a:cxnSpLocks/>
          </p:cNvCxnSpPr>
          <p:nvPr userDrawn="1"/>
        </p:nvCxnSpPr>
        <p:spPr>
          <a:xfrm>
            <a:off x="418644" y="3006343"/>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18644" y="3158965"/>
            <a:ext cx="5579310"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3FD3D5BB-5B0F-44DE-B4B8-000A681CEA94}"/>
              </a:ext>
              <a:ext uri="{C183D7F6-B498-43B3-948B-1728B52AA6E4}">
                <adec:decorative xmlns:adec="http://schemas.microsoft.com/office/drawing/2017/decorative" val="1"/>
              </a:ext>
            </a:extLst>
          </p:cNvPr>
          <p:cNvCxnSpPr>
            <a:cxnSpLocks/>
          </p:cNvCxnSpPr>
          <p:nvPr userDrawn="1"/>
        </p:nvCxnSpPr>
        <p:spPr>
          <a:xfrm>
            <a:off x="418644" y="3896362"/>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460A0EF6-FA0B-4D44-8315-ED90C5B93C73}"/>
              </a:ext>
            </a:extLst>
          </p:cNvPr>
          <p:cNvSpPr>
            <a:spLocks noGrp="1"/>
          </p:cNvSpPr>
          <p:nvPr>
            <p:ph type="body" sz="quarter" idx="45" hasCustomPrompt="1"/>
          </p:nvPr>
        </p:nvSpPr>
        <p:spPr>
          <a:xfrm>
            <a:off x="418644" y="4048984"/>
            <a:ext cx="5579310"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A637605A-2FAC-4994-ACEC-7082FD1D75A8}"/>
              </a:ext>
              <a:ext uri="{C183D7F6-B498-43B3-948B-1728B52AA6E4}">
                <adec:decorative xmlns:adec="http://schemas.microsoft.com/office/drawing/2017/decorative" val="1"/>
              </a:ext>
            </a:extLst>
          </p:cNvPr>
          <p:cNvCxnSpPr>
            <a:cxnSpLocks/>
          </p:cNvCxnSpPr>
          <p:nvPr userDrawn="1"/>
        </p:nvCxnSpPr>
        <p:spPr>
          <a:xfrm>
            <a:off x="418644" y="4786381"/>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5A88BE58-E914-49A7-B477-3DBF3F91D24F}"/>
              </a:ext>
            </a:extLst>
          </p:cNvPr>
          <p:cNvSpPr>
            <a:spLocks noGrp="1"/>
          </p:cNvSpPr>
          <p:nvPr>
            <p:ph type="body" sz="quarter" idx="46" hasCustomPrompt="1"/>
          </p:nvPr>
        </p:nvSpPr>
        <p:spPr>
          <a:xfrm>
            <a:off x="418644" y="4939001"/>
            <a:ext cx="5579310"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sp>
        <p:nvSpPr>
          <p:cNvPr id="2" name="Rectangle 1">
            <a:extLst>
              <a:ext uri="{FF2B5EF4-FFF2-40B4-BE49-F238E27FC236}">
                <a16:creationId xmlns:a16="http://schemas.microsoft.com/office/drawing/2014/main" id="{56B6D240-D672-4F0A-95ED-D92FC8351E6D}"/>
              </a:ext>
              <a:ext uri="{C183D7F6-B498-43B3-948B-1728B52AA6E4}">
                <adec:decorative xmlns:adec="http://schemas.microsoft.com/office/drawing/2017/decorative" val="1"/>
              </a:ext>
            </a:extLst>
          </p:cNvPr>
          <p:cNvSpPr/>
          <p:nvPr userDrawn="1"/>
        </p:nvSpPr>
        <p:spPr bwMode="auto">
          <a:xfrm>
            <a:off x="6229842" y="1456897"/>
            <a:ext cx="5543514" cy="4066880"/>
          </a:xfrm>
          <a:prstGeom prst="rect">
            <a:avLst/>
          </a:prstGeom>
          <a:noFill/>
          <a:ln w="19050">
            <a:solidFill>
              <a:schemeClr val="accent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19" name="Picture Placeholder 7">
            <a:extLst>
              <a:ext uri="{FF2B5EF4-FFF2-40B4-BE49-F238E27FC236}">
                <a16:creationId xmlns:a16="http://schemas.microsoft.com/office/drawing/2014/main" id="{CA973F78-0779-41C2-98B4-4547D2CD7C11}"/>
              </a:ext>
            </a:extLst>
          </p:cNvPr>
          <p:cNvSpPr>
            <a:spLocks noGrp="1"/>
          </p:cNvSpPr>
          <p:nvPr>
            <p:ph type="pic" sz="quarter" idx="47" hasCustomPrompt="1"/>
          </p:nvPr>
        </p:nvSpPr>
        <p:spPr>
          <a:xfrm>
            <a:off x="6349678" y="1571850"/>
            <a:ext cx="5303845" cy="3836974"/>
          </a:xfrm>
          <a:prstGeom prst="rect">
            <a:avLst/>
          </a:prstGeom>
          <a:blipFill dpi="0" rotWithShape="1">
            <a:blip r:embed="rId2"/>
            <a:srcRect/>
            <a:stretch>
              <a:fillRect t="-12167" b="-11528"/>
            </a:stretch>
          </a:blipFill>
          <a:ln w="19050">
            <a:noFill/>
          </a:ln>
        </p:spPr>
        <p:txBody>
          <a:bodyPr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Footer Placeholder 1">
            <a:extLst>
              <a:ext uri="{FF2B5EF4-FFF2-40B4-BE49-F238E27FC236}">
                <a16:creationId xmlns:a16="http://schemas.microsoft.com/office/drawing/2014/main" id="{41DA22E1-F19A-4866-9903-D39B8BC0754E}"/>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2788893560"/>
      </p:ext>
    </p:extLst>
  </p:cSld>
  <p:clrMapOvr>
    <a:masterClrMapping/>
  </p:clrMapOvr>
  <p:transition>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Photo layout with bullet text &amp; icon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4" y="440494"/>
            <a:ext cx="5543516" cy="728448"/>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418644" y="1456896"/>
            <a:ext cx="5579310" cy="369332"/>
          </a:xfrm>
          <a:prstGeom prst="rect">
            <a:avLst/>
          </a:prstGeom>
        </p:spPr>
        <p:txBody>
          <a:bodyPr wrap="square" lIns="0" tIns="0" rIns="0" bIns="0" anchor="t">
            <a:spAutoFit/>
          </a:bodyPr>
          <a:lstStyle>
            <a:lvl1pPr marL="0" indent="0">
              <a:lnSpc>
                <a:spcPct val="100000"/>
              </a:lnSpc>
              <a:buNone/>
              <a:defRPr lang="en-US" sz="2400" kern="1200" spc="0" baseline="0" dirty="0">
                <a:solidFill>
                  <a:schemeClr val="tx1"/>
                </a:solidFill>
                <a:latin typeface="+mj-lt"/>
                <a:ea typeface="+mn-ea"/>
                <a:cs typeface="+mn-cs"/>
              </a:defRPr>
            </a:lvl1pPr>
            <a:lvl2pPr marL="224097" indent="0">
              <a:buNone/>
              <a:defRPr/>
            </a:lvl2pPr>
            <a:lvl3pPr marL="448193" indent="0">
              <a:buNone/>
              <a:defRPr/>
            </a:lvl3pPr>
            <a:lvl4pPr marL="672290" indent="0">
              <a:buNone/>
              <a:defRPr/>
            </a:lvl4pPr>
            <a:lvl5pPr marL="896386" indent="0">
              <a:buNone/>
              <a:defRPr/>
            </a:lvl5pPr>
          </a:lstStyle>
          <a:p>
            <a:pPr lvl="0"/>
            <a:r>
              <a:rPr lang="en-US"/>
              <a:t>Subhead Segoe UI </a:t>
            </a:r>
            <a:r>
              <a:rPr lang="en-US" err="1"/>
              <a:t>Semibold</a:t>
            </a:r>
            <a:r>
              <a:rPr lang="en-US"/>
              <a:t> 20/24.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1422400" y="2438351"/>
            <a:ext cx="4575554"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7FA17B80-9C3D-4DD7-B924-02A9E3E600E1}"/>
              </a:ext>
              <a:ext uri="{C183D7F6-B498-43B3-948B-1728B52AA6E4}">
                <adec:decorative xmlns:adec="http://schemas.microsoft.com/office/drawing/2017/decorative" val="1"/>
              </a:ext>
            </a:extLst>
          </p:cNvPr>
          <p:cNvCxnSpPr>
            <a:cxnSpLocks/>
          </p:cNvCxnSpPr>
          <p:nvPr userDrawn="1"/>
        </p:nvCxnSpPr>
        <p:spPr>
          <a:xfrm>
            <a:off x="1422400" y="3147005"/>
            <a:ext cx="449774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1422400" y="3270884"/>
            <a:ext cx="4575554"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3FD3D5BB-5B0F-44DE-B4B8-000A681CEA94}"/>
              </a:ext>
              <a:ext uri="{C183D7F6-B498-43B3-948B-1728B52AA6E4}">
                <adec:decorative xmlns:adec="http://schemas.microsoft.com/office/drawing/2017/decorative" val="1"/>
              </a:ext>
            </a:extLst>
          </p:cNvPr>
          <p:cNvCxnSpPr>
            <a:cxnSpLocks/>
          </p:cNvCxnSpPr>
          <p:nvPr userDrawn="1"/>
        </p:nvCxnSpPr>
        <p:spPr>
          <a:xfrm>
            <a:off x="1422400" y="3979538"/>
            <a:ext cx="449774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460A0EF6-FA0B-4D44-8315-ED90C5B93C73}"/>
              </a:ext>
            </a:extLst>
          </p:cNvPr>
          <p:cNvSpPr>
            <a:spLocks noGrp="1"/>
          </p:cNvSpPr>
          <p:nvPr>
            <p:ph type="body" sz="quarter" idx="45" hasCustomPrompt="1"/>
          </p:nvPr>
        </p:nvSpPr>
        <p:spPr>
          <a:xfrm>
            <a:off x="1422400" y="4103417"/>
            <a:ext cx="4575554"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A637605A-2FAC-4994-ACEC-7082FD1D75A8}"/>
              </a:ext>
              <a:ext uri="{C183D7F6-B498-43B3-948B-1728B52AA6E4}">
                <adec:decorative xmlns:adec="http://schemas.microsoft.com/office/drawing/2017/decorative" val="1"/>
              </a:ext>
            </a:extLst>
          </p:cNvPr>
          <p:cNvCxnSpPr>
            <a:cxnSpLocks/>
          </p:cNvCxnSpPr>
          <p:nvPr userDrawn="1"/>
        </p:nvCxnSpPr>
        <p:spPr>
          <a:xfrm>
            <a:off x="1422400" y="4812071"/>
            <a:ext cx="449774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5A88BE58-E914-49A7-B477-3DBF3F91D24F}"/>
              </a:ext>
            </a:extLst>
          </p:cNvPr>
          <p:cNvSpPr>
            <a:spLocks noGrp="1"/>
          </p:cNvSpPr>
          <p:nvPr>
            <p:ph type="body" sz="quarter" idx="46" hasCustomPrompt="1"/>
          </p:nvPr>
        </p:nvSpPr>
        <p:spPr>
          <a:xfrm>
            <a:off x="1422400" y="4935948"/>
            <a:ext cx="4575554"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229842" y="1457324"/>
            <a:ext cx="5973053" cy="4063399"/>
          </a:xfrm>
          <a:prstGeom prst="rect">
            <a:avLst/>
          </a:prstGeom>
          <a:blipFill>
            <a:blip r:embed="rId2"/>
            <a:stretch>
              <a:fillRect t="-33991" b="-34785"/>
            </a:stretch>
          </a:blipFill>
        </p:spPr>
        <p:txBody>
          <a:bodyPr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2" name="Footer Placeholder 1">
            <a:extLst>
              <a:ext uri="{FF2B5EF4-FFF2-40B4-BE49-F238E27FC236}">
                <a16:creationId xmlns:a16="http://schemas.microsoft.com/office/drawing/2014/main" id="{5F6EB83D-C2A5-4189-B12B-1320B6ADB9B8}"/>
              </a:ext>
            </a:extLst>
          </p:cNvPr>
          <p:cNvSpPr txBox="1">
            <a:spLocks/>
          </p:cNvSpPr>
          <p:nvPr userDrawn="1"/>
        </p:nvSpPr>
        <p:spPr>
          <a:xfrm>
            <a:off x="418644"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l"/>
            <a:r>
              <a:rPr lang="en-US"/>
              <a:t>© Copyright Microsoft Corporation. All rights reserved.</a:t>
            </a:r>
          </a:p>
        </p:txBody>
      </p:sp>
    </p:spTree>
    <p:extLst>
      <p:ext uri="{BB962C8B-B14F-4D97-AF65-F5344CB8AC3E}">
        <p14:creationId xmlns:p14="http://schemas.microsoft.com/office/powerpoint/2010/main" val="1369749779"/>
      </p:ext>
    </p:extLst>
  </p:cSld>
  <p:clrMapOvr>
    <a:masterClrMapping/>
  </p:clrMapOvr>
  <p:transition>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Photo layout with 4 rows tex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4" y="440494"/>
            <a:ext cx="11354712" cy="728448"/>
          </a:xfrm>
        </p:spPr>
        <p:txBody>
          <a:bodyPr/>
          <a:lstStyle>
            <a:lvl1pPr>
              <a:defRPr>
                <a:solidFill>
                  <a:schemeClr val="tx1"/>
                </a:solidFill>
              </a:defRPr>
            </a:lvl1pPr>
          </a:lstStyle>
          <a:p>
            <a:r>
              <a:rPr lang="en-US"/>
              <a:t>Photo layout 1</a:t>
            </a:r>
          </a:p>
        </p:txBody>
      </p:sp>
      <p:sp>
        <p:nvSpPr>
          <p:cNvPr id="13" name="Text Placeholder 4">
            <a:extLst>
              <a:ext uri="{FF2B5EF4-FFF2-40B4-BE49-F238E27FC236}">
                <a16:creationId xmlns:a16="http://schemas.microsoft.com/office/drawing/2014/main" id="{22D1B7D7-06FD-4F28-9BBD-A26349C88491}"/>
              </a:ext>
            </a:extLst>
          </p:cNvPr>
          <p:cNvSpPr>
            <a:spLocks noGrp="1"/>
          </p:cNvSpPr>
          <p:nvPr>
            <p:ph type="body" sz="quarter" idx="47" hasCustomPrompt="1"/>
          </p:nvPr>
        </p:nvSpPr>
        <p:spPr>
          <a:xfrm>
            <a:off x="418644" y="1389750"/>
            <a:ext cx="5579310" cy="361539"/>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2000" b="0" i="0" spc="0">
                <a:solidFill>
                  <a:schemeClr val="tx1"/>
                </a:solidFill>
                <a:latin typeface="+mj-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a:t>
            </a:r>
            <a:r>
              <a:rPr lang="en-US" err="1"/>
              <a:t>Semibold</a:t>
            </a:r>
            <a:r>
              <a:rPr lang="en-US"/>
              <a:t> 18/20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1885051"/>
            <a:ext cx="5579310" cy="696624"/>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9" name="Straight Connector 8">
            <a:extLst>
              <a:ext uri="{FF2B5EF4-FFF2-40B4-BE49-F238E27FC236}">
                <a16:creationId xmlns:a16="http://schemas.microsoft.com/office/drawing/2014/main" id="{5E2F051F-FAD1-40B7-AD8D-86ACA838D32B}"/>
              </a:ext>
              <a:ext uri="{C183D7F6-B498-43B3-948B-1728B52AA6E4}">
                <adec:decorative xmlns:adec="http://schemas.microsoft.com/office/drawing/2017/decorative" val="1"/>
              </a:ext>
            </a:extLst>
          </p:cNvPr>
          <p:cNvCxnSpPr>
            <a:cxnSpLocks/>
          </p:cNvCxnSpPr>
          <p:nvPr userDrawn="1"/>
        </p:nvCxnSpPr>
        <p:spPr>
          <a:xfrm>
            <a:off x="418644" y="2723597"/>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18644" y="2865519"/>
            <a:ext cx="5579310" cy="696624"/>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A8966B79-BC7C-4DB8-80D4-01380DB97330}"/>
              </a:ext>
              <a:ext uri="{C183D7F6-B498-43B3-948B-1728B52AA6E4}">
                <adec:decorative xmlns:adec="http://schemas.microsoft.com/office/drawing/2017/decorative" val="1"/>
              </a:ext>
            </a:extLst>
          </p:cNvPr>
          <p:cNvCxnSpPr>
            <a:cxnSpLocks/>
          </p:cNvCxnSpPr>
          <p:nvPr userDrawn="1"/>
        </p:nvCxnSpPr>
        <p:spPr>
          <a:xfrm>
            <a:off x="418644" y="3704065"/>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5" name="Text Placeholder 4">
            <a:extLst>
              <a:ext uri="{FF2B5EF4-FFF2-40B4-BE49-F238E27FC236}">
                <a16:creationId xmlns:a16="http://schemas.microsoft.com/office/drawing/2014/main" id="{7C7AB201-5BBE-4D8C-A466-367843FF4F01}"/>
              </a:ext>
            </a:extLst>
          </p:cNvPr>
          <p:cNvSpPr>
            <a:spLocks noGrp="1"/>
          </p:cNvSpPr>
          <p:nvPr>
            <p:ph type="body" sz="quarter" idx="45" hasCustomPrompt="1"/>
          </p:nvPr>
        </p:nvSpPr>
        <p:spPr>
          <a:xfrm>
            <a:off x="418644" y="3845987"/>
            <a:ext cx="5579310" cy="696624"/>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E69D048A-1B0B-4837-8CE2-BD16F3AE2B1C}"/>
              </a:ext>
              <a:ext uri="{C183D7F6-B498-43B3-948B-1728B52AA6E4}">
                <adec:decorative xmlns:adec="http://schemas.microsoft.com/office/drawing/2017/decorative" val="1"/>
              </a:ext>
            </a:extLst>
          </p:cNvPr>
          <p:cNvCxnSpPr>
            <a:cxnSpLocks/>
          </p:cNvCxnSpPr>
          <p:nvPr userDrawn="1"/>
        </p:nvCxnSpPr>
        <p:spPr>
          <a:xfrm>
            <a:off x="418644" y="4684533"/>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9" name="Text Placeholder 4">
            <a:extLst>
              <a:ext uri="{FF2B5EF4-FFF2-40B4-BE49-F238E27FC236}">
                <a16:creationId xmlns:a16="http://schemas.microsoft.com/office/drawing/2014/main" id="{FAB025A3-3CCD-40EA-99F1-A41DBE40973C}"/>
              </a:ext>
            </a:extLst>
          </p:cNvPr>
          <p:cNvSpPr>
            <a:spLocks noGrp="1"/>
          </p:cNvSpPr>
          <p:nvPr>
            <p:ph type="body" sz="quarter" idx="46" hasCustomPrompt="1"/>
          </p:nvPr>
        </p:nvSpPr>
        <p:spPr>
          <a:xfrm>
            <a:off x="418644" y="4826457"/>
            <a:ext cx="5579310" cy="696624"/>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sp>
        <p:nvSpPr>
          <p:cNvPr id="2" name="Rectangle 1">
            <a:extLst>
              <a:ext uri="{FF2B5EF4-FFF2-40B4-BE49-F238E27FC236}">
                <a16:creationId xmlns:a16="http://schemas.microsoft.com/office/drawing/2014/main" id="{680D905E-E7A9-44EC-830B-323C290AAA27}"/>
              </a:ext>
              <a:ext uri="{C183D7F6-B498-43B3-948B-1728B52AA6E4}">
                <adec:decorative xmlns:adec="http://schemas.microsoft.com/office/drawing/2017/decorative" val="1"/>
              </a:ext>
            </a:extLst>
          </p:cNvPr>
          <p:cNvSpPr/>
          <p:nvPr userDrawn="1"/>
        </p:nvSpPr>
        <p:spPr bwMode="auto">
          <a:xfrm>
            <a:off x="6229842" y="1456897"/>
            <a:ext cx="5543514" cy="4067604"/>
          </a:xfrm>
          <a:prstGeom prst="rect">
            <a:avLst/>
          </a:prstGeom>
          <a:noFill/>
          <a:ln w="19050">
            <a:solidFill>
              <a:schemeClr val="accent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349678" y="1564130"/>
            <a:ext cx="5303845" cy="3836973"/>
          </a:xfrm>
          <a:prstGeom prst="rect">
            <a:avLst/>
          </a:prstGeom>
          <a:blipFill dpi="0" rotWithShape="1">
            <a:blip r:embed="rId2"/>
            <a:srcRect/>
            <a:stretch>
              <a:fillRect t="-11918" b="-11778"/>
            </a:stretch>
          </a:blipFill>
          <a:ln w="19050">
            <a:noFill/>
          </a:ln>
        </p:spPr>
        <p:txBody>
          <a:bodyPr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Footer Placeholder 1">
            <a:extLst>
              <a:ext uri="{FF2B5EF4-FFF2-40B4-BE49-F238E27FC236}">
                <a16:creationId xmlns:a16="http://schemas.microsoft.com/office/drawing/2014/main" id="{C8DC7018-F39B-4B6A-8195-1144FFF36B83}"/>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2851665740"/>
      </p:ext>
    </p:extLst>
  </p:cSld>
  <p:clrMapOvr>
    <a:masterClrMapping/>
  </p:clrMapOvr>
  <p:transition>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Photo layout with gray filled text box">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3" y="440494"/>
            <a:ext cx="11354714" cy="728448"/>
          </a:xfrm>
        </p:spPr>
        <p:txBody>
          <a:bodyPr/>
          <a:lstStyle>
            <a:lvl1pPr>
              <a:defRPr>
                <a:solidFill>
                  <a:schemeClr val="tx1"/>
                </a:solidFill>
              </a:defRPr>
            </a:lvl1pPr>
          </a:lstStyle>
          <a:p>
            <a:r>
              <a:rPr lang="en-US"/>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1456897"/>
            <a:ext cx="5579310" cy="902563"/>
          </a:xfrm>
          <a:prstGeom prst="rect">
            <a:avLst/>
          </a:prstGeom>
          <a:solidFill>
            <a:schemeClr val="bg2"/>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18644" y="2511910"/>
            <a:ext cx="5579310" cy="902563"/>
          </a:xfrm>
          <a:prstGeom prst="rect">
            <a:avLst/>
          </a:prstGeom>
          <a:solidFill>
            <a:schemeClr val="bg2"/>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sp>
        <p:nvSpPr>
          <p:cNvPr id="15" name="Text Placeholder 4">
            <a:extLst>
              <a:ext uri="{FF2B5EF4-FFF2-40B4-BE49-F238E27FC236}">
                <a16:creationId xmlns:a16="http://schemas.microsoft.com/office/drawing/2014/main" id="{7C7AB201-5BBE-4D8C-A466-367843FF4F01}"/>
              </a:ext>
            </a:extLst>
          </p:cNvPr>
          <p:cNvSpPr>
            <a:spLocks noGrp="1"/>
          </p:cNvSpPr>
          <p:nvPr>
            <p:ph type="body" sz="quarter" idx="45" hasCustomPrompt="1"/>
          </p:nvPr>
        </p:nvSpPr>
        <p:spPr>
          <a:xfrm>
            <a:off x="418644" y="3566923"/>
            <a:ext cx="5579310" cy="902563"/>
          </a:xfrm>
          <a:prstGeom prst="rect">
            <a:avLst/>
          </a:prstGeom>
          <a:solidFill>
            <a:schemeClr val="bg2"/>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sp>
        <p:nvSpPr>
          <p:cNvPr id="19" name="Text Placeholder 4">
            <a:extLst>
              <a:ext uri="{FF2B5EF4-FFF2-40B4-BE49-F238E27FC236}">
                <a16:creationId xmlns:a16="http://schemas.microsoft.com/office/drawing/2014/main" id="{FAB025A3-3CCD-40EA-99F1-A41DBE40973C}"/>
              </a:ext>
            </a:extLst>
          </p:cNvPr>
          <p:cNvSpPr>
            <a:spLocks noGrp="1"/>
          </p:cNvSpPr>
          <p:nvPr>
            <p:ph type="body" sz="quarter" idx="46" hasCustomPrompt="1"/>
          </p:nvPr>
        </p:nvSpPr>
        <p:spPr>
          <a:xfrm>
            <a:off x="418644" y="4621937"/>
            <a:ext cx="5579310" cy="902563"/>
          </a:xfrm>
          <a:prstGeom prst="rect">
            <a:avLst/>
          </a:prstGeom>
          <a:solidFill>
            <a:schemeClr val="bg2"/>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sp>
        <p:nvSpPr>
          <p:cNvPr id="3" name="Rectangle 2">
            <a:extLst>
              <a:ext uri="{FF2B5EF4-FFF2-40B4-BE49-F238E27FC236}">
                <a16:creationId xmlns:a16="http://schemas.microsoft.com/office/drawing/2014/main" id="{0F6F2449-CE4A-4880-A860-78E767F6EFFC}"/>
              </a:ext>
              <a:ext uri="{C183D7F6-B498-43B3-948B-1728B52AA6E4}">
                <adec:decorative xmlns:adec="http://schemas.microsoft.com/office/drawing/2017/decorative" val="1"/>
              </a:ext>
            </a:extLst>
          </p:cNvPr>
          <p:cNvSpPr/>
          <p:nvPr userDrawn="1"/>
        </p:nvSpPr>
        <p:spPr bwMode="auto">
          <a:xfrm>
            <a:off x="6229842" y="1456897"/>
            <a:ext cx="5543514" cy="4067604"/>
          </a:xfrm>
          <a:prstGeom prst="rect">
            <a:avLst/>
          </a:prstGeom>
          <a:noFill/>
          <a:ln w="19050">
            <a:solidFill>
              <a:schemeClr val="accent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349678" y="1564130"/>
            <a:ext cx="5303845" cy="3836973"/>
          </a:xfrm>
          <a:prstGeom prst="rect">
            <a:avLst/>
          </a:prstGeom>
          <a:blipFill dpi="0" rotWithShape="1">
            <a:blip r:embed="rId2"/>
            <a:srcRect/>
            <a:stretch>
              <a:fillRect t="-11917" b="-11779"/>
            </a:stretch>
          </a:blipFill>
          <a:ln w="19050">
            <a:noFill/>
          </a:ln>
        </p:spPr>
        <p:txBody>
          <a:bodyPr tIns="9144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Footer Placeholder 1">
            <a:extLst>
              <a:ext uri="{FF2B5EF4-FFF2-40B4-BE49-F238E27FC236}">
                <a16:creationId xmlns:a16="http://schemas.microsoft.com/office/drawing/2014/main" id="{C56D26C9-E199-4EBA-8CF2-616AA349D95C}"/>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4146842519"/>
      </p:ext>
    </p:extLst>
  </p:cSld>
  <p:clrMapOvr>
    <a:masterClrMapping/>
  </p:clrMapOvr>
  <p:transition>
    <p:fad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Photo layout with single gray filled text box">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3" y="440494"/>
            <a:ext cx="11354714" cy="728448"/>
          </a:xfrm>
        </p:spPr>
        <p:txBody>
          <a:bodyPr/>
          <a:lstStyle>
            <a:lvl1pPr>
              <a:defRPr>
                <a:solidFill>
                  <a:schemeClr val="tx1"/>
                </a:solidFill>
              </a:defRPr>
            </a:lvl1pPr>
          </a:lstStyle>
          <a:p>
            <a:r>
              <a:rPr lang="en-US"/>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1456897"/>
            <a:ext cx="5579310" cy="4067603"/>
          </a:xfrm>
          <a:prstGeom prst="rect">
            <a:avLst/>
          </a:prstGeom>
          <a:solidFill>
            <a:schemeClr val="bg2"/>
          </a:solidFill>
        </p:spPr>
        <p:txBody>
          <a:bodyPr lIns="137160" tIns="91440" rIns="137160" bIns="91440" anchor="t">
            <a:noAutofit/>
          </a:bodyPr>
          <a:lstStyle>
            <a:lvl1pPr marL="0" indent="0">
              <a:lnSpc>
                <a:spcPct val="100000"/>
              </a:lnSpc>
              <a:spcBef>
                <a:spcPts val="0"/>
              </a:spcBef>
              <a:spcAft>
                <a:spcPts val="1200"/>
              </a:spcAft>
              <a:buFont typeface="Arial" panose="020B0604020202020204" pitchFamily="34" charset="0"/>
              <a:buNone/>
              <a:defRPr sz="18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a:p>
            <a:pPr marL="0" marR="0" lvl="0" indent="0" algn="l" defTabSz="914367"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lang="en-US"/>
              <a:t>Body copy Segoe UI Regular 14/18. The quick brown fox jumps over the lazy dog. The quick brown fox jumps over the lazy dog. The quick brown fox jumps over the lazy dog.</a:t>
            </a:r>
          </a:p>
        </p:txBody>
      </p:sp>
      <p:sp>
        <p:nvSpPr>
          <p:cNvPr id="3" name="Rectangle 2">
            <a:extLst>
              <a:ext uri="{FF2B5EF4-FFF2-40B4-BE49-F238E27FC236}">
                <a16:creationId xmlns:a16="http://schemas.microsoft.com/office/drawing/2014/main" id="{0F6F2449-CE4A-4880-A860-78E767F6EFFC}"/>
              </a:ext>
              <a:ext uri="{C183D7F6-B498-43B3-948B-1728B52AA6E4}">
                <adec:decorative xmlns:adec="http://schemas.microsoft.com/office/drawing/2017/decorative" val="1"/>
              </a:ext>
            </a:extLst>
          </p:cNvPr>
          <p:cNvSpPr/>
          <p:nvPr userDrawn="1"/>
        </p:nvSpPr>
        <p:spPr bwMode="auto">
          <a:xfrm>
            <a:off x="6229842" y="1456897"/>
            <a:ext cx="5543514" cy="4067604"/>
          </a:xfrm>
          <a:prstGeom prst="rect">
            <a:avLst/>
          </a:prstGeom>
          <a:noFill/>
          <a:ln w="19050">
            <a:solidFill>
              <a:schemeClr val="accent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349678" y="1564130"/>
            <a:ext cx="5303845" cy="3836973"/>
          </a:xfrm>
          <a:prstGeom prst="rect">
            <a:avLst/>
          </a:prstGeom>
          <a:blipFill dpi="0" rotWithShape="1">
            <a:blip r:embed="rId2"/>
            <a:srcRect/>
            <a:stretch>
              <a:fillRect t="-11669" b="-12027"/>
            </a:stretch>
          </a:blipFill>
          <a:ln w="19050">
            <a:noFill/>
          </a:ln>
        </p:spPr>
        <p:txBody>
          <a:bodyPr tIns="9144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Footer Placeholder 1">
            <a:extLst>
              <a:ext uri="{FF2B5EF4-FFF2-40B4-BE49-F238E27FC236}">
                <a16:creationId xmlns:a16="http://schemas.microsoft.com/office/drawing/2014/main" id="{EF6BF2FC-D0DF-43FB-898E-872D6CBB08E2}"/>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3744233072"/>
      </p:ext>
    </p:extLst>
  </p:cSld>
  <p:clrMapOvr>
    <a:masterClrMapping/>
  </p:clrMapOvr>
  <p:transition>
    <p:fade/>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Photo layout with single gray filled text box 2/3">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3" y="440494"/>
            <a:ext cx="11354714" cy="728448"/>
          </a:xfrm>
        </p:spPr>
        <p:txBody>
          <a:bodyPr/>
          <a:lstStyle>
            <a:lvl1pPr>
              <a:defRPr>
                <a:solidFill>
                  <a:schemeClr val="tx1"/>
                </a:solidFill>
              </a:defRPr>
            </a:lvl1pPr>
          </a:lstStyle>
          <a:p>
            <a:r>
              <a:rPr lang="en-US"/>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1456897"/>
            <a:ext cx="3659644" cy="4067603"/>
          </a:xfrm>
          <a:prstGeom prst="rect">
            <a:avLst/>
          </a:prstGeom>
          <a:solidFill>
            <a:schemeClr val="bg2"/>
          </a:solidFill>
        </p:spPr>
        <p:txBody>
          <a:bodyPr lIns="137160" tIns="91440" rIns="137160" bIns="91440" anchor="t">
            <a:noAutofit/>
          </a:bodyPr>
          <a:lstStyle>
            <a:lvl1pPr marL="0" indent="0">
              <a:lnSpc>
                <a:spcPct val="100000"/>
              </a:lnSpc>
              <a:spcBef>
                <a:spcPts val="0"/>
              </a:spcBef>
              <a:spcAft>
                <a:spcPts val="1200"/>
              </a:spcAft>
              <a:buFont typeface="Arial" panose="020B0604020202020204" pitchFamily="34" charset="0"/>
              <a:buNone/>
              <a:defRPr sz="18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a:p>
            <a:pPr marL="0" marR="0" lvl="0" indent="0" algn="l" defTabSz="914367"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lang="en-US"/>
              <a:t>Body copy Segoe UI Regular 14/18. The quick brown fox jumps over the lazy dog. The quick brown fox jumps over the lazy dog. The quick brown fox jumps over the lazy dog.</a:t>
            </a:r>
          </a:p>
        </p:txBody>
      </p:sp>
      <p:sp>
        <p:nvSpPr>
          <p:cNvPr id="3" name="Rectangle 2">
            <a:extLst>
              <a:ext uri="{FF2B5EF4-FFF2-40B4-BE49-F238E27FC236}">
                <a16:creationId xmlns:a16="http://schemas.microsoft.com/office/drawing/2014/main" id="{0F6F2449-CE4A-4880-A860-78E767F6EFFC}"/>
              </a:ext>
              <a:ext uri="{C183D7F6-B498-43B3-948B-1728B52AA6E4}">
                <adec:decorative xmlns:adec="http://schemas.microsoft.com/office/drawing/2017/decorative" val="1"/>
              </a:ext>
            </a:extLst>
          </p:cNvPr>
          <p:cNvSpPr/>
          <p:nvPr userDrawn="1"/>
        </p:nvSpPr>
        <p:spPr bwMode="auto">
          <a:xfrm>
            <a:off x="4303713" y="1456897"/>
            <a:ext cx="7469643" cy="4067604"/>
          </a:xfrm>
          <a:prstGeom prst="rect">
            <a:avLst/>
          </a:prstGeom>
          <a:noFill/>
          <a:ln w="19050">
            <a:solidFill>
              <a:schemeClr val="accent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4432300" y="1564130"/>
            <a:ext cx="7221223" cy="3836974"/>
          </a:xfrm>
          <a:prstGeom prst="rect">
            <a:avLst/>
          </a:prstGeom>
          <a:blipFill dpi="0" rotWithShape="1">
            <a:blip r:embed="rId2"/>
            <a:srcRect/>
            <a:stretch>
              <a:fillRect t="-34423" b="-33990"/>
            </a:stretch>
          </a:blipFill>
          <a:ln w="19050">
            <a:noFill/>
          </a:ln>
        </p:spPr>
        <p:txBody>
          <a:bodyPr tIns="9144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Footer Placeholder 1">
            <a:extLst>
              <a:ext uri="{FF2B5EF4-FFF2-40B4-BE49-F238E27FC236}">
                <a16:creationId xmlns:a16="http://schemas.microsoft.com/office/drawing/2014/main" id="{55197CAA-02CC-4CFA-8726-E127D7D4F56D}"/>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2015240299"/>
      </p:ext>
    </p:extLst>
  </p:cSld>
  <p:clrMapOvr>
    <a:masterClrMapping/>
  </p:clrMapOvr>
  <p:transition>
    <p:fade/>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Photo layout with text in vertical layou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3" y="440494"/>
            <a:ext cx="11354714" cy="728448"/>
          </a:xfrm>
        </p:spPr>
        <p:txBody>
          <a:bodyPr/>
          <a:lstStyle>
            <a:lvl1pPr>
              <a:defRPr>
                <a:solidFill>
                  <a:schemeClr val="tx1"/>
                </a:solidFill>
              </a:defRPr>
            </a:lvl1pPr>
          </a:lstStyle>
          <a:p>
            <a:r>
              <a:rPr lang="en-US"/>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1456899"/>
            <a:ext cx="11354712" cy="702102"/>
          </a:xfrm>
          <a:prstGeom prst="rect">
            <a:avLst/>
          </a:prstGeom>
          <a:noFill/>
        </p:spPr>
        <p:txBody>
          <a:bodyPr lIns="0" tIns="91440" rIns="0" bIns="91440" anchor="t">
            <a:noAutofit/>
          </a:bodyPr>
          <a:lstStyle>
            <a:lvl1pPr marL="0" indent="0">
              <a:lnSpc>
                <a:spcPct val="100000"/>
              </a:lnSpc>
              <a:spcBef>
                <a:spcPts val="0"/>
              </a:spcBef>
              <a:buFont typeface="Arial" panose="020B0604020202020204" pitchFamily="34" charset="0"/>
              <a:buNone/>
              <a:defRPr sz="18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3" name="Rectangle 2">
            <a:extLst>
              <a:ext uri="{FF2B5EF4-FFF2-40B4-BE49-F238E27FC236}">
                <a16:creationId xmlns:a16="http://schemas.microsoft.com/office/drawing/2014/main" id="{0F6F2449-CE4A-4880-A860-78E767F6EFFC}"/>
              </a:ext>
              <a:ext uri="{C183D7F6-B498-43B3-948B-1728B52AA6E4}">
                <adec:decorative xmlns:adec="http://schemas.microsoft.com/office/drawing/2017/decorative" val="1"/>
              </a:ext>
            </a:extLst>
          </p:cNvPr>
          <p:cNvSpPr/>
          <p:nvPr userDrawn="1"/>
        </p:nvSpPr>
        <p:spPr bwMode="auto">
          <a:xfrm>
            <a:off x="418642" y="2354883"/>
            <a:ext cx="11354714" cy="3169617"/>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554987" y="2494391"/>
            <a:ext cx="11082024" cy="2890599"/>
          </a:xfrm>
          <a:prstGeom prst="rect">
            <a:avLst/>
          </a:prstGeom>
          <a:blipFill dpi="0" rotWithShape="1">
            <a:blip r:embed="rId2"/>
            <a:srcRect/>
            <a:stretch>
              <a:fillRect t="-11979" b="-9425"/>
            </a:stretch>
          </a:blipFill>
          <a:ln w="19050">
            <a:noFill/>
          </a:ln>
        </p:spPr>
        <p:txBody>
          <a:bodyPr tIns="9144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Footer Placeholder 1">
            <a:extLst>
              <a:ext uri="{FF2B5EF4-FFF2-40B4-BE49-F238E27FC236}">
                <a16:creationId xmlns:a16="http://schemas.microsoft.com/office/drawing/2014/main" id="{F058022C-C488-4C60-8FED-6334EDFD8685}"/>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1219781094"/>
      </p:ext>
    </p:extLst>
  </p:cSld>
  <p:clrMapOvr>
    <a:masterClrMapping/>
  </p:clrMapOvr>
  <p:transition>
    <p:fade/>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Demo slide with text 1">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E9E5E14-01F2-4F10-A177-A81144B86D44}"/>
              </a:ext>
            </a:extLst>
          </p:cNvPr>
          <p:cNvSpPr>
            <a:spLocks noGrp="1"/>
          </p:cNvSpPr>
          <p:nvPr>
            <p:ph type="title"/>
          </p:nvPr>
        </p:nvSpPr>
        <p:spPr>
          <a:xfrm>
            <a:off x="418643" y="440494"/>
            <a:ext cx="11341268" cy="728448"/>
          </a:xfrm>
        </p:spPr>
        <p:txBody>
          <a:bodyPr/>
          <a:lstStyle/>
          <a:p>
            <a:r>
              <a:rPr lang="en-US"/>
              <a:t>Click to edit Master title style</a:t>
            </a:r>
          </a:p>
        </p:txBody>
      </p:sp>
      <p:sp>
        <p:nvSpPr>
          <p:cNvPr id="4" name="Text Placeholder 3"/>
          <p:cNvSpPr>
            <a:spLocks noGrp="1"/>
          </p:cNvSpPr>
          <p:nvPr>
            <p:ph type="body" sz="quarter" idx="10" hasCustomPrompt="1"/>
          </p:nvPr>
        </p:nvSpPr>
        <p:spPr>
          <a:xfrm>
            <a:off x="418644" y="1456898"/>
            <a:ext cx="6410781" cy="307777"/>
          </a:xfrm>
          <a:prstGeom prst="rect">
            <a:avLst/>
          </a:prstGeom>
        </p:spPr>
        <p:txBody>
          <a:bodyPr wrap="square" lIns="0" tIns="0" rIns="0" bIns="0">
            <a:spAutoFit/>
          </a:bodyPr>
          <a:lstStyle>
            <a:lvl1pPr marL="0" indent="0">
              <a:lnSpc>
                <a:spcPts val="2353"/>
              </a:lnSpc>
              <a:buNone/>
              <a:defRPr sz="2000" b="0" i="0" spc="0">
                <a:solidFill>
                  <a:schemeClr val="tx1"/>
                </a:solidFill>
                <a:latin typeface="+mj-lt"/>
              </a:defRPr>
            </a:lvl1pPr>
            <a:lvl2pPr marL="224097" indent="0">
              <a:buNone/>
              <a:defRPr/>
            </a:lvl2pPr>
            <a:lvl3pPr marL="448193" indent="0">
              <a:buNone/>
              <a:defRPr/>
            </a:lvl3pPr>
            <a:lvl4pPr marL="672290" indent="0">
              <a:buNone/>
              <a:defRPr/>
            </a:lvl4pPr>
            <a:lvl5pPr marL="896386" indent="0">
              <a:buNone/>
              <a:defRPr/>
            </a:lvl5pPr>
          </a:lstStyle>
          <a:p>
            <a:pPr lvl="0"/>
            <a:r>
              <a:rPr lang="pt-BR" err="1"/>
              <a:t>Large</a:t>
            </a:r>
            <a:r>
              <a:rPr lang="pt-BR"/>
              <a:t> </a:t>
            </a:r>
            <a:r>
              <a:rPr lang="pt-BR" err="1"/>
              <a:t>subhead</a:t>
            </a:r>
            <a:r>
              <a:rPr lang="pt-BR"/>
              <a:t> Segoe UI </a:t>
            </a:r>
            <a:r>
              <a:rPr lang="pt-BR" err="1"/>
              <a:t>Semibold</a:t>
            </a:r>
            <a:r>
              <a:rPr lang="pt-BR"/>
              <a:t> 18/20</a:t>
            </a:r>
            <a:endParaRPr lang="en-US"/>
          </a:p>
        </p:txBody>
      </p:sp>
      <p:sp>
        <p:nvSpPr>
          <p:cNvPr id="5" name="Text Placeholder 4"/>
          <p:cNvSpPr>
            <a:spLocks noGrp="1"/>
          </p:cNvSpPr>
          <p:nvPr>
            <p:ph type="body" sz="quarter" idx="11" hasCustomPrompt="1"/>
          </p:nvPr>
        </p:nvSpPr>
        <p:spPr>
          <a:xfrm>
            <a:off x="418643" y="1820432"/>
            <a:ext cx="6410782" cy="3704068"/>
          </a:xfrm>
          <a:prstGeom prst="rect">
            <a:avLst/>
          </a:prstGeom>
        </p:spPr>
        <p:txBody>
          <a:bodyPr lIns="0" tIns="45720" rIns="0" bIns="45720"/>
          <a:lstStyle>
            <a:lvl1pPr marL="0" indent="0">
              <a:lnSpc>
                <a:spcPct val="100000"/>
              </a:lnSpc>
              <a:spcBef>
                <a:spcPts val="0"/>
              </a:spcBef>
              <a:spcAft>
                <a:spcPts val="1200"/>
              </a:spcAft>
              <a:buFont typeface="Arial" panose="020B0604020202020204" pitchFamily="34" charset="0"/>
              <a:buNone/>
              <a:defRPr sz="14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a:t>Body copy Segoe UI Regular 14/18. The quick brown fox jumps over the lazy dog. The quick brown fox jumps over the lazy dog. The quick brown fox jumps over the lazy dog.</a:t>
            </a:r>
          </a:p>
          <a:p>
            <a:pPr lvl="0"/>
            <a:r>
              <a:rPr lang="en-US"/>
              <a:t>Body copy Segoe UI Regular 14/18. The quick brown fox jumps over the lazy dog. The quick brown fox jumps over the lazy dog. The quick brown fox jumps over the lazy dog.</a:t>
            </a:r>
          </a:p>
          <a:p>
            <a:pPr lvl="0"/>
            <a:r>
              <a:rPr lang="en-US"/>
              <a:t>Body copy Segoe UI Regular 14/18. The quick brown fox jumps over the lazy dog. The quick brown fox jumps over the lazy dog. The quick brown fox jumps over the lazy dog.</a:t>
            </a:r>
          </a:p>
        </p:txBody>
      </p:sp>
      <p:pic>
        <p:nvPicPr>
          <p:cNvPr id="11" name="Picture 10" descr="Tablet image">
            <a:extLst>
              <a:ext uri="{FF2B5EF4-FFF2-40B4-BE49-F238E27FC236}">
                <a16:creationId xmlns:a16="http://schemas.microsoft.com/office/drawing/2014/main" id="{C4B95F29-56C3-4C85-A12B-0B0BE769E70B}"/>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l="21206" t="13438" b="10994"/>
          <a:stretch/>
        </p:blipFill>
        <p:spPr>
          <a:xfrm>
            <a:off x="7048500" y="1452563"/>
            <a:ext cx="5143501" cy="4071937"/>
          </a:xfrm>
          <a:prstGeom prst="rect">
            <a:avLst/>
          </a:prstGeom>
        </p:spPr>
      </p:pic>
      <p:sp>
        <p:nvSpPr>
          <p:cNvPr id="12" name="Picture Placeholder 11">
            <a:extLst>
              <a:ext uri="{FF2B5EF4-FFF2-40B4-BE49-F238E27FC236}">
                <a16:creationId xmlns:a16="http://schemas.microsoft.com/office/drawing/2014/main" id="{934476FE-7091-4DE7-A55E-3EF5A6569A7D}"/>
              </a:ext>
            </a:extLst>
          </p:cNvPr>
          <p:cNvSpPr>
            <a:spLocks noGrp="1"/>
          </p:cNvSpPr>
          <p:nvPr>
            <p:ph type="pic" sz="quarter" idx="12" hasCustomPrompt="1"/>
          </p:nvPr>
        </p:nvSpPr>
        <p:spPr>
          <a:xfrm>
            <a:off x="7277100" y="1663700"/>
            <a:ext cx="4914900" cy="3603625"/>
          </a:xfrm>
          <a:prstGeom prst="rect">
            <a:avLst/>
          </a:prstGeom>
        </p:spPr>
        <p:txBody>
          <a:bodyPr anchor="ctr" anchorCtr="0">
            <a:noAutofit/>
          </a:bodyPr>
          <a:lstStyle>
            <a:lvl1pPr algn="ctr">
              <a:defRPr sz="3529">
                <a:solidFill>
                  <a:srgbClr val="000000"/>
                </a:solidFill>
              </a:defRPr>
            </a:lvl1pPr>
          </a:lstStyle>
          <a:p>
            <a:r>
              <a:rPr lang="en-US"/>
              <a:t>DEMO</a:t>
            </a:r>
          </a:p>
        </p:txBody>
      </p:sp>
      <p:sp>
        <p:nvSpPr>
          <p:cNvPr id="6" name="Footer Placeholder 1">
            <a:extLst>
              <a:ext uri="{FF2B5EF4-FFF2-40B4-BE49-F238E27FC236}">
                <a16:creationId xmlns:a16="http://schemas.microsoft.com/office/drawing/2014/main" id="{9DD1EFE7-3AE2-4E6F-A2DA-B6AD63EAB12F}"/>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2361270567"/>
      </p:ext>
    </p:extLst>
  </p:cSld>
  <p:clrMapOvr>
    <a:masterClrMapping/>
  </p:clrMapOvr>
  <p:transition>
    <p:fade/>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Demo slid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A9A2FC6-09D2-4CBB-A8B4-445680BD8200}"/>
              </a:ext>
            </a:extLst>
          </p:cNvPr>
          <p:cNvSpPr>
            <a:spLocks noGrp="1"/>
          </p:cNvSpPr>
          <p:nvPr>
            <p:ph type="title" hasCustomPrompt="1"/>
          </p:nvPr>
        </p:nvSpPr>
        <p:spPr/>
        <p:txBody>
          <a:bodyPr/>
          <a:lstStyle>
            <a:lvl1pPr>
              <a:defRPr/>
            </a:lvl1pPr>
          </a:lstStyle>
          <a:p>
            <a:r>
              <a:rPr lang="en-US"/>
              <a:t>Demo </a:t>
            </a:r>
          </a:p>
        </p:txBody>
      </p:sp>
      <p:pic>
        <p:nvPicPr>
          <p:cNvPr id="10" name="Picture 9" descr="Tablet image">
            <a:extLst>
              <a:ext uri="{FF2B5EF4-FFF2-40B4-BE49-F238E27FC236}">
                <a16:creationId xmlns:a16="http://schemas.microsoft.com/office/drawing/2014/main" id="{73CDB1EA-72FB-46B3-89D4-DEE1F2EF724A}"/>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l="15023" t="13668" r="9098" b="10044"/>
          <a:stretch/>
        </p:blipFill>
        <p:spPr>
          <a:xfrm>
            <a:off x="2399822" y="1168401"/>
            <a:ext cx="7392356" cy="4356100"/>
          </a:xfrm>
          <a:prstGeom prst="rect">
            <a:avLst/>
          </a:prstGeom>
        </p:spPr>
      </p:pic>
      <p:sp>
        <p:nvSpPr>
          <p:cNvPr id="8" name="Picture Placeholder 11">
            <a:extLst>
              <a:ext uri="{FF2B5EF4-FFF2-40B4-BE49-F238E27FC236}">
                <a16:creationId xmlns:a16="http://schemas.microsoft.com/office/drawing/2014/main" id="{0473E679-3B6D-497A-A0F6-454C968B7607}"/>
              </a:ext>
            </a:extLst>
          </p:cNvPr>
          <p:cNvSpPr>
            <a:spLocks noGrp="1"/>
          </p:cNvSpPr>
          <p:nvPr>
            <p:ph type="pic" sz="quarter" idx="12" hasCustomPrompt="1"/>
          </p:nvPr>
        </p:nvSpPr>
        <p:spPr>
          <a:xfrm>
            <a:off x="2660650" y="1388269"/>
            <a:ext cx="6870700" cy="3869531"/>
          </a:xfrm>
          <a:prstGeom prst="rect">
            <a:avLst/>
          </a:prstGeom>
        </p:spPr>
        <p:txBody>
          <a:bodyPr anchor="ctr" anchorCtr="0">
            <a:noAutofit/>
          </a:bodyPr>
          <a:lstStyle>
            <a:lvl1pPr algn="ctr">
              <a:defRPr sz="3529">
                <a:solidFill>
                  <a:srgbClr val="000000"/>
                </a:solidFill>
              </a:defRPr>
            </a:lvl1pPr>
          </a:lstStyle>
          <a:p>
            <a:r>
              <a:rPr lang="en-US"/>
              <a:t>DEMO</a:t>
            </a:r>
          </a:p>
        </p:txBody>
      </p:sp>
      <p:sp>
        <p:nvSpPr>
          <p:cNvPr id="4" name="Footer Placeholder 1">
            <a:extLst>
              <a:ext uri="{FF2B5EF4-FFF2-40B4-BE49-F238E27FC236}">
                <a16:creationId xmlns:a16="http://schemas.microsoft.com/office/drawing/2014/main" id="{59B4A147-D1B7-4B10-BC9F-A628EC66D4A0}"/>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3388470577"/>
      </p:ext>
    </p:extLst>
  </p:cSld>
  <p:clrMapOvr>
    <a:masterClrMapping/>
  </p:clrMapOvr>
  <p:transition>
    <p:fade/>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Chart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a:t>Chart examples</a:t>
            </a:r>
          </a:p>
        </p:txBody>
      </p:sp>
      <p:sp>
        <p:nvSpPr>
          <p:cNvPr id="7" name="Chart Placeholder 6"/>
          <p:cNvSpPr>
            <a:spLocks noGrp="1"/>
          </p:cNvSpPr>
          <p:nvPr>
            <p:ph type="chart" sz="quarter" idx="21"/>
          </p:nvPr>
        </p:nvSpPr>
        <p:spPr>
          <a:xfrm>
            <a:off x="419100" y="1950781"/>
            <a:ext cx="3655273" cy="2748220"/>
          </a:xfrm>
          <a:prstGeom prst="rect">
            <a:avLst/>
          </a:prstGeom>
        </p:spPr>
        <p:txBody>
          <a:bodyPr anchor="ctr">
            <a:noAutofit/>
          </a:bodyPr>
          <a:lstStyle>
            <a:lvl1pPr marL="0" indent="0" algn="ctr">
              <a:buNone/>
              <a:defRPr sz="2353">
                <a:solidFill>
                  <a:srgbClr val="000000"/>
                </a:solidFill>
              </a:defRPr>
            </a:lvl1pPr>
          </a:lstStyle>
          <a:p>
            <a:r>
              <a:rPr lang="en-US"/>
              <a:t>Click icon to add chart</a:t>
            </a:r>
          </a:p>
        </p:txBody>
      </p:sp>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419099" y="4794081"/>
            <a:ext cx="3666169" cy="230832"/>
          </a:xfrm>
          <a:prstGeom prst="rect">
            <a:avLst/>
          </a:prstGeom>
        </p:spPr>
        <p:txBody>
          <a:bodyPr lIns="0" tIns="0" rIns="0"/>
          <a:lstStyle>
            <a:lvl1pPr>
              <a:lnSpc>
                <a:spcPct val="100000"/>
              </a:lnSpc>
              <a:defRPr lang="en-US" sz="1200" b="1" kern="1200" spc="0" dirty="0" smtClean="0">
                <a:solidFill>
                  <a:srgbClr val="000000"/>
                </a:solidFill>
                <a:latin typeface="+mn-lt"/>
                <a:ea typeface="+mn-ea"/>
                <a:cs typeface="+mn-cs"/>
              </a:defRPr>
            </a:lvl1pPr>
          </a:lstStyle>
          <a:p>
            <a:pPr lvl="0"/>
            <a:r>
              <a:rPr lang="en-US"/>
              <a:t>Caption title Segoe UI bold 10/12. </a:t>
            </a:r>
          </a:p>
        </p:txBody>
      </p:sp>
      <p:sp>
        <p:nvSpPr>
          <p:cNvPr id="9" name="Text Placeholder 4"/>
          <p:cNvSpPr>
            <a:spLocks noGrp="1"/>
          </p:cNvSpPr>
          <p:nvPr>
            <p:ph type="body" sz="quarter" idx="12" hasCustomPrompt="1"/>
          </p:nvPr>
        </p:nvSpPr>
        <p:spPr>
          <a:xfrm>
            <a:off x="419100" y="5071080"/>
            <a:ext cx="3655273" cy="307777"/>
          </a:xfrm>
          <a:prstGeom prst="rect">
            <a:avLst/>
          </a:prstGeom>
        </p:spPr>
        <p:txBody>
          <a:bodyPr lIns="0" tIns="0" rIns="0" bIns="0"/>
          <a:lstStyle>
            <a:lvl1pPr marL="0" indent="0">
              <a:lnSpc>
                <a:spcPct val="100000"/>
              </a:lnSpc>
              <a:spcBef>
                <a:spcPts val="882"/>
              </a:spcBef>
              <a:buFont typeface="Arial" panose="020B0604020202020204" pitchFamily="34" charset="0"/>
              <a:buNone/>
              <a:defRPr sz="10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10/12. The quick brown fox jumps over the lazy dog.</a:t>
            </a:r>
          </a:p>
        </p:txBody>
      </p:sp>
      <p:sp>
        <p:nvSpPr>
          <p:cNvPr id="20" name="Chart Placeholder 6"/>
          <p:cNvSpPr>
            <a:spLocks noGrp="1"/>
          </p:cNvSpPr>
          <p:nvPr>
            <p:ph type="chart" sz="quarter" idx="22"/>
          </p:nvPr>
        </p:nvSpPr>
        <p:spPr>
          <a:xfrm>
            <a:off x="4303152" y="1950781"/>
            <a:ext cx="3607487" cy="2748220"/>
          </a:xfrm>
          <a:prstGeom prst="rect">
            <a:avLst/>
          </a:prstGeom>
        </p:spPr>
        <p:txBody>
          <a:bodyPr anchor="ctr">
            <a:noAutofit/>
          </a:bodyPr>
          <a:lstStyle>
            <a:lvl1pPr marL="0" indent="0" algn="ctr">
              <a:buNone/>
              <a:defRPr sz="2353">
                <a:solidFill>
                  <a:srgbClr val="000000"/>
                </a:solidFill>
              </a:defRPr>
            </a:lvl1pPr>
          </a:lstStyle>
          <a:p>
            <a:r>
              <a:rPr lang="en-US"/>
              <a:t>Click icon to add chart</a:t>
            </a:r>
          </a:p>
        </p:txBody>
      </p:sp>
      <p:sp>
        <p:nvSpPr>
          <p:cNvPr id="15" name="Text Placeholder 3">
            <a:extLst>
              <a:ext uri="{FF2B5EF4-FFF2-40B4-BE49-F238E27FC236}">
                <a16:creationId xmlns:a16="http://schemas.microsoft.com/office/drawing/2014/main" id="{D4EEFC93-5F54-47F0-9569-BECC76A76C96}"/>
              </a:ext>
            </a:extLst>
          </p:cNvPr>
          <p:cNvSpPr>
            <a:spLocks noGrp="1"/>
          </p:cNvSpPr>
          <p:nvPr>
            <p:ph type="body" sz="quarter" idx="25" hasCustomPrompt="1"/>
          </p:nvPr>
        </p:nvSpPr>
        <p:spPr>
          <a:xfrm>
            <a:off x="4314044" y="4794081"/>
            <a:ext cx="3596595" cy="230832"/>
          </a:xfrm>
          <a:prstGeom prst="rect">
            <a:avLst/>
          </a:prstGeom>
        </p:spPr>
        <p:txBody>
          <a:bodyPr lIns="0" tIns="0" rIns="0"/>
          <a:lstStyle>
            <a:lvl1pPr>
              <a:lnSpc>
                <a:spcPct val="100000"/>
              </a:lnSpc>
              <a:defRPr lang="en-US" sz="1200" b="1" kern="1200" spc="0" dirty="0" smtClean="0">
                <a:solidFill>
                  <a:srgbClr val="000000"/>
                </a:solidFill>
                <a:latin typeface="+mn-lt"/>
                <a:ea typeface="+mn-ea"/>
                <a:cs typeface="+mn-cs"/>
              </a:defRPr>
            </a:lvl1pPr>
          </a:lstStyle>
          <a:p>
            <a:pPr lvl="0"/>
            <a:r>
              <a:rPr lang="en-US"/>
              <a:t>Caption title Segoe UI bold 10/12. </a:t>
            </a:r>
          </a:p>
        </p:txBody>
      </p:sp>
      <p:sp>
        <p:nvSpPr>
          <p:cNvPr id="17" name="Text Placeholder 4"/>
          <p:cNvSpPr>
            <a:spLocks noGrp="1"/>
          </p:cNvSpPr>
          <p:nvPr>
            <p:ph type="body" sz="quarter" idx="18" hasCustomPrompt="1"/>
          </p:nvPr>
        </p:nvSpPr>
        <p:spPr>
          <a:xfrm>
            <a:off x="4303152" y="5071080"/>
            <a:ext cx="3607487" cy="307777"/>
          </a:xfrm>
          <a:prstGeom prst="rect">
            <a:avLst/>
          </a:prstGeom>
        </p:spPr>
        <p:txBody>
          <a:bodyPr vert="horz" wrap="square" lIns="0" tIns="0" rIns="0" bIns="0" rtlCol="0">
            <a:spAutoFit/>
          </a:bodyPr>
          <a:lstStyle>
            <a:lvl1pPr>
              <a:lnSpc>
                <a:spcPct val="100000"/>
              </a:lnSpc>
              <a:tabLst/>
              <a:defRPr lang="en-US" sz="1000" b="0" i="0" spc="0" dirty="0" smtClean="0">
                <a:solidFill>
                  <a:srgbClr val="000000"/>
                </a:solidFill>
                <a:latin typeface="+mn-lt"/>
              </a:defRPr>
            </a:lvl1pPr>
          </a:lstStyle>
          <a:p>
            <a:pPr lvl="0"/>
            <a:r>
              <a:rPr lang="en-US"/>
              <a:t>Caption body copy Segoe UI Regular 10/12. The quick brown fox jumps over the lazy dog.</a:t>
            </a:r>
          </a:p>
        </p:txBody>
      </p:sp>
      <p:sp>
        <p:nvSpPr>
          <p:cNvPr id="21" name="Chart Placeholder 6"/>
          <p:cNvSpPr>
            <a:spLocks noGrp="1"/>
          </p:cNvSpPr>
          <p:nvPr>
            <p:ph type="chart" sz="quarter" idx="23"/>
          </p:nvPr>
        </p:nvSpPr>
        <p:spPr>
          <a:xfrm>
            <a:off x="8139412" y="1950781"/>
            <a:ext cx="3623051" cy="2748220"/>
          </a:xfrm>
          <a:prstGeom prst="rect">
            <a:avLst/>
          </a:prstGeom>
        </p:spPr>
        <p:txBody>
          <a:bodyPr anchor="ctr">
            <a:noAutofit/>
          </a:bodyPr>
          <a:lstStyle>
            <a:lvl1pPr marL="0" indent="0" algn="ctr">
              <a:buNone/>
              <a:defRPr sz="2353">
                <a:solidFill>
                  <a:srgbClr val="000000"/>
                </a:solidFill>
              </a:defRPr>
            </a:lvl1pPr>
          </a:lstStyle>
          <a:p>
            <a:r>
              <a:rPr lang="en-US"/>
              <a:t>Click icon to add chart</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8139413" y="5071080"/>
            <a:ext cx="3633487" cy="307777"/>
          </a:xfrm>
          <a:prstGeom prst="rect">
            <a:avLst/>
          </a:prstGeom>
        </p:spPr>
        <p:txBody>
          <a:bodyPr vert="horz" wrap="square" lIns="0" tIns="0" rIns="0" bIns="0" rtlCol="0">
            <a:spAutoFit/>
          </a:bodyPr>
          <a:lstStyle>
            <a:lvl1pPr>
              <a:lnSpc>
                <a:spcPct val="100000"/>
              </a:lnSpc>
              <a:tabLst/>
              <a:defRPr lang="en-US" sz="1000" b="0" i="0" spc="0" dirty="0" smtClean="0">
                <a:solidFill>
                  <a:srgbClr val="000000"/>
                </a:solidFill>
                <a:latin typeface="+mn-lt"/>
              </a:defRPr>
            </a:lvl1pPr>
          </a:lstStyle>
          <a:p>
            <a:pPr lvl="0"/>
            <a:r>
              <a:rPr lang="en-US"/>
              <a:t>Caption body copy Segoe UI Regular 10/12.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8139413" y="4794081"/>
            <a:ext cx="3629278" cy="230832"/>
          </a:xfrm>
          <a:prstGeom prst="rect">
            <a:avLst/>
          </a:prstGeom>
        </p:spPr>
        <p:txBody>
          <a:bodyPr lIns="0" tIns="0" rIns="0"/>
          <a:lstStyle>
            <a:lvl1pPr>
              <a:lnSpc>
                <a:spcPct val="100000"/>
              </a:lnSpc>
              <a:defRPr lang="en-US" sz="1200" b="1" kern="1200" spc="0" dirty="0" smtClean="0">
                <a:solidFill>
                  <a:srgbClr val="000000"/>
                </a:solidFill>
                <a:latin typeface="+mn-lt"/>
                <a:ea typeface="+mn-ea"/>
                <a:cs typeface="+mn-cs"/>
              </a:defRPr>
            </a:lvl1pPr>
          </a:lstStyle>
          <a:p>
            <a:pPr lvl="0"/>
            <a:r>
              <a:rPr lang="en-US"/>
              <a:t>Caption title Segoe UI bold 10/12. </a:t>
            </a:r>
          </a:p>
        </p:txBody>
      </p:sp>
      <p:sp>
        <p:nvSpPr>
          <p:cNvPr id="5" name="Footer Placeholder 1">
            <a:extLst>
              <a:ext uri="{FF2B5EF4-FFF2-40B4-BE49-F238E27FC236}">
                <a16:creationId xmlns:a16="http://schemas.microsoft.com/office/drawing/2014/main" id="{453ADA6D-9E40-4A03-8A63-73B6DFA34FE7}"/>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3618399938"/>
      </p:ext>
    </p:extLst>
  </p:cSld>
  <p:clrMapOvr>
    <a:masterClrMapping/>
  </p:clrMapOvr>
  <p:transition>
    <p:fad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able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9320125-45A4-4C74-9D99-B161A1AC8C9F}"/>
              </a:ext>
            </a:extLst>
          </p:cNvPr>
          <p:cNvSpPr>
            <a:spLocks noGrp="1"/>
          </p:cNvSpPr>
          <p:nvPr>
            <p:ph type="title"/>
          </p:nvPr>
        </p:nvSpPr>
        <p:spPr/>
        <p:txBody>
          <a:bodyPr/>
          <a:lstStyle/>
          <a:p>
            <a:r>
              <a:rPr lang="en-US"/>
              <a:t>Click to edit Master title style</a:t>
            </a:r>
          </a:p>
        </p:txBody>
      </p:sp>
      <p:sp>
        <p:nvSpPr>
          <p:cNvPr id="4" name="Table Placeholder 3"/>
          <p:cNvSpPr>
            <a:spLocks noGrp="1"/>
          </p:cNvSpPr>
          <p:nvPr>
            <p:ph type="tbl" sz="quarter" idx="10"/>
          </p:nvPr>
        </p:nvSpPr>
        <p:spPr>
          <a:xfrm>
            <a:off x="418644" y="1457325"/>
            <a:ext cx="11343820" cy="4067176"/>
          </a:xfrm>
          <a:prstGeom prst="rect">
            <a:avLst/>
          </a:prstGeom>
        </p:spPr>
        <p:txBody>
          <a:bodyPr anchor="ctr" anchorCtr="0"/>
          <a:lstStyle>
            <a:lvl1pPr algn="ctr">
              <a:defRPr sz="2400"/>
            </a:lvl1pPr>
          </a:lstStyle>
          <a:p>
            <a:r>
              <a:rPr lang="en-US"/>
              <a:t>Click icon to add table</a:t>
            </a:r>
          </a:p>
        </p:txBody>
      </p:sp>
      <p:sp>
        <p:nvSpPr>
          <p:cNvPr id="6" name="Footer Placeholder 1">
            <a:extLst>
              <a:ext uri="{FF2B5EF4-FFF2-40B4-BE49-F238E27FC236}">
                <a16:creationId xmlns:a16="http://schemas.microsoft.com/office/drawing/2014/main" id="{6A78ED9F-8DCD-4BC7-9021-4DDB0C8C43C8}"/>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203459347"/>
      </p:ext>
    </p:extLst>
  </p:cSld>
  <p:clrMapOvr>
    <a:masterClrMapping/>
  </p:clrMapOvr>
  <p:transition>
    <p:fade/>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Text option - 4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9BCCFC-4FF6-4830-A847-5D80FC718EF3}"/>
              </a:ext>
            </a:extLst>
          </p:cNvPr>
          <p:cNvSpPr>
            <a:spLocks noGrp="1"/>
          </p:cNvSpPr>
          <p:nvPr>
            <p:ph type="title"/>
          </p:nvPr>
        </p:nvSpPr>
        <p:spPr/>
        <p:txBody>
          <a:bodyPr/>
          <a:lstStyle/>
          <a:p>
            <a:r>
              <a:rPr lang="en-US"/>
              <a:t>Click to edit Master title style</a:t>
            </a:r>
          </a:p>
        </p:txBody>
      </p:sp>
      <p:sp>
        <p:nvSpPr>
          <p:cNvPr id="5" name="Text Placeholder 4"/>
          <p:cNvSpPr>
            <a:spLocks noGrp="1"/>
          </p:cNvSpPr>
          <p:nvPr>
            <p:ph type="body" sz="quarter" idx="11" hasCustomPrompt="1"/>
          </p:nvPr>
        </p:nvSpPr>
        <p:spPr>
          <a:xfrm>
            <a:off x="431095" y="2740881"/>
            <a:ext cx="2603367" cy="2785036"/>
          </a:xfrm>
          <a:prstGeom prst="rect">
            <a:avLst/>
          </a:prstGeom>
        </p:spPr>
        <p:txBody>
          <a:bodyPr lIns="0" tIns="0" rIns="0" bIns="0">
            <a:noAutofit/>
          </a:bodyPr>
          <a:lstStyle>
            <a:lvl1pPr marL="0" indent="0">
              <a:lnSpc>
                <a:spcPct val="100000"/>
              </a:lnSpc>
              <a:spcBef>
                <a:spcPts val="200"/>
              </a:spcBef>
              <a:spcAft>
                <a:spcPts val="600"/>
              </a:spcAft>
              <a:buNone/>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44738245-4240-4679-8431-2218AB616298}"/>
              </a:ext>
              <a:ext uri="{C183D7F6-B498-43B3-948B-1728B52AA6E4}">
                <adec:decorative xmlns:adec="http://schemas.microsoft.com/office/drawing/2017/decorative" val="1"/>
              </a:ext>
            </a:extLst>
          </p:cNvPr>
          <p:cNvCxnSpPr>
            <a:cxnSpLocks/>
          </p:cNvCxnSpPr>
          <p:nvPr userDrawn="1"/>
        </p:nvCxnSpPr>
        <p:spPr>
          <a:xfrm>
            <a:off x="3189521" y="2798024"/>
            <a:ext cx="0" cy="179285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3344578" y="2739465"/>
            <a:ext cx="2603367" cy="2785036"/>
          </a:xfrm>
          <a:prstGeom prst="rect">
            <a:avLst/>
          </a:prstGeom>
        </p:spPr>
        <p:txBody>
          <a:bodyPr lIns="0" tIns="0" rIns="0" bIns="0">
            <a:noAutofit/>
          </a:bodyPr>
          <a:lstStyle>
            <a:lvl1pPr marL="0" indent="0">
              <a:lnSpc>
                <a:spcPct val="100000"/>
              </a:lnSpc>
              <a:spcBef>
                <a:spcPts val="200"/>
              </a:spcBef>
              <a:spcAft>
                <a:spcPts val="600"/>
              </a:spcAft>
              <a:buNone/>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sz="1400">
                <a:solidFill>
                  <a:schemeClr val="tx1"/>
                </a:solidFill>
              </a:defRPr>
            </a:lvl2pPr>
            <a:lvl3pPr marL="448193" indent="0">
              <a:buNone/>
              <a:defRPr/>
            </a:lvl3pPr>
            <a:lvl4pPr marL="672290" indent="0">
              <a:buNone/>
              <a:defRPr/>
            </a:lvl4pPr>
            <a:lvl5pPr marL="896386" indent="0">
              <a:buNone/>
              <a:defRPr/>
            </a:lvl5pPr>
          </a:lstStyle>
          <a:p>
            <a:pPr lvl="0"/>
            <a:r>
              <a:rPr lang="en-US"/>
              <a:t>Paragraph title Segoe UI bold 14</a:t>
            </a:r>
          </a:p>
          <a:p>
            <a:pPr lvl="1"/>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E9099E02-C7DB-4453-A260-90431D88E427}"/>
              </a:ext>
              <a:ext uri="{C183D7F6-B498-43B3-948B-1728B52AA6E4}">
                <adec:decorative xmlns:adec="http://schemas.microsoft.com/office/drawing/2017/decorative" val="1"/>
              </a:ext>
            </a:extLst>
          </p:cNvPr>
          <p:cNvCxnSpPr>
            <a:cxnSpLocks/>
          </p:cNvCxnSpPr>
          <p:nvPr userDrawn="1"/>
        </p:nvCxnSpPr>
        <p:spPr>
          <a:xfrm>
            <a:off x="6103006" y="2798024"/>
            <a:ext cx="0" cy="179285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6258062" y="2739465"/>
            <a:ext cx="2603367" cy="2785036"/>
          </a:xfrm>
          <a:prstGeom prst="rect">
            <a:avLst/>
          </a:prstGeom>
        </p:spPr>
        <p:txBody>
          <a:bodyPr lIns="0" tIns="0" rIns="0" bIns="0">
            <a:noAutofit/>
          </a:bodyPr>
          <a:lstStyle>
            <a:lvl1pPr marL="0" marR="0" indent="0" algn="l" defTabSz="914367" rtl="0" eaLnBrk="1" fontAlgn="auto" latinLnBrk="0" hangingPunct="1">
              <a:lnSpc>
                <a:spcPct val="100000"/>
              </a:lnSpc>
              <a:spcBef>
                <a:spcPts val="200"/>
              </a:spcBef>
              <a:spcAft>
                <a:spcPts val="600"/>
              </a:spcAft>
              <a:buClrTx/>
              <a:buSzPct val="90000"/>
              <a:buFont typeface="Wingdings" panose="05000000000000000000" pitchFamily="2" charset="2"/>
              <a:buNone/>
              <a:tabLst/>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9" name="Straight Connector 8">
            <a:extLst>
              <a:ext uri="{FF2B5EF4-FFF2-40B4-BE49-F238E27FC236}">
                <a16:creationId xmlns:a16="http://schemas.microsoft.com/office/drawing/2014/main" id="{DC193CAE-888D-4B82-A6DF-559BB7F55658}"/>
              </a:ext>
              <a:ext uri="{C183D7F6-B498-43B3-948B-1728B52AA6E4}">
                <adec:decorative xmlns:adec="http://schemas.microsoft.com/office/drawing/2017/decorative" val="1"/>
              </a:ext>
            </a:extLst>
          </p:cNvPr>
          <p:cNvCxnSpPr>
            <a:cxnSpLocks/>
          </p:cNvCxnSpPr>
          <p:nvPr userDrawn="1"/>
        </p:nvCxnSpPr>
        <p:spPr>
          <a:xfrm>
            <a:off x="9016490" y="2798024"/>
            <a:ext cx="0" cy="179285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9171546" y="2739465"/>
            <a:ext cx="2603367" cy="2785036"/>
          </a:xfrm>
          <a:prstGeom prst="rect">
            <a:avLst/>
          </a:prstGeom>
        </p:spPr>
        <p:txBody>
          <a:bodyPr lIns="0" tIns="0" rIns="0" bIns="0">
            <a:noAutofit/>
          </a:bodyPr>
          <a:lstStyle>
            <a:lvl1pPr marL="0" marR="0" indent="0" algn="l" defTabSz="914367" rtl="0" eaLnBrk="1" fontAlgn="auto" latinLnBrk="0" hangingPunct="1">
              <a:lnSpc>
                <a:spcPct val="100000"/>
              </a:lnSpc>
              <a:spcBef>
                <a:spcPts val="200"/>
              </a:spcBef>
              <a:spcAft>
                <a:spcPts val="600"/>
              </a:spcAft>
              <a:buClrTx/>
              <a:buSzPct val="90000"/>
              <a:buFont typeface="Wingdings" panose="05000000000000000000" pitchFamily="2" charset="2"/>
              <a:buNone/>
              <a:tabLst/>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4" name="Footer Placeholder 1">
            <a:extLst>
              <a:ext uri="{FF2B5EF4-FFF2-40B4-BE49-F238E27FC236}">
                <a16:creationId xmlns:a16="http://schemas.microsoft.com/office/drawing/2014/main" id="{19D8CB66-B611-4CE7-A43F-AA9D9AFBFDAF}"/>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2085602520"/>
      </p:ext>
    </p:extLst>
  </p:cSld>
  <p:clrMapOvr>
    <a:masterClrMapping/>
  </p:clrMapOvr>
  <p:transition>
    <p:fad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Lab exercise layout - 1">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two rows</a:t>
            </a:r>
          </a:p>
        </p:txBody>
      </p:sp>
      <p:sp>
        <p:nvSpPr>
          <p:cNvPr id="5" name="Text Placeholder 4"/>
          <p:cNvSpPr>
            <a:spLocks noGrp="1"/>
          </p:cNvSpPr>
          <p:nvPr>
            <p:ph type="body" sz="quarter" idx="11" hasCustomPrompt="1"/>
          </p:nvPr>
        </p:nvSpPr>
        <p:spPr>
          <a:xfrm>
            <a:off x="1568744" y="1456896"/>
            <a:ext cx="10204614" cy="896552"/>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2400" b="0">
                <a:solidFill>
                  <a:schemeClr val="tx1"/>
                </a:solidFill>
                <a:latin typeface="+mj-lt"/>
              </a:defRPr>
            </a:lvl2pPr>
            <a:lvl3pPr marL="448193" indent="0">
              <a:buNone/>
              <a:defRPr/>
            </a:lvl3pPr>
            <a:lvl4pPr marL="672290" indent="0">
              <a:buNone/>
              <a:defRPr/>
            </a:lvl4pPr>
            <a:lvl5pPr marL="896386" indent="0">
              <a:buNone/>
              <a:defRPr/>
            </a:lvl5pPr>
          </a:lstStyle>
          <a:p>
            <a:pPr lvl="1"/>
            <a:r>
              <a:rPr lang="en-US"/>
              <a:t>Body copy Segoe UI </a:t>
            </a:r>
            <a:r>
              <a:rPr lang="en-US" err="1"/>
              <a:t>Semibold</a:t>
            </a:r>
            <a:r>
              <a:rPr lang="en-US"/>
              <a:t> 20/24. </a:t>
            </a:r>
          </a:p>
          <a:p>
            <a:pPr lvl="1"/>
            <a:r>
              <a:rPr lang="en-US"/>
              <a:t>The quick brown fox jumps over the lazy dog. The quick brown fox jumps over the lazy dog. The quick brown fox jumps over the lazy dog.</a:t>
            </a:r>
          </a:p>
        </p:txBody>
      </p:sp>
      <p:sp>
        <p:nvSpPr>
          <p:cNvPr id="14" name="Text Placeholder 4"/>
          <p:cNvSpPr>
            <a:spLocks noGrp="1"/>
          </p:cNvSpPr>
          <p:nvPr>
            <p:ph type="body" sz="quarter" idx="15" hasCustomPrompt="1"/>
          </p:nvPr>
        </p:nvSpPr>
        <p:spPr>
          <a:xfrm>
            <a:off x="432090" y="2980724"/>
            <a:ext cx="11341268" cy="537176"/>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2400" b="0">
                <a:solidFill>
                  <a:schemeClr val="tx1"/>
                </a:solidFill>
                <a:latin typeface="+mj-lt"/>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432090" y="3517900"/>
            <a:ext cx="5435768" cy="2006600"/>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6337590" y="3517900"/>
            <a:ext cx="5435768" cy="2006600"/>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6" name="Footer Placeholder 1">
            <a:extLst>
              <a:ext uri="{FF2B5EF4-FFF2-40B4-BE49-F238E27FC236}">
                <a16:creationId xmlns:a16="http://schemas.microsoft.com/office/drawing/2014/main" id="{68B75876-CF77-420E-95A4-0C529E408856}"/>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1514828082"/>
      </p:ext>
    </p:extLst>
  </p:cSld>
  <p:clrMapOvr>
    <a:masterClrMapping/>
  </p:clrMapOvr>
  <p:transition>
    <p:fade/>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Lab exercise layout -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440494"/>
            <a:ext cx="11341268" cy="680196"/>
          </a:xfrm>
        </p:spPr>
        <p:txBody>
          <a:bodyPr/>
          <a:lstStyle>
            <a:lvl1pPr>
              <a:defRPr/>
            </a:lvl1pPr>
          </a:lstStyle>
          <a:p>
            <a:r>
              <a:rPr lang="en-US"/>
              <a:t>Text layout: three rows</a:t>
            </a:r>
          </a:p>
        </p:txBody>
      </p:sp>
      <p:sp>
        <p:nvSpPr>
          <p:cNvPr id="14" name="Text Placeholder 4"/>
          <p:cNvSpPr>
            <a:spLocks noGrp="1"/>
          </p:cNvSpPr>
          <p:nvPr>
            <p:ph type="body" sz="quarter" idx="15" hasCustomPrompt="1"/>
          </p:nvPr>
        </p:nvSpPr>
        <p:spPr>
          <a:xfrm>
            <a:off x="418643" y="1456896"/>
            <a:ext cx="11341268" cy="537176"/>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2400" b="0">
                <a:solidFill>
                  <a:schemeClr val="tx1"/>
                </a:solidFill>
                <a:latin typeface="+mj-lt"/>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432089" y="1994072"/>
            <a:ext cx="3650357" cy="2006600"/>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4277544" y="1994072"/>
            <a:ext cx="3650357" cy="2006600"/>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BAA6534B-85AD-4091-8AA3-8445CC36C8FE}"/>
              </a:ext>
            </a:extLst>
          </p:cNvPr>
          <p:cNvSpPr>
            <a:spLocks noGrp="1"/>
          </p:cNvSpPr>
          <p:nvPr>
            <p:ph type="body" sz="quarter" idx="18"/>
          </p:nvPr>
        </p:nvSpPr>
        <p:spPr>
          <a:xfrm>
            <a:off x="8123000" y="1994072"/>
            <a:ext cx="3650357" cy="2006600"/>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5" name="Footer Placeholder 1">
            <a:extLst>
              <a:ext uri="{FF2B5EF4-FFF2-40B4-BE49-F238E27FC236}">
                <a16:creationId xmlns:a16="http://schemas.microsoft.com/office/drawing/2014/main" id="{B5425D6F-5786-43B6-A96D-5D9F5E693787}"/>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4147809528"/>
      </p:ext>
    </p:extLst>
  </p:cSld>
  <p:clrMapOvr>
    <a:masterClrMapping/>
  </p:clrMapOvr>
  <p:transition>
    <p:fade/>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Lab exercise layout - 3">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440494"/>
            <a:ext cx="11341268" cy="680196"/>
          </a:xfrm>
        </p:spPr>
        <p:txBody>
          <a:bodyPr/>
          <a:lstStyle>
            <a:lvl1pPr>
              <a:defRPr/>
            </a:lvl1pPr>
          </a:lstStyle>
          <a:p>
            <a:r>
              <a:rPr lang="en-US"/>
              <a:t>Text layout: three rows</a:t>
            </a:r>
          </a:p>
        </p:txBody>
      </p:sp>
      <p:sp>
        <p:nvSpPr>
          <p:cNvPr id="14" name="Text Placeholder 4"/>
          <p:cNvSpPr>
            <a:spLocks noGrp="1"/>
          </p:cNvSpPr>
          <p:nvPr>
            <p:ph type="body" sz="quarter" idx="15" hasCustomPrompt="1"/>
          </p:nvPr>
        </p:nvSpPr>
        <p:spPr>
          <a:xfrm>
            <a:off x="418643" y="1456896"/>
            <a:ext cx="11341268" cy="537176"/>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2400" b="0">
                <a:solidFill>
                  <a:schemeClr val="tx1"/>
                </a:solidFill>
                <a:latin typeface="+mj-lt"/>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432089" y="1994072"/>
            <a:ext cx="3650357" cy="1685753"/>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4277544" y="1994072"/>
            <a:ext cx="3650357" cy="1685753"/>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BAA6534B-85AD-4091-8AA3-8445CC36C8FE}"/>
              </a:ext>
            </a:extLst>
          </p:cNvPr>
          <p:cNvSpPr>
            <a:spLocks noGrp="1"/>
          </p:cNvSpPr>
          <p:nvPr>
            <p:ph type="body" sz="quarter" idx="18"/>
          </p:nvPr>
        </p:nvSpPr>
        <p:spPr>
          <a:xfrm>
            <a:off x="8123000" y="1994072"/>
            <a:ext cx="3650357" cy="1685753"/>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9" name="Text Placeholder 3">
            <a:extLst>
              <a:ext uri="{FF2B5EF4-FFF2-40B4-BE49-F238E27FC236}">
                <a16:creationId xmlns:a16="http://schemas.microsoft.com/office/drawing/2014/main" id="{E6D80433-266B-4248-A258-DDF54D650DFC}"/>
              </a:ext>
            </a:extLst>
          </p:cNvPr>
          <p:cNvSpPr>
            <a:spLocks noGrp="1"/>
          </p:cNvSpPr>
          <p:nvPr>
            <p:ph type="body" sz="quarter" idx="19"/>
          </p:nvPr>
        </p:nvSpPr>
        <p:spPr>
          <a:xfrm>
            <a:off x="432089" y="3846598"/>
            <a:ext cx="3650357" cy="1685753"/>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10" name="Text Placeholder 3">
            <a:extLst>
              <a:ext uri="{FF2B5EF4-FFF2-40B4-BE49-F238E27FC236}">
                <a16:creationId xmlns:a16="http://schemas.microsoft.com/office/drawing/2014/main" id="{1CFB4F84-2AE0-40B1-A3E4-5505E85C8B2E}"/>
              </a:ext>
            </a:extLst>
          </p:cNvPr>
          <p:cNvSpPr>
            <a:spLocks noGrp="1"/>
          </p:cNvSpPr>
          <p:nvPr>
            <p:ph type="body" sz="quarter" idx="20"/>
          </p:nvPr>
        </p:nvSpPr>
        <p:spPr>
          <a:xfrm>
            <a:off x="4277544" y="3846598"/>
            <a:ext cx="3650357" cy="1685753"/>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11" name="Text Placeholder 3">
            <a:extLst>
              <a:ext uri="{FF2B5EF4-FFF2-40B4-BE49-F238E27FC236}">
                <a16:creationId xmlns:a16="http://schemas.microsoft.com/office/drawing/2014/main" id="{E6BF108F-CD54-497C-81CA-E67ED2BA7279}"/>
              </a:ext>
            </a:extLst>
          </p:cNvPr>
          <p:cNvSpPr>
            <a:spLocks noGrp="1"/>
          </p:cNvSpPr>
          <p:nvPr>
            <p:ph type="body" sz="quarter" idx="21"/>
          </p:nvPr>
        </p:nvSpPr>
        <p:spPr>
          <a:xfrm>
            <a:off x="8123000" y="3846598"/>
            <a:ext cx="3650357" cy="1685753"/>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5" name="Footer Placeholder 1">
            <a:extLst>
              <a:ext uri="{FF2B5EF4-FFF2-40B4-BE49-F238E27FC236}">
                <a16:creationId xmlns:a16="http://schemas.microsoft.com/office/drawing/2014/main" id="{F2E41971-C1D5-428F-BAD7-1B3A7C763E19}"/>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2396372654"/>
      </p:ext>
    </p:extLst>
  </p:cSld>
  <p:clrMapOvr>
    <a:masterClrMapping/>
  </p:clrMapOvr>
  <p:transition>
    <p:fade/>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ext layout with 5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9BCCFC-4FF6-4830-A847-5D80FC718EF3}"/>
              </a:ext>
            </a:extLst>
          </p:cNvPr>
          <p:cNvSpPr>
            <a:spLocks noGrp="1"/>
          </p:cNvSpPr>
          <p:nvPr>
            <p:ph type="title"/>
          </p:nvPr>
        </p:nvSpPr>
        <p:spPr>
          <a:xfrm>
            <a:off x="418643" y="440494"/>
            <a:ext cx="11341268" cy="680196"/>
          </a:xfrm>
        </p:spPr>
        <p:txBody>
          <a:bodyPr/>
          <a:lstStyle/>
          <a:p>
            <a:r>
              <a:rPr lang="en-US"/>
              <a:t>Click to edit Master title style</a:t>
            </a:r>
          </a:p>
        </p:txBody>
      </p:sp>
      <p:sp>
        <p:nvSpPr>
          <p:cNvPr id="6" name="Text Placeholder 5">
            <a:extLst>
              <a:ext uri="{FF2B5EF4-FFF2-40B4-BE49-F238E27FC236}">
                <a16:creationId xmlns:a16="http://schemas.microsoft.com/office/drawing/2014/main" id="{D9DBD290-484B-46DF-8655-98465D6EA681}"/>
              </a:ext>
            </a:extLst>
          </p:cNvPr>
          <p:cNvSpPr>
            <a:spLocks noGrp="1"/>
          </p:cNvSpPr>
          <p:nvPr>
            <p:ph type="body" sz="quarter" idx="20" hasCustomPrompt="1"/>
          </p:nvPr>
        </p:nvSpPr>
        <p:spPr>
          <a:xfrm>
            <a:off x="418643" y="1454471"/>
            <a:ext cx="11328812" cy="369332"/>
          </a:xfrm>
          <a:prstGeom prst="rect">
            <a:avLst/>
          </a:prstGeom>
        </p:spPr>
        <p:txBody>
          <a:bodyPr vert="horz" lIns="0" tIns="0" rIns="0" bIns="0" rtlCol="0">
            <a:spAutoFit/>
          </a:bodyPr>
          <a:lstStyle>
            <a:lvl1pPr>
              <a:defRPr lang="en-US" sz="2400" dirty="0"/>
            </a:lvl1pPr>
          </a:lstStyle>
          <a:p>
            <a:pPr lvl="0"/>
            <a:r>
              <a:rPr lang="en-US"/>
              <a:t>Body copy Segoe UI </a:t>
            </a:r>
            <a:r>
              <a:rPr lang="en-US" err="1"/>
              <a:t>Semibold</a:t>
            </a:r>
            <a:r>
              <a:rPr lang="en-US"/>
              <a:t> 20/24.</a:t>
            </a:r>
          </a:p>
        </p:txBody>
      </p:sp>
      <p:sp>
        <p:nvSpPr>
          <p:cNvPr id="5" name="Text Placeholder 4"/>
          <p:cNvSpPr>
            <a:spLocks noGrp="1"/>
          </p:cNvSpPr>
          <p:nvPr>
            <p:ph type="body" sz="quarter" idx="11" hasCustomPrompt="1"/>
          </p:nvPr>
        </p:nvSpPr>
        <p:spPr>
          <a:xfrm>
            <a:off x="431096" y="2160416"/>
            <a:ext cx="2134053" cy="2456809"/>
          </a:xfrm>
          <a:prstGeom prst="rect">
            <a:avLst/>
          </a:prstGeom>
          <a:solidFill>
            <a:schemeClr val="bg1">
              <a:lumMod val="95000"/>
            </a:schemeClr>
          </a:solidFill>
        </p:spPr>
        <p:txBody>
          <a:bodyPr lIns="91440" tIns="91440" rIns="91440" bIns="91440">
            <a:noAutofit/>
          </a:bodyPr>
          <a:lstStyle>
            <a:lvl1pPr marL="0" indent="0">
              <a:lnSpc>
                <a:spcPct val="100000"/>
              </a:lnSpc>
              <a:spcBef>
                <a:spcPts val="200"/>
              </a:spcBef>
              <a:spcAft>
                <a:spcPts val="600"/>
              </a:spcAft>
              <a:buNone/>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4" name="Text Placeholder 4"/>
          <p:cNvSpPr>
            <a:spLocks noGrp="1"/>
          </p:cNvSpPr>
          <p:nvPr>
            <p:ph type="body" sz="quarter" idx="15" hasCustomPrompt="1"/>
          </p:nvPr>
        </p:nvSpPr>
        <p:spPr>
          <a:xfrm>
            <a:off x="2729786" y="2159000"/>
            <a:ext cx="2134053" cy="2456809"/>
          </a:xfrm>
          <a:prstGeom prst="rect">
            <a:avLst/>
          </a:prstGeom>
          <a:solidFill>
            <a:schemeClr val="bg1">
              <a:lumMod val="95000"/>
            </a:schemeClr>
          </a:solidFill>
        </p:spPr>
        <p:txBody>
          <a:bodyPr lIns="91440" tIns="91440" rIns="91440" bIns="91440">
            <a:noAutofit/>
          </a:bodyPr>
          <a:lstStyle>
            <a:lvl1pPr marL="0" indent="0">
              <a:lnSpc>
                <a:spcPct val="100000"/>
              </a:lnSpc>
              <a:spcBef>
                <a:spcPts val="200"/>
              </a:spcBef>
              <a:spcAft>
                <a:spcPts val="600"/>
              </a:spcAft>
              <a:buNone/>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sz="1400">
                <a:solidFill>
                  <a:schemeClr val="tx1"/>
                </a:solidFill>
              </a:defRPr>
            </a:lvl2pPr>
            <a:lvl3pPr marL="448193" indent="0">
              <a:buNone/>
              <a:defRPr/>
            </a:lvl3pPr>
            <a:lvl4pPr marL="672290" indent="0">
              <a:buNone/>
              <a:defRPr/>
            </a:lvl4pPr>
            <a:lvl5pPr marL="896386" indent="0">
              <a:buNone/>
              <a:defRPr/>
            </a:lvl5pPr>
          </a:lstStyle>
          <a:p>
            <a:pPr lvl="0"/>
            <a:r>
              <a:rPr lang="en-US"/>
              <a:t>Paragraph title Segoe UI bold 14</a:t>
            </a:r>
          </a:p>
          <a:p>
            <a:pPr lvl="1"/>
            <a:r>
              <a:rPr lang="en-US"/>
              <a:t>Body copy Segoe UI Regular 14/18. The quick brown fox jumps over the lazy dog. The quick brown fox jumps over the lazy dog. The quick brown fox jumps over the lazy dog.</a:t>
            </a:r>
          </a:p>
        </p:txBody>
      </p:sp>
      <p:sp>
        <p:nvSpPr>
          <p:cNvPr id="16" name="Text Placeholder 4"/>
          <p:cNvSpPr>
            <a:spLocks noGrp="1"/>
          </p:cNvSpPr>
          <p:nvPr>
            <p:ph type="body" sz="quarter" idx="17" hasCustomPrompt="1"/>
          </p:nvPr>
        </p:nvSpPr>
        <p:spPr>
          <a:xfrm>
            <a:off x="5028476" y="2159000"/>
            <a:ext cx="2134053" cy="2456809"/>
          </a:xfrm>
          <a:prstGeom prst="rect">
            <a:avLst/>
          </a:prstGeom>
          <a:solidFill>
            <a:schemeClr val="bg1">
              <a:lumMod val="95000"/>
            </a:schemeClr>
          </a:solidFill>
        </p:spPr>
        <p:txBody>
          <a:bodyPr lIns="91440" tIns="91440" rIns="91440" bIns="91440">
            <a:noAutofit/>
          </a:bodyPr>
          <a:lstStyle>
            <a:lvl1pPr marL="0" marR="0" indent="0" algn="l" defTabSz="914367" rtl="0" eaLnBrk="1" fontAlgn="auto" latinLnBrk="0" hangingPunct="1">
              <a:lnSpc>
                <a:spcPct val="100000"/>
              </a:lnSpc>
              <a:spcBef>
                <a:spcPts val="200"/>
              </a:spcBef>
              <a:spcAft>
                <a:spcPts val="600"/>
              </a:spcAft>
              <a:buClrTx/>
              <a:buSzPct val="90000"/>
              <a:buFont typeface="Wingdings" panose="05000000000000000000" pitchFamily="2" charset="2"/>
              <a:buNone/>
              <a:tabLst/>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8" name="Text Placeholder 4"/>
          <p:cNvSpPr>
            <a:spLocks noGrp="1"/>
          </p:cNvSpPr>
          <p:nvPr>
            <p:ph type="body" sz="quarter" idx="19" hasCustomPrompt="1"/>
          </p:nvPr>
        </p:nvSpPr>
        <p:spPr>
          <a:xfrm>
            <a:off x="7327166" y="2159000"/>
            <a:ext cx="2134053" cy="2456809"/>
          </a:xfrm>
          <a:prstGeom prst="rect">
            <a:avLst/>
          </a:prstGeom>
          <a:solidFill>
            <a:schemeClr val="bg1">
              <a:lumMod val="95000"/>
            </a:schemeClr>
          </a:solidFill>
        </p:spPr>
        <p:txBody>
          <a:bodyPr lIns="91440" tIns="91440" rIns="91440" bIns="91440">
            <a:noAutofit/>
          </a:bodyPr>
          <a:lstStyle>
            <a:lvl1pPr marL="0" marR="0" indent="0" algn="l" defTabSz="914367" rtl="0" eaLnBrk="1" fontAlgn="auto" latinLnBrk="0" hangingPunct="1">
              <a:lnSpc>
                <a:spcPct val="100000"/>
              </a:lnSpc>
              <a:spcBef>
                <a:spcPts val="200"/>
              </a:spcBef>
              <a:spcAft>
                <a:spcPts val="600"/>
              </a:spcAft>
              <a:buClrTx/>
              <a:buSzPct val="90000"/>
              <a:buFont typeface="Wingdings" panose="05000000000000000000" pitchFamily="2" charset="2"/>
              <a:buNone/>
              <a:tabLst/>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3" name="Text Placeholder 4">
            <a:extLst>
              <a:ext uri="{FF2B5EF4-FFF2-40B4-BE49-F238E27FC236}">
                <a16:creationId xmlns:a16="http://schemas.microsoft.com/office/drawing/2014/main" id="{D4B800CD-E20F-4ADE-A8FB-C72028E17AA0}"/>
              </a:ext>
            </a:extLst>
          </p:cNvPr>
          <p:cNvSpPr>
            <a:spLocks noGrp="1"/>
          </p:cNvSpPr>
          <p:nvPr>
            <p:ph type="body" sz="quarter" idx="21" hasCustomPrompt="1"/>
          </p:nvPr>
        </p:nvSpPr>
        <p:spPr>
          <a:xfrm>
            <a:off x="9625854" y="2159000"/>
            <a:ext cx="2134053" cy="2456809"/>
          </a:xfrm>
          <a:prstGeom prst="rect">
            <a:avLst/>
          </a:prstGeom>
          <a:solidFill>
            <a:schemeClr val="bg1">
              <a:lumMod val="95000"/>
            </a:schemeClr>
          </a:solidFill>
        </p:spPr>
        <p:txBody>
          <a:bodyPr lIns="91440" tIns="91440" rIns="91440" bIns="91440">
            <a:noAutofit/>
          </a:bodyPr>
          <a:lstStyle>
            <a:lvl1pPr marL="0" marR="0" indent="0" algn="l" defTabSz="914367" rtl="0" eaLnBrk="1" fontAlgn="auto" latinLnBrk="0" hangingPunct="1">
              <a:lnSpc>
                <a:spcPct val="100000"/>
              </a:lnSpc>
              <a:spcBef>
                <a:spcPts val="200"/>
              </a:spcBef>
              <a:spcAft>
                <a:spcPts val="600"/>
              </a:spcAft>
              <a:buClrTx/>
              <a:buSzPct val="90000"/>
              <a:buFont typeface="Wingdings" panose="05000000000000000000" pitchFamily="2" charset="2"/>
              <a:buNone/>
              <a:tabLst/>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4" name="Footer Placeholder 1">
            <a:extLst>
              <a:ext uri="{FF2B5EF4-FFF2-40B4-BE49-F238E27FC236}">
                <a16:creationId xmlns:a16="http://schemas.microsoft.com/office/drawing/2014/main" id="{FBE795F1-CEE6-456B-ABC9-7B95E3863397}"/>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706463294"/>
      </p:ext>
    </p:extLst>
  </p:cSld>
  <p:clrMapOvr>
    <a:masterClrMapping/>
  </p:clrMapOvr>
  <p:transition>
    <p:fade/>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ext layout with 3 columns &amp; 2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9BCCFC-4FF6-4830-A847-5D80FC718EF3}"/>
              </a:ext>
            </a:extLst>
          </p:cNvPr>
          <p:cNvSpPr>
            <a:spLocks noGrp="1"/>
          </p:cNvSpPr>
          <p:nvPr>
            <p:ph type="title"/>
          </p:nvPr>
        </p:nvSpPr>
        <p:spPr>
          <a:xfrm>
            <a:off x="418643" y="440494"/>
            <a:ext cx="11341268" cy="680196"/>
          </a:xfrm>
        </p:spPr>
        <p:txBody>
          <a:bodyPr/>
          <a:lstStyle/>
          <a:p>
            <a:r>
              <a:rPr lang="en-US"/>
              <a:t>Click to edit Master title style</a:t>
            </a:r>
          </a:p>
        </p:txBody>
      </p:sp>
      <p:sp>
        <p:nvSpPr>
          <p:cNvPr id="6" name="Text Placeholder 5">
            <a:extLst>
              <a:ext uri="{FF2B5EF4-FFF2-40B4-BE49-F238E27FC236}">
                <a16:creationId xmlns:a16="http://schemas.microsoft.com/office/drawing/2014/main" id="{D9DBD290-484B-46DF-8655-98465D6EA681}"/>
              </a:ext>
            </a:extLst>
          </p:cNvPr>
          <p:cNvSpPr>
            <a:spLocks noGrp="1"/>
          </p:cNvSpPr>
          <p:nvPr>
            <p:ph type="body" sz="quarter" idx="20" hasCustomPrompt="1"/>
          </p:nvPr>
        </p:nvSpPr>
        <p:spPr>
          <a:xfrm>
            <a:off x="418643" y="1183948"/>
            <a:ext cx="11328812" cy="369332"/>
          </a:xfrm>
          <a:prstGeom prst="rect">
            <a:avLst/>
          </a:prstGeom>
        </p:spPr>
        <p:txBody>
          <a:bodyPr lIns="0" tIns="0" rIns="0" bIns="0"/>
          <a:lstStyle>
            <a:lvl1pPr>
              <a:defRPr sz="2400"/>
            </a:lvl1pPr>
          </a:lstStyle>
          <a:p>
            <a:pPr lvl="0"/>
            <a:r>
              <a:rPr lang="en-US"/>
              <a:t>Body copy Segoe UI </a:t>
            </a:r>
            <a:r>
              <a:rPr lang="en-US" err="1"/>
              <a:t>Semibold</a:t>
            </a:r>
            <a:r>
              <a:rPr lang="en-US"/>
              <a:t> 20/24.</a:t>
            </a:r>
          </a:p>
        </p:txBody>
      </p:sp>
      <p:sp>
        <p:nvSpPr>
          <p:cNvPr id="5" name="Text Placeholder 4"/>
          <p:cNvSpPr>
            <a:spLocks noGrp="1"/>
          </p:cNvSpPr>
          <p:nvPr>
            <p:ph type="body" sz="quarter" idx="11" hasCustomPrompt="1"/>
          </p:nvPr>
        </p:nvSpPr>
        <p:spPr>
          <a:xfrm>
            <a:off x="431095" y="2160417"/>
            <a:ext cx="3633787" cy="1605133"/>
          </a:xfrm>
          <a:prstGeom prst="rect">
            <a:avLst/>
          </a:prstGeom>
          <a:solidFill>
            <a:schemeClr val="bg1">
              <a:lumMod val="95000"/>
            </a:schemeClr>
          </a:solidFill>
        </p:spPr>
        <p:txBody>
          <a:bodyPr lIns="91440" tIns="91440" rIns="91440" bIns="91440">
            <a:noAutofit/>
          </a:bodyPr>
          <a:lstStyle>
            <a:lvl1pPr marL="0" indent="0">
              <a:lnSpc>
                <a:spcPct val="100000"/>
              </a:lnSpc>
              <a:spcBef>
                <a:spcPts val="200"/>
              </a:spcBef>
              <a:spcAft>
                <a:spcPts val="600"/>
              </a:spcAft>
              <a:buNone/>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4" name="Text Placeholder 4"/>
          <p:cNvSpPr>
            <a:spLocks noGrp="1"/>
          </p:cNvSpPr>
          <p:nvPr>
            <p:ph type="body" sz="quarter" idx="15" hasCustomPrompt="1"/>
          </p:nvPr>
        </p:nvSpPr>
        <p:spPr>
          <a:xfrm>
            <a:off x="4316726" y="2159001"/>
            <a:ext cx="3593787" cy="1605133"/>
          </a:xfrm>
          <a:prstGeom prst="rect">
            <a:avLst/>
          </a:prstGeom>
          <a:solidFill>
            <a:schemeClr val="bg1">
              <a:lumMod val="95000"/>
            </a:schemeClr>
          </a:solidFill>
        </p:spPr>
        <p:txBody>
          <a:bodyPr lIns="91440" tIns="91440" rIns="91440" bIns="91440">
            <a:noAutofit/>
          </a:bodyPr>
          <a:lstStyle>
            <a:lvl1pPr marL="0" indent="0">
              <a:lnSpc>
                <a:spcPct val="100000"/>
              </a:lnSpc>
              <a:spcBef>
                <a:spcPts val="200"/>
              </a:spcBef>
              <a:spcAft>
                <a:spcPts val="600"/>
              </a:spcAft>
              <a:buNone/>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sz="1400">
                <a:solidFill>
                  <a:schemeClr val="tx1"/>
                </a:solidFill>
              </a:defRPr>
            </a:lvl2pPr>
            <a:lvl3pPr marL="448193" indent="0">
              <a:buNone/>
              <a:defRPr/>
            </a:lvl3pPr>
            <a:lvl4pPr marL="672290" indent="0">
              <a:buNone/>
              <a:defRPr/>
            </a:lvl4pPr>
            <a:lvl5pPr marL="896386" indent="0">
              <a:buNone/>
              <a:defRPr/>
            </a:lvl5pPr>
          </a:lstStyle>
          <a:p>
            <a:pPr lvl="0"/>
            <a:r>
              <a:rPr lang="en-US"/>
              <a:t>Paragraph title Segoe UI bold 14</a:t>
            </a:r>
          </a:p>
          <a:p>
            <a:pPr lvl="1"/>
            <a:r>
              <a:rPr lang="en-US"/>
              <a:t>Body copy Segoe UI Regular 14/18. The quick brown fox jumps over the lazy dog. The quick brown fox jumps over the lazy dog. The quick brown fox jumps over the lazy dog.</a:t>
            </a:r>
          </a:p>
        </p:txBody>
      </p:sp>
      <p:sp>
        <p:nvSpPr>
          <p:cNvPr id="13" name="Text Placeholder 4">
            <a:extLst>
              <a:ext uri="{FF2B5EF4-FFF2-40B4-BE49-F238E27FC236}">
                <a16:creationId xmlns:a16="http://schemas.microsoft.com/office/drawing/2014/main" id="{D4B800CD-E20F-4ADE-A8FB-C72028E17AA0}"/>
              </a:ext>
            </a:extLst>
          </p:cNvPr>
          <p:cNvSpPr>
            <a:spLocks noGrp="1"/>
          </p:cNvSpPr>
          <p:nvPr>
            <p:ph type="body" sz="quarter" idx="21" hasCustomPrompt="1"/>
          </p:nvPr>
        </p:nvSpPr>
        <p:spPr>
          <a:xfrm>
            <a:off x="8139113" y="2159001"/>
            <a:ext cx="3633786" cy="1605133"/>
          </a:xfrm>
          <a:prstGeom prst="rect">
            <a:avLst/>
          </a:prstGeom>
          <a:solidFill>
            <a:schemeClr val="bg1">
              <a:lumMod val="95000"/>
            </a:schemeClr>
          </a:solidFill>
        </p:spPr>
        <p:txBody>
          <a:bodyPr lIns="91440" tIns="91440" rIns="91440" bIns="91440">
            <a:noAutofit/>
          </a:bodyPr>
          <a:lstStyle>
            <a:lvl1pPr marL="0" marR="0" indent="0" algn="l" defTabSz="914367" rtl="0" eaLnBrk="1" fontAlgn="auto" latinLnBrk="0" hangingPunct="1">
              <a:lnSpc>
                <a:spcPct val="100000"/>
              </a:lnSpc>
              <a:spcBef>
                <a:spcPts val="200"/>
              </a:spcBef>
              <a:spcAft>
                <a:spcPts val="600"/>
              </a:spcAft>
              <a:buClrTx/>
              <a:buSzPct val="90000"/>
              <a:buFont typeface="Wingdings" panose="05000000000000000000" pitchFamily="2" charset="2"/>
              <a:buNone/>
              <a:tabLst/>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0" name="Text Placeholder 4">
            <a:extLst>
              <a:ext uri="{FF2B5EF4-FFF2-40B4-BE49-F238E27FC236}">
                <a16:creationId xmlns:a16="http://schemas.microsoft.com/office/drawing/2014/main" id="{5479F1E5-8DBD-42CA-8DB4-7162193F8C0A}"/>
              </a:ext>
            </a:extLst>
          </p:cNvPr>
          <p:cNvSpPr>
            <a:spLocks noGrp="1"/>
          </p:cNvSpPr>
          <p:nvPr>
            <p:ph type="body" sz="quarter" idx="22" hasCustomPrompt="1"/>
          </p:nvPr>
        </p:nvSpPr>
        <p:spPr>
          <a:xfrm>
            <a:off x="431095" y="3919367"/>
            <a:ext cx="3633787" cy="1605133"/>
          </a:xfrm>
          <a:prstGeom prst="rect">
            <a:avLst/>
          </a:prstGeom>
          <a:solidFill>
            <a:schemeClr val="bg1">
              <a:lumMod val="95000"/>
            </a:schemeClr>
          </a:solidFill>
        </p:spPr>
        <p:txBody>
          <a:bodyPr lIns="91440" tIns="91440" rIns="91440" bIns="91440">
            <a:noAutofit/>
          </a:bodyPr>
          <a:lstStyle>
            <a:lvl1pPr marL="0" indent="0">
              <a:lnSpc>
                <a:spcPct val="100000"/>
              </a:lnSpc>
              <a:spcBef>
                <a:spcPts val="200"/>
              </a:spcBef>
              <a:spcAft>
                <a:spcPts val="600"/>
              </a:spcAft>
              <a:buNone/>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1" name="Text Placeholder 4">
            <a:extLst>
              <a:ext uri="{FF2B5EF4-FFF2-40B4-BE49-F238E27FC236}">
                <a16:creationId xmlns:a16="http://schemas.microsoft.com/office/drawing/2014/main" id="{430DC868-B118-4581-BA96-109541166BC7}"/>
              </a:ext>
            </a:extLst>
          </p:cNvPr>
          <p:cNvSpPr>
            <a:spLocks noGrp="1"/>
          </p:cNvSpPr>
          <p:nvPr>
            <p:ph type="body" sz="quarter" idx="23" hasCustomPrompt="1"/>
          </p:nvPr>
        </p:nvSpPr>
        <p:spPr>
          <a:xfrm>
            <a:off x="4316726" y="3917951"/>
            <a:ext cx="3593787" cy="1605133"/>
          </a:xfrm>
          <a:prstGeom prst="rect">
            <a:avLst/>
          </a:prstGeom>
          <a:solidFill>
            <a:schemeClr val="bg1">
              <a:lumMod val="95000"/>
            </a:schemeClr>
          </a:solidFill>
        </p:spPr>
        <p:txBody>
          <a:bodyPr lIns="91440" tIns="91440" rIns="91440" bIns="91440">
            <a:noAutofit/>
          </a:bodyPr>
          <a:lstStyle>
            <a:lvl1pPr marL="0" indent="0">
              <a:lnSpc>
                <a:spcPct val="100000"/>
              </a:lnSpc>
              <a:spcBef>
                <a:spcPts val="200"/>
              </a:spcBef>
              <a:spcAft>
                <a:spcPts val="600"/>
              </a:spcAft>
              <a:buNone/>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sz="1400">
                <a:solidFill>
                  <a:schemeClr val="tx1"/>
                </a:solidFill>
              </a:defRPr>
            </a:lvl2pPr>
            <a:lvl3pPr marL="448193" indent="0">
              <a:buNone/>
              <a:defRPr/>
            </a:lvl3pPr>
            <a:lvl4pPr marL="672290" indent="0">
              <a:buNone/>
              <a:defRPr/>
            </a:lvl4pPr>
            <a:lvl5pPr marL="896386" indent="0">
              <a:buNone/>
              <a:defRPr/>
            </a:lvl5pPr>
          </a:lstStyle>
          <a:p>
            <a:pPr lvl="0"/>
            <a:r>
              <a:rPr lang="en-US"/>
              <a:t>Paragraph title Segoe UI bold 14</a:t>
            </a:r>
          </a:p>
          <a:p>
            <a:pPr lvl="1"/>
            <a:r>
              <a:rPr lang="en-US"/>
              <a:t>Body copy Segoe UI Regular 14/18. The quick brown fox jumps over the lazy dog. The quick brown fox jumps over the lazy dog. The quick brown fox jumps over the lazy dog.</a:t>
            </a:r>
          </a:p>
        </p:txBody>
      </p:sp>
      <p:sp>
        <p:nvSpPr>
          <p:cNvPr id="12" name="Text Placeholder 4">
            <a:extLst>
              <a:ext uri="{FF2B5EF4-FFF2-40B4-BE49-F238E27FC236}">
                <a16:creationId xmlns:a16="http://schemas.microsoft.com/office/drawing/2014/main" id="{0E392D1A-3E35-41BC-B1EF-3D6540738A56}"/>
              </a:ext>
            </a:extLst>
          </p:cNvPr>
          <p:cNvSpPr>
            <a:spLocks noGrp="1"/>
          </p:cNvSpPr>
          <p:nvPr>
            <p:ph type="body" sz="quarter" idx="24" hasCustomPrompt="1"/>
          </p:nvPr>
        </p:nvSpPr>
        <p:spPr>
          <a:xfrm>
            <a:off x="8139113" y="3917951"/>
            <a:ext cx="3633786" cy="1605133"/>
          </a:xfrm>
          <a:prstGeom prst="rect">
            <a:avLst/>
          </a:prstGeom>
          <a:solidFill>
            <a:schemeClr val="bg1">
              <a:lumMod val="95000"/>
            </a:schemeClr>
          </a:solidFill>
        </p:spPr>
        <p:txBody>
          <a:bodyPr lIns="91440" tIns="91440" rIns="91440" bIns="91440">
            <a:noAutofit/>
          </a:bodyPr>
          <a:lstStyle>
            <a:lvl1pPr marL="0" marR="0" indent="0" algn="l" defTabSz="914367" rtl="0" eaLnBrk="1" fontAlgn="auto" latinLnBrk="0" hangingPunct="1">
              <a:lnSpc>
                <a:spcPct val="100000"/>
              </a:lnSpc>
              <a:spcBef>
                <a:spcPts val="200"/>
              </a:spcBef>
              <a:spcAft>
                <a:spcPts val="600"/>
              </a:spcAft>
              <a:buClrTx/>
              <a:buSzPct val="90000"/>
              <a:buFont typeface="Wingdings" panose="05000000000000000000" pitchFamily="2" charset="2"/>
              <a:buNone/>
              <a:tabLst/>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4" name="Footer Placeholder 1">
            <a:extLst>
              <a:ext uri="{FF2B5EF4-FFF2-40B4-BE49-F238E27FC236}">
                <a16:creationId xmlns:a16="http://schemas.microsoft.com/office/drawing/2014/main" id="{28EE5F4A-1B04-4820-BD3C-7D490911B9A7}"/>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990081571"/>
      </p:ext>
    </p:extLst>
  </p:cSld>
  <p:clrMapOvr>
    <a:masterClrMapping/>
  </p:clrMapOvr>
  <p:transition>
    <p:fade/>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ext option_1 row">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5" name="Text Placeholder 4"/>
          <p:cNvSpPr>
            <a:spLocks noGrp="1"/>
          </p:cNvSpPr>
          <p:nvPr>
            <p:ph type="body" sz="quarter" idx="11" hasCustomPrompt="1"/>
          </p:nvPr>
        </p:nvSpPr>
        <p:spPr>
          <a:xfrm>
            <a:off x="1389459" y="1456896"/>
            <a:ext cx="10383899" cy="777240"/>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a:t>Body copy Segoe UI Regular 14/18. The quick brown fox jumps over the lazy dog. The quick brown fox jumps over the lazy dog. The quick brown fox jumps over the lazy dog.</a:t>
            </a:r>
          </a:p>
        </p:txBody>
      </p:sp>
      <p:sp>
        <p:nvSpPr>
          <p:cNvPr id="4" name="Footer Placeholder 1">
            <a:extLst>
              <a:ext uri="{FF2B5EF4-FFF2-40B4-BE49-F238E27FC236}">
                <a16:creationId xmlns:a16="http://schemas.microsoft.com/office/drawing/2014/main" id="{FFD518D6-99EB-4710-922A-114B4B8AE247}"/>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2893400528"/>
      </p:ext>
    </p:extLst>
  </p:cSld>
  <p:clrMapOvr>
    <a:masterClrMapping/>
  </p:clrMapOvr>
  <p:transition>
    <p:fade/>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ext option_2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8" name="Text Placeholder 4">
            <a:extLst>
              <a:ext uri="{FF2B5EF4-FFF2-40B4-BE49-F238E27FC236}">
                <a16:creationId xmlns:a16="http://schemas.microsoft.com/office/drawing/2014/main" id="{E0D97F89-BA86-43A7-A7B3-2CF8545F30C6}"/>
              </a:ext>
            </a:extLst>
          </p:cNvPr>
          <p:cNvSpPr>
            <a:spLocks noGrp="1"/>
          </p:cNvSpPr>
          <p:nvPr>
            <p:ph type="body" sz="quarter" idx="11" hasCustomPrompt="1"/>
          </p:nvPr>
        </p:nvSpPr>
        <p:spPr>
          <a:xfrm>
            <a:off x="1389459" y="1456896"/>
            <a:ext cx="10383899" cy="777240"/>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0" name="Straight Connector 9">
            <a:extLst>
              <a:ext uri="{FF2B5EF4-FFF2-40B4-BE49-F238E27FC236}">
                <a16:creationId xmlns:a16="http://schemas.microsoft.com/office/drawing/2014/main" id="{49921517-D7BF-470F-8192-8993860D6A21}"/>
              </a:ext>
              <a:ext uri="{C183D7F6-B498-43B3-948B-1728B52AA6E4}">
                <adec:decorative xmlns:adec="http://schemas.microsoft.com/office/drawing/2017/decorative" val="1"/>
              </a:ext>
            </a:extLst>
          </p:cNvPr>
          <p:cNvCxnSpPr>
            <a:cxnSpLocks/>
          </p:cNvCxnSpPr>
          <p:nvPr userDrawn="1"/>
        </p:nvCxnSpPr>
        <p:spPr>
          <a:xfrm>
            <a:off x="1389695" y="2366625"/>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9" name="Text Placeholder 4">
            <a:extLst>
              <a:ext uri="{FF2B5EF4-FFF2-40B4-BE49-F238E27FC236}">
                <a16:creationId xmlns:a16="http://schemas.microsoft.com/office/drawing/2014/main" id="{F445D872-5C62-4C26-AD2B-01EB7B98341B}"/>
              </a:ext>
            </a:extLst>
          </p:cNvPr>
          <p:cNvSpPr>
            <a:spLocks noGrp="1"/>
          </p:cNvSpPr>
          <p:nvPr>
            <p:ph type="body" sz="quarter" idx="15" hasCustomPrompt="1"/>
          </p:nvPr>
        </p:nvSpPr>
        <p:spPr>
          <a:xfrm>
            <a:off x="1389459" y="2499114"/>
            <a:ext cx="10383899" cy="781184"/>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5" name="Footer Placeholder 1">
            <a:extLst>
              <a:ext uri="{FF2B5EF4-FFF2-40B4-BE49-F238E27FC236}">
                <a16:creationId xmlns:a16="http://schemas.microsoft.com/office/drawing/2014/main" id="{1B54719B-2572-45A7-ABB5-97669FD1C545}"/>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207115422"/>
      </p:ext>
    </p:extLst>
  </p:cSld>
  <p:clrMapOvr>
    <a:masterClrMapping/>
  </p:clrMapOvr>
  <p:transition>
    <p:fade/>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ext option_3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9" name="Text Placeholder 4">
            <a:extLst>
              <a:ext uri="{FF2B5EF4-FFF2-40B4-BE49-F238E27FC236}">
                <a16:creationId xmlns:a16="http://schemas.microsoft.com/office/drawing/2014/main" id="{CB19F3EF-E352-4C65-98EB-C1D64E0A7284}"/>
              </a:ext>
            </a:extLst>
          </p:cNvPr>
          <p:cNvSpPr>
            <a:spLocks noGrp="1"/>
          </p:cNvSpPr>
          <p:nvPr>
            <p:ph type="body" sz="quarter" idx="11" hasCustomPrompt="1"/>
          </p:nvPr>
        </p:nvSpPr>
        <p:spPr>
          <a:xfrm>
            <a:off x="1389459" y="1456896"/>
            <a:ext cx="10383899" cy="777240"/>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5" name="Straight Connector 14">
            <a:extLst>
              <a:ext uri="{FF2B5EF4-FFF2-40B4-BE49-F238E27FC236}">
                <a16:creationId xmlns:a16="http://schemas.microsoft.com/office/drawing/2014/main" id="{ED3D99F1-12B5-4EF9-8BE8-147D2E7B2576}"/>
              </a:ext>
              <a:ext uri="{C183D7F6-B498-43B3-948B-1728B52AA6E4}">
                <adec:decorative xmlns:adec="http://schemas.microsoft.com/office/drawing/2017/decorative" val="1"/>
              </a:ext>
            </a:extLst>
          </p:cNvPr>
          <p:cNvCxnSpPr>
            <a:cxnSpLocks/>
          </p:cNvCxnSpPr>
          <p:nvPr userDrawn="1"/>
        </p:nvCxnSpPr>
        <p:spPr>
          <a:xfrm>
            <a:off x="1389695" y="2366625"/>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0" name="Text Placeholder 4">
            <a:extLst>
              <a:ext uri="{FF2B5EF4-FFF2-40B4-BE49-F238E27FC236}">
                <a16:creationId xmlns:a16="http://schemas.microsoft.com/office/drawing/2014/main" id="{E93C46D7-E811-4904-971C-BDAE52869A61}"/>
              </a:ext>
            </a:extLst>
          </p:cNvPr>
          <p:cNvSpPr>
            <a:spLocks noGrp="1"/>
          </p:cNvSpPr>
          <p:nvPr>
            <p:ph type="body" sz="quarter" idx="15" hasCustomPrompt="1"/>
          </p:nvPr>
        </p:nvSpPr>
        <p:spPr>
          <a:xfrm>
            <a:off x="1389459" y="2499114"/>
            <a:ext cx="10383899" cy="781184"/>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7" name="Straight Connector 16">
            <a:extLst>
              <a:ext uri="{FF2B5EF4-FFF2-40B4-BE49-F238E27FC236}">
                <a16:creationId xmlns:a16="http://schemas.microsoft.com/office/drawing/2014/main" id="{98187A1F-B2AD-4B43-A8E1-57229F13A30C}"/>
              </a:ext>
              <a:ext uri="{C183D7F6-B498-43B3-948B-1728B52AA6E4}">
                <adec:decorative xmlns:adec="http://schemas.microsoft.com/office/drawing/2017/decorative" val="1"/>
              </a:ext>
            </a:extLst>
          </p:cNvPr>
          <p:cNvCxnSpPr>
            <a:cxnSpLocks/>
          </p:cNvCxnSpPr>
          <p:nvPr userDrawn="1"/>
        </p:nvCxnSpPr>
        <p:spPr>
          <a:xfrm>
            <a:off x="1389695" y="3412787"/>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C84EFDE3-C2B4-4663-8852-A0D2423EB125}"/>
              </a:ext>
            </a:extLst>
          </p:cNvPr>
          <p:cNvSpPr>
            <a:spLocks noGrp="1"/>
          </p:cNvSpPr>
          <p:nvPr>
            <p:ph type="body" sz="quarter" idx="17" hasCustomPrompt="1"/>
          </p:nvPr>
        </p:nvSpPr>
        <p:spPr>
          <a:xfrm>
            <a:off x="1389459" y="3545276"/>
            <a:ext cx="10383899" cy="781184"/>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6" name="Footer Placeholder 1">
            <a:extLst>
              <a:ext uri="{FF2B5EF4-FFF2-40B4-BE49-F238E27FC236}">
                <a16:creationId xmlns:a16="http://schemas.microsoft.com/office/drawing/2014/main" id="{0E0DC65D-E249-41EE-9D86-9F9E7C5CF6D2}"/>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2549165667"/>
      </p:ext>
    </p:extLst>
  </p:cSld>
  <p:clrMapOvr>
    <a:masterClrMapping/>
  </p:clrMapOvr>
  <p:transition>
    <p:fade/>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ext option_4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12" name="Text Placeholder 4">
            <a:extLst>
              <a:ext uri="{FF2B5EF4-FFF2-40B4-BE49-F238E27FC236}">
                <a16:creationId xmlns:a16="http://schemas.microsoft.com/office/drawing/2014/main" id="{BDF9284C-6F78-4885-87E1-4AAD9E8090B1}"/>
              </a:ext>
            </a:extLst>
          </p:cNvPr>
          <p:cNvSpPr>
            <a:spLocks noGrp="1"/>
          </p:cNvSpPr>
          <p:nvPr>
            <p:ph type="body" sz="quarter" idx="11" hasCustomPrompt="1"/>
          </p:nvPr>
        </p:nvSpPr>
        <p:spPr>
          <a:xfrm>
            <a:off x="1389459" y="1456896"/>
            <a:ext cx="10383899" cy="777240"/>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20" name="Straight Connector 19">
            <a:extLst>
              <a:ext uri="{FF2B5EF4-FFF2-40B4-BE49-F238E27FC236}">
                <a16:creationId xmlns:a16="http://schemas.microsoft.com/office/drawing/2014/main" id="{4E9EA958-BE84-43C9-98F0-0C08E8EDD63F}"/>
              </a:ext>
              <a:ext uri="{C183D7F6-B498-43B3-948B-1728B52AA6E4}">
                <adec:decorative xmlns:adec="http://schemas.microsoft.com/office/drawing/2017/decorative" val="1"/>
              </a:ext>
            </a:extLst>
          </p:cNvPr>
          <p:cNvCxnSpPr>
            <a:cxnSpLocks/>
          </p:cNvCxnSpPr>
          <p:nvPr userDrawn="1"/>
        </p:nvCxnSpPr>
        <p:spPr>
          <a:xfrm>
            <a:off x="1389695" y="2366625"/>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D0E35C16-1FD5-43B8-8A48-E2CAEC4A6EA2}"/>
              </a:ext>
            </a:extLst>
          </p:cNvPr>
          <p:cNvSpPr>
            <a:spLocks noGrp="1"/>
          </p:cNvSpPr>
          <p:nvPr>
            <p:ph type="body" sz="quarter" idx="15" hasCustomPrompt="1"/>
          </p:nvPr>
        </p:nvSpPr>
        <p:spPr>
          <a:xfrm>
            <a:off x="1389459" y="2499114"/>
            <a:ext cx="10383899" cy="781184"/>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21" name="Straight Connector 20">
            <a:extLst>
              <a:ext uri="{FF2B5EF4-FFF2-40B4-BE49-F238E27FC236}">
                <a16:creationId xmlns:a16="http://schemas.microsoft.com/office/drawing/2014/main" id="{FC78D634-25BA-4087-A772-1E555254B97D}"/>
              </a:ext>
              <a:ext uri="{C183D7F6-B498-43B3-948B-1728B52AA6E4}">
                <adec:decorative xmlns:adec="http://schemas.microsoft.com/office/drawing/2017/decorative" val="1"/>
              </a:ext>
            </a:extLst>
          </p:cNvPr>
          <p:cNvCxnSpPr>
            <a:cxnSpLocks/>
          </p:cNvCxnSpPr>
          <p:nvPr userDrawn="1"/>
        </p:nvCxnSpPr>
        <p:spPr>
          <a:xfrm>
            <a:off x="1389695" y="3412787"/>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7" name="Text Placeholder 4">
            <a:extLst>
              <a:ext uri="{FF2B5EF4-FFF2-40B4-BE49-F238E27FC236}">
                <a16:creationId xmlns:a16="http://schemas.microsoft.com/office/drawing/2014/main" id="{9F7B3EC7-70FC-4307-BB11-53CB4E14FFB9}"/>
              </a:ext>
            </a:extLst>
          </p:cNvPr>
          <p:cNvSpPr>
            <a:spLocks noGrp="1"/>
          </p:cNvSpPr>
          <p:nvPr>
            <p:ph type="body" sz="quarter" idx="17" hasCustomPrompt="1"/>
          </p:nvPr>
        </p:nvSpPr>
        <p:spPr>
          <a:xfrm>
            <a:off x="1389459" y="3545276"/>
            <a:ext cx="10383899" cy="781184"/>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22" name="Straight Connector 21">
            <a:extLst>
              <a:ext uri="{FF2B5EF4-FFF2-40B4-BE49-F238E27FC236}">
                <a16:creationId xmlns:a16="http://schemas.microsoft.com/office/drawing/2014/main" id="{71CE9993-705A-488D-910E-290FD0A522F4}"/>
              </a:ext>
              <a:ext uri="{C183D7F6-B498-43B3-948B-1728B52AA6E4}">
                <adec:decorative xmlns:adec="http://schemas.microsoft.com/office/drawing/2017/decorative" val="1"/>
              </a:ext>
            </a:extLst>
          </p:cNvPr>
          <p:cNvCxnSpPr>
            <a:cxnSpLocks/>
          </p:cNvCxnSpPr>
          <p:nvPr userDrawn="1"/>
        </p:nvCxnSpPr>
        <p:spPr>
          <a:xfrm>
            <a:off x="1389695" y="4458949"/>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9" name="Text Placeholder 4">
            <a:extLst>
              <a:ext uri="{FF2B5EF4-FFF2-40B4-BE49-F238E27FC236}">
                <a16:creationId xmlns:a16="http://schemas.microsoft.com/office/drawing/2014/main" id="{DC5585A5-DAB7-4EFE-A980-497178E03B1A}"/>
              </a:ext>
            </a:extLst>
          </p:cNvPr>
          <p:cNvSpPr>
            <a:spLocks noGrp="1"/>
          </p:cNvSpPr>
          <p:nvPr>
            <p:ph type="body" sz="quarter" idx="19" hasCustomPrompt="1"/>
          </p:nvPr>
        </p:nvSpPr>
        <p:spPr>
          <a:xfrm>
            <a:off x="1389459" y="4591438"/>
            <a:ext cx="10383899" cy="781184"/>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7" name="Footer Placeholder 1">
            <a:extLst>
              <a:ext uri="{FF2B5EF4-FFF2-40B4-BE49-F238E27FC236}">
                <a16:creationId xmlns:a16="http://schemas.microsoft.com/office/drawing/2014/main" id="{F47DE134-5243-4F01-808B-AB1879BD7937}"/>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209035869"/>
      </p:ext>
    </p:extLst>
  </p:cSld>
  <p:clrMapOvr>
    <a:masterClrMapping/>
  </p:clrMapOvr>
  <p:transition>
    <p:fade/>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ext option_5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five rows</a:t>
            </a:r>
          </a:p>
        </p:txBody>
      </p:sp>
      <p:sp>
        <p:nvSpPr>
          <p:cNvPr id="5" name="Text Placeholder 4"/>
          <p:cNvSpPr>
            <a:spLocks noGrp="1"/>
          </p:cNvSpPr>
          <p:nvPr>
            <p:ph type="body" sz="quarter" idx="11" hasCustomPrompt="1"/>
          </p:nvPr>
        </p:nvSpPr>
        <p:spPr>
          <a:xfrm>
            <a:off x="1389459" y="1456896"/>
            <a:ext cx="10383899" cy="645624"/>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cxnSp>
        <p:nvCxnSpPr>
          <p:cNvPr id="15" name="Straight Connector 14">
            <a:extLst>
              <a:ext uri="{FF2B5EF4-FFF2-40B4-BE49-F238E27FC236}">
                <a16:creationId xmlns:a16="http://schemas.microsoft.com/office/drawing/2014/main" id="{F4A35CC4-D06B-40B4-91B1-CDA133426FEF}"/>
              </a:ext>
              <a:ext uri="{C183D7F6-B498-43B3-948B-1728B52AA6E4}">
                <adec:decorative xmlns:adec="http://schemas.microsoft.com/office/drawing/2017/decorative" val="1"/>
              </a:ext>
            </a:extLst>
          </p:cNvPr>
          <p:cNvCxnSpPr>
            <a:cxnSpLocks/>
          </p:cNvCxnSpPr>
          <p:nvPr userDrawn="1"/>
        </p:nvCxnSpPr>
        <p:spPr>
          <a:xfrm>
            <a:off x="1389695" y="2205973"/>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2309426"/>
            <a:ext cx="10383899" cy="648900"/>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cxnSp>
        <p:nvCxnSpPr>
          <p:cNvPr id="17" name="Straight Connector 16">
            <a:extLst>
              <a:ext uri="{FF2B5EF4-FFF2-40B4-BE49-F238E27FC236}">
                <a16:creationId xmlns:a16="http://schemas.microsoft.com/office/drawing/2014/main" id="{569B8E47-3705-4496-95DB-2F04B39526B5}"/>
              </a:ext>
              <a:ext uri="{C183D7F6-B498-43B3-948B-1728B52AA6E4}">
                <adec:decorative xmlns:adec="http://schemas.microsoft.com/office/drawing/2017/decorative" val="1"/>
              </a:ext>
            </a:extLst>
          </p:cNvPr>
          <p:cNvCxnSpPr>
            <a:cxnSpLocks/>
          </p:cNvCxnSpPr>
          <p:nvPr userDrawn="1"/>
        </p:nvCxnSpPr>
        <p:spPr>
          <a:xfrm>
            <a:off x="1389695" y="3061779"/>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3165232"/>
            <a:ext cx="10383899" cy="648900"/>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cxnSp>
        <p:nvCxnSpPr>
          <p:cNvPr id="19" name="Straight Connector 18">
            <a:extLst>
              <a:ext uri="{FF2B5EF4-FFF2-40B4-BE49-F238E27FC236}">
                <a16:creationId xmlns:a16="http://schemas.microsoft.com/office/drawing/2014/main" id="{971F4189-FC32-45CA-8DDD-889412FB1B93}"/>
              </a:ext>
              <a:ext uri="{C183D7F6-B498-43B3-948B-1728B52AA6E4}">
                <adec:decorative xmlns:adec="http://schemas.microsoft.com/office/drawing/2017/decorative" val="1"/>
              </a:ext>
            </a:extLst>
          </p:cNvPr>
          <p:cNvCxnSpPr>
            <a:cxnSpLocks/>
          </p:cNvCxnSpPr>
          <p:nvPr userDrawn="1"/>
        </p:nvCxnSpPr>
        <p:spPr>
          <a:xfrm>
            <a:off x="1389695" y="3917585"/>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389459" y="4021038"/>
            <a:ext cx="10383899" cy="648900"/>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C5EE9FF8-98D9-46AE-9E3D-2F72E00C7752}"/>
              </a:ext>
              <a:ext uri="{C183D7F6-B498-43B3-948B-1728B52AA6E4}">
                <adec:decorative xmlns:adec="http://schemas.microsoft.com/office/drawing/2017/decorative" val="1"/>
              </a:ext>
            </a:extLst>
          </p:cNvPr>
          <p:cNvCxnSpPr>
            <a:cxnSpLocks/>
          </p:cNvCxnSpPr>
          <p:nvPr userDrawn="1"/>
        </p:nvCxnSpPr>
        <p:spPr>
          <a:xfrm>
            <a:off x="1389695" y="4773391"/>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389459" y="4876845"/>
            <a:ext cx="10383899" cy="648900"/>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sp>
        <p:nvSpPr>
          <p:cNvPr id="9" name="Footer Placeholder 1">
            <a:extLst>
              <a:ext uri="{FF2B5EF4-FFF2-40B4-BE49-F238E27FC236}">
                <a16:creationId xmlns:a16="http://schemas.microsoft.com/office/drawing/2014/main" id="{CFB65DA9-1720-4FF6-B1EF-542DF58141AE}"/>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2941963263"/>
      </p:ext>
    </p:extLst>
  </p:cSld>
  <p:clrMapOvr>
    <a:masterClrMapping/>
  </p:clrMapOvr>
  <p:transition>
    <p:fade/>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ext option_6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six rows</a:t>
            </a:r>
          </a:p>
        </p:txBody>
      </p:sp>
      <p:sp>
        <p:nvSpPr>
          <p:cNvPr id="5" name="Text Placeholder 4"/>
          <p:cNvSpPr>
            <a:spLocks noGrp="1"/>
          </p:cNvSpPr>
          <p:nvPr>
            <p:ph type="body" sz="quarter" idx="11" hasCustomPrompt="1"/>
          </p:nvPr>
        </p:nvSpPr>
        <p:spPr>
          <a:xfrm>
            <a:off x="1389459" y="1456896"/>
            <a:ext cx="10383899" cy="387891"/>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9" name="Straight Connector 8">
            <a:extLst>
              <a:ext uri="{FF2B5EF4-FFF2-40B4-BE49-F238E27FC236}">
                <a16:creationId xmlns:a16="http://schemas.microsoft.com/office/drawing/2014/main" id="{91176662-41A1-45F5-9F2A-CB3D5785A657}"/>
              </a:ext>
              <a:ext uri="{C183D7F6-B498-43B3-948B-1728B52AA6E4}">
                <adec:decorative xmlns:adec="http://schemas.microsoft.com/office/drawing/2017/decorative" val="1"/>
              </a:ext>
            </a:extLst>
          </p:cNvPr>
          <p:cNvCxnSpPr>
            <a:cxnSpLocks/>
          </p:cNvCxnSpPr>
          <p:nvPr userDrawn="1"/>
        </p:nvCxnSpPr>
        <p:spPr>
          <a:xfrm>
            <a:off x="1403101" y="2006473"/>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2168159"/>
            <a:ext cx="10383899" cy="387891"/>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F1B8295B-9399-43B5-961D-6D1444246663}"/>
              </a:ext>
              <a:ext uri="{C183D7F6-B498-43B3-948B-1728B52AA6E4}">
                <adec:decorative xmlns:adec="http://schemas.microsoft.com/office/drawing/2017/decorative" val="1"/>
              </a:ext>
            </a:extLst>
          </p:cNvPr>
          <p:cNvCxnSpPr>
            <a:cxnSpLocks/>
          </p:cNvCxnSpPr>
          <p:nvPr userDrawn="1"/>
        </p:nvCxnSpPr>
        <p:spPr>
          <a:xfrm>
            <a:off x="1403101" y="2717736"/>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2879422"/>
            <a:ext cx="10383899" cy="387891"/>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8661FE75-B00C-4695-B37C-FB53546A5F0A}"/>
              </a:ext>
              <a:ext uri="{C183D7F6-B498-43B3-948B-1728B52AA6E4}">
                <adec:decorative xmlns:adec="http://schemas.microsoft.com/office/drawing/2017/decorative" val="1"/>
              </a:ext>
            </a:extLst>
          </p:cNvPr>
          <p:cNvCxnSpPr>
            <a:cxnSpLocks/>
          </p:cNvCxnSpPr>
          <p:nvPr userDrawn="1"/>
        </p:nvCxnSpPr>
        <p:spPr>
          <a:xfrm>
            <a:off x="1403101" y="3428999"/>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389459" y="3590685"/>
            <a:ext cx="10383899" cy="387891"/>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44FEBE66-8971-4138-8B29-7373BB7CD1B7}"/>
              </a:ext>
              <a:ext uri="{C183D7F6-B498-43B3-948B-1728B52AA6E4}">
                <adec:decorative xmlns:adec="http://schemas.microsoft.com/office/drawing/2017/decorative" val="1"/>
              </a:ext>
            </a:extLst>
          </p:cNvPr>
          <p:cNvCxnSpPr>
            <a:cxnSpLocks/>
          </p:cNvCxnSpPr>
          <p:nvPr userDrawn="1"/>
        </p:nvCxnSpPr>
        <p:spPr>
          <a:xfrm>
            <a:off x="1403101" y="4140262"/>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389459" y="4301948"/>
            <a:ext cx="10383899" cy="387891"/>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2" name="Straight Connector 11">
            <a:extLst>
              <a:ext uri="{FF2B5EF4-FFF2-40B4-BE49-F238E27FC236}">
                <a16:creationId xmlns:a16="http://schemas.microsoft.com/office/drawing/2014/main" id="{EE9B15D9-25BA-4AE3-B36D-961D8C817DC1}"/>
              </a:ext>
              <a:ext uri="{C183D7F6-B498-43B3-948B-1728B52AA6E4}">
                <adec:decorative xmlns:adec="http://schemas.microsoft.com/office/drawing/2017/decorative" val="1"/>
              </a:ext>
            </a:extLst>
          </p:cNvPr>
          <p:cNvCxnSpPr>
            <a:cxnSpLocks/>
          </p:cNvCxnSpPr>
          <p:nvPr userDrawn="1"/>
        </p:nvCxnSpPr>
        <p:spPr>
          <a:xfrm>
            <a:off x="1403101" y="4851525"/>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4349BD30-0784-4B45-BEA2-C53624DF62CA}"/>
              </a:ext>
            </a:extLst>
          </p:cNvPr>
          <p:cNvSpPr>
            <a:spLocks noGrp="1"/>
          </p:cNvSpPr>
          <p:nvPr>
            <p:ph type="body" sz="quarter" idx="30" hasCustomPrompt="1"/>
          </p:nvPr>
        </p:nvSpPr>
        <p:spPr>
          <a:xfrm>
            <a:off x="1389459" y="5013213"/>
            <a:ext cx="10383899" cy="387891"/>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4" name="Footer Placeholder 1">
            <a:extLst>
              <a:ext uri="{FF2B5EF4-FFF2-40B4-BE49-F238E27FC236}">
                <a16:creationId xmlns:a16="http://schemas.microsoft.com/office/drawing/2014/main" id="{EB1E284F-9162-46B6-B477-B48009211F19}"/>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3999498902"/>
      </p:ext>
    </p:extLst>
  </p:cSld>
  <p:clrMapOvr>
    <a:masterClrMapping/>
  </p:clrMapOvr>
  <p:transition>
    <p:fade/>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ext option- Text three rows &amp; 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three rows &amp; two columns</a:t>
            </a:r>
          </a:p>
        </p:txBody>
      </p:sp>
      <p:sp>
        <p:nvSpPr>
          <p:cNvPr id="5" name="Text Placeholder 4"/>
          <p:cNvSpPr>
            <a:spLocks noGrp="1"/>
          </p:cNvSpPr>
          <p:nvPr>
            <p:ph type="body" sz="quarter" idx="11" hasCustomPrompt="1"/>
          </p:nvPr>
        </p:nvSpPr>
        <p:spPr>
          <a:xfrm>
            <a:off x="1389459" y="1456896"/>
            <a:ext cx="4608115" cy="1084543"/>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3" name="Straight Connector 12">
            <a:extLst>
              <a:ext uri="{FF2B5EF4-FFF2-40B4-BE49-F238E27FC236}">
                <a16:creationId xmlns:a16="http://schemas.microsoft.com/office/drawing/2014/main" id="{B2BC2D45-166A-42A4-BFA4-B0E61DE53CD1}"/>
              </a:ext>
              <a:ext uri="{C183D7F6-B498-43B3-948B-1728B52AA6E4}">
                <adec:decorative xmlns:adec="http://schemas.microsoft.com/office/drawing/2017/decorative" val="1"/>
              </a:ext>
            </a:extLst>
          </p:cNvPr>
          <p:cNvCxnSpPr>
            <a:cxnSpLocks/>
          </p:cNvCxnSpPr>
          <p:nvPr userDrawn="1"/>
        </p:nvCxnSpPr>
        <p:spPr>
          <a:xfrm>
            <a:off x="1390327" y="2745493"/>
            <a:ext cx="458584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2949547"/>
            <a:ext cx="4608115" cy="1084543"/>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C17E5589-50A4-4ADA-A3D2-DFB8558FE78E}"/>
              </a:ext>
              <a:ext uri="{C183D7F6-B498-43B3-948B-1728B52AA6E4}">
                <adec:decorative xmlns:adec="http://schemas.microsoft.com/office/drawing/2017/decorative" val="1"/>
              </a:ext>
            </a:extLst>
          </p:cNvPr>
          <p:cNvCxnSpPr>
            <a:cxnSpLocks/>
          </p:cNvCxnSpPr>
          <p:nvPr userDrawn="1"/>
        </p:nvCxnSpPr>
        <p:spPr>
          <a:xfrm>
            <a:off x="1390327" y="4238144"/>
            <a:ext cx="458584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4442200"/>
            <a:ext cx="4608115" cy="1084543"/>
          </a:xfrm>
          <a:prstGeom prst="rect">
            <a:avLst/>
          </a:prstGeom>
        </p:spPr>
        <p:txBody>
          <a:bodyPr wrap="square" lIns="0" tIns="0" rIns="0" bIns="0" anchor="t">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7164782" y="1456896"/>
            <a:ext cx="4608576" cy="1084543"/>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599F4609-3CD7-4077-B992-04F71C504EF4}"/>
              </a:ext>
              <a:ext uri="{C183D7F6-B498-43B3-948B-1728B52AA6E4}">
                <adec:decorative xmlns:adec="http://schemas.microsoft.com/office/drawing/2017/decorative" val="1"/>
              </a:ext>
            </a:extLst>
          </p:cNvPr>
          <p:cNvCxnSpPr>
            <a:cxnSpLocks/>
          </p:cNvCxnSpPr>
          <p:nvPr userDrawn="1"/>
        </p:nvCxnSpPr>
        <p:spPr>
          <a:xfrm>
            <a:off x="7164782" y="2745493"/>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7164782" y="2949547"/>
            <a:ext cx="4608576" cy="1084543"/>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C2F439E-21AC-47A7-8FF2-2B3B30023C2D}"/>
              </a:ext>
              <a:ext uri="{C183D7F6-B498-43B3-948B-1728B52AA6E4}">
                <adec:decorative xmlns:adec="http://schemas.microsoft.com/office/drawing/2017/decorative" val="1"/>
              </a:ext>
            </a:extLst>
          </p:cNvPr>
          <p:cNvCxnSpPr>
            <a:cxnSpLocks/>
          </p:cNvCxnSpPr>
          <p:nvPr userDrawn="1"/>
        </p:nvCxnSpPr>
        <p:spPr>
          <a:xfrm>
            <a:off x="7164782" y="4238144"/>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7164782" y="4442200"/>
            <a:ext cx="4608576" cy="1084543"/>
          </a:xfrm>
          <a:prstGeom prst="rect">
            <a:avLst/>
          </a:prstGeom>
        </p:spPr>
        <p:txBody>
          <a:bodyPr wrap="square" lIns="0" tIns="0" rIns="0" bIns="0" anchor="t">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7" name="Footer Placeholder 1">
            <a:extLst>
              <a:ext uri="{FF2B5EF4-FFF2-40B4-BE49-F238E27FC236}">
                <a16:creationId xmlns:a16="http://schemas.microsoft.com/office/drawing/2014/main" id="{C7F30D2F-8DA3-4CC5-9423-292C558FE3FB}"/>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502005486"/>
      </p:ext>
    </p:extLst>
  </p:cSld>
  <p:clrMapOvr>
    <a:masterClrMapping/>
  </p:clrMapOvr>
  <p:transition>
    <p:fade/>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ext option- Text five rows &amp; 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five rows &amp; two columns</a:t>
            </a:r>
          </a:p>
        </p:txBody>
      </p:sp>
      <p:sp>
        <p:nvSpPr>
          <p:cNvPr id="5" name="Text Placeholder 4"/>
          <p:cNvSpPr>
            <a:spLocks noGrp="1"/>
          </p:cNvSpPr>
          <p:nvPr>
            <p:ph type="body" sz="quarter" idx="11" hasCustomPrompt="1"/>
          </p:nvPr>
        </p:nvSpPr>
        <p:spPr>
          <a:xfrm>
            <a:off x="1389459" y="1456896"/>
            <a:ext cx="4608576" cy="680196"/>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3" name="Straight Connector 12">
            <a:extLst>
              <a:ext uri="{FF2B5EF4-FFF2-40B4-BE49-F238E27FC236}">
                <a16:creationId xmlns:a16="http://schemas.microsoft.com/office/drawing/2014/main" id="{99FD6DBF-9FC0-43E4-BB25-187F987ED548}"/>
              </a:ext>
              <a:ext uri="{C183D7F6-B498-43B3-948B-1728B52AA6E4}">
                <adec:decorative xmlns:adec="http://schemas.microsoft.com/office/drawing/2017/decorative" val="1"/>
              </a:ext>
            </a:extLst>
          </p:cNvPr>
          <p:cNvCxnSpPr>
            <a:cxnSpLocks/>
          </p:cNvCxnSpPr>
          <p:nvPr userDrawn="1"/>
        </p:nvCxnSpPr>
        <p:spPr>
          <a:xfrm>
            <a:off x="1389459" y="2220480"/>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2303868"/>
            <a:ext cx="4608576" cy="680196"/>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BCEDF675-8A34-4183-9100-9743BB5854C2}"/>
              </a:ext>
              <a:ext uri="{C183D7F6-B498-43B3-948B-1728B52AA6E4}">
                <adec:decorative xmlns:adec="http://schemas.microsoft.com/office/drawing/2017/decorative" val="1"/>
              </a:ext>
            </a:extLst>
          </p:cNvPr>
          <p:cNvCxnSpPr>
            <a:cxnSpLocks/>
          </p:cNvCxnSpPr>
          <p:nvPr userDrawn="1"/>
        </p:nvCxnSpPr>
        <p:spPr>
          <a:xfrm>
            <a:off x="1389459" y="3067452"/>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3150840"/>
            <a:ext cx="4608576" cy="68019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389062B4-E38A-48D0-9FC3-A198B27C2B9D}"/>
              </a:ext>
              <a:ext uri="{C183D7F6-B498-43B3-948B-1728B52AA6E4}">
                <adec:decorative xmlns:adec="http://schemas.microsoft.com/office/drawing/2017/decorative" val="1"/>
              </a:ext>
            </a:extLst>
          </p:cNvPr>
          <p:cNvCxnSpPr>
            <a:cxnSpLocks/>
          </p:cNvCxnSpPr>
          <p:nvPr userDrawn="1"/>
        </p:nvCxnSpPr>
        <p:spPr>
          <a:xfrm>
            <a:off x="1389459" y="3914424"/>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389459" y="3997812"/>
            <a:ext cx="4608576" cy="68019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FBA8527-2F9F-46AE-A168-2E369F0A4E4C}"/>
              </a:ext>
              <a:ext uri="{C183D7F6-B498-43B3-948B-1728B52AA6E4}">
                <adec:decorative xmlns:adec="http://schemas.microsoft.com/office/drawing/2017/decorative" val="1"/>
              </a:ext>
            </a:extLst>
          </p:cNvPr>
          <p:cNvCxnSpPr>
            <a:cxnSpLocks/>
          </p:cNvCxnSpPr>
          <p:nvPr userDrawn="1"/>
        </p:nvCxnSpPr>
        <p:spPr>
          <a:xfrm>
            <a:off x="1389459" y="4761396"/>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389459" y="4844781"/>
            <a:ext cx="4608576" cy="68019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7164782" y="1456896"/>
            <a:ext cx="4608576" cy="680196"/>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1" name="Straight Connector 20">
            <a:extLst>
              <a:ext uri="{FF2B5EF4-FFF2-40B4-BE49-F238E27FC236}">
                <a16:creationId xmlns:a16="http://schemas.microsoft.com/office/drawing/2014/main" id="{8B458FFC-8336-43D5-A0E5-A4CEF85D5F6D}"/>
              </a:ext>
              <a:ext uri="{C183D7F6-B498-43B3-948B-1728B52AA6E4}">
                <adec:decorative xmlns:adec="http://schemas.microsoft.com/office/drawing/2017/decorative" val="1"/>
              </a:ext>
            </a:extLst>
          </p:cNvPr>
          <p:cNvCxnSpPr>
            <a:cxnSpLocks/>
          </p:cNvCxnSpPr>
          <p:nvPr userDrawn="1"/>
        </p:nvCxnSpPr>
        <p:spPr>
          <a:xfrm>
            <a:off x="7164782" y="2220480"/>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7164782" y="2303868"/>
            <a:ext cx="4608576" cy="680196"/>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2" name="Straight Connector 21">
            <a:extLst>
              <a:ext uri="{FF2B5EF4-FFF2-40B4-BE49-F238E27FC236}">
                <a16:creationId xmlns:a16="http://schemas.microsoft.com/office/drawing/2014/main" id="{A8128678-7D34-47E0-BE94-ECE7CD383DD9}"/>
              </a:ext>
              <a:ext uri="{C183D7F6-B498-43B3-948B-1728B52AA6E4}">
                <adec:decorative xmlns:adec="http://schemas.microsoft.com/office/drawing/2017/decorative" val="1"/>
              </a:ext>
            </a:extLst>
          </p:cNvPr>
          <p:cNvCxnSpPr>
            <a:cxnSpLocks/>
          </p:cNvCxnSpPr>
          <p:nvPr userDrawn="1"/>
        </p:nvCxnSpPr>
        <p:spPr>
          <a:xfrm>
            <a:off x="7164782" y="3067452"/>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7164782" y="3150840"/>
            <a:ext cx="4608576" cy="68019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3" name="Straight Connector 22">
            <a:extLst>
              <a:ext uri="{FF2B5EF4-FFF2-40B4-BE49-F238E27FC236}">
                <a16:creationId xmlns:a16="http://schemas.microsoft.com/office/drawing/2014/main" id="{70E98085-E858-4C10-983A-14182332938A}"/>
              </a:ext>
              <a:ext uri="{C183D7F6-B498-43B3-948B-1728B52AA6E4}">
                <adec:decorative xmlns:adec="http://schemas.microsoft.com/office/drawing/2017/decorative" val="1"/>
              </a:ext>
            </a:extLst>
          </p:cNvPr>
          <p:cNvCxnSpPr>
            <a:cxnSpLocks/>
          </p:cNvCxnSpPr>
          <p:nvPr userDrawn="1"/>
        </p:nvCxnSpPr>
        <p:spPr>
          <a:xfrm>
            <a:off x="7164782" y="3914424"/>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2" name="Text Placeholder 4">
            <a:extLst>
              <a:ext uri="{FF2B5EF4-FFF2-40B4-BE49-F238E27FC236}">
                <a16:creationId xmlns:a16="http://schemas.microsoft.com/office/drawing/2014/main" id="{234777AC-02E0-4220-86CD-507697625215}"/>
              </a:ext>
            </a:extLst>
          </p:cNvPr>
          <p:cNvSpPr>
            <a:spLocks noGrp="1"/>
          </p:cNvSpPr>
          <p:nvPr>
            <p:ph type="body" sz="quarter" idx="34" hasCustomPrompt="1"/>
          </p:nvPr>
        </p:nvSpPr>
        <p:spPr>
          <a:xfrm>
            <a:off x="7164782" y="3997812"/>
            <a:ext cx="4608576" cy="68019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4" name="Straight Connector 23">
            <a:extLst>
              <a:ext uri="{FF2B5EF4-FFF2-40B4-BE49-F238E27FC236}">
                <a16:creationId xmlns:a16="http://schemas.microsoft.com/office/drawing/2014/main" id="{683B0E2A-4AAD-468F-8AFA-306B72CCD47E}"/>
              </a:ext>
              <a:ext uri="{C183D7F6-B498-43B3-948B-1728B52AA6E4}">
                <adec:decorative xmlns:adec="http://schemas.microsoft.com/office/drawing/2017/decorative" val="1"/>
              </a:ext>
            </a:extLst>
          </p:cNvPr>
          <p:cNvCxnSpPr>
            <a:cxnSpLocks/>
          </p:cNvCxnSpPr>
          <p:nvPr userDrawn="1"/>
        </p:nvCxnSpPr>
        <p:spPr>
          <a:xfrm>
            <a:off x="7164782" y="4761396"/>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3" name="Text Placeholder 4">
            <a:extLst>
              <a:ext uri="{FF2B5EF4-FFF2-40B4-BE49-F238E27FC236}">
                <a16:creationId xmlns:a16="http://schemas.microsoft.com/office/drawing/2014/main" id="{74535A38-66F8-4A7C-9C33-D0D74D7212FB}"/>
              </a:ext>
            </a:extLst>
          </p:cNvPr>
          <p:cNvSpPr>
            <a:spLocks noGrp="1"/>
          </p:cNvSpPr>
          <p:nvPr>
            <p:ph type="body" sz="quarter" idx="35" hasCustomPrompt="1"/>
          </p:nvPr>
        </p:nvSpPr>
        <p:spPr>
          <a:xfrm>
            <a:off x="7164782" y="4844781"/>
            <a:ext cx="4608576" cy="68019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4" name="Footer Placeholder 1">
            <a:extLst>
              <a:ext uri="{FF2B5EF4-FFF2-40B4-BE49-F238E27FC236}">
                <a16:creationId xmlns:a16="http://schemas.microsoft.com/office/drawing/2014/main" id="{299F3FB3-BA05-48E6-AD17-EFFD842061FF}"/>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1838998408"/>
      </p:ext>
    </p:extLst>
  </p:cSld>
  <p:clrMapOvr>
    <a:masterClrMapping/>
  </p:clrMapOvr>
  <p:transition>
    <p:fade/>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ext option_2 rows with subheadin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440494"/>
            <a:ext cx="11341268" cy="680196"/>
          </a:xfrm>
        </p:spPr>
        <p:txBody>
          <a:bodyPr/>
          <a:lstStyle>
            <a:lvl1pPr>
              <a:defRPr/>
            </a:lvl1pPr>
          </a:lstStyle>
          <a:p>
            <a:r>
              <a:rPr lang="en-US"/>
              <a:t>Text layout: four rows</a:t>
            </a:r>
          </a:p>
        </p:txBody>
      </p:sp>
      <p:sp>
        <p:nvSpPr>
          <p:cNvPr id="6" name="Text Placeholder 5">
            <a:extLst>
              <a:ext uri="{FF2B5EF4-FFF2-40B4-BE49-F238E27FC236}">
                <a16:creationId xmlns:a16="http://schemas.microsoft.com/office/drawing/2014/main" id="{EB98E8DE-0491-4598-AAA1-CD35695840E7}"/>
              </a:ext>
            </a:extLst>
          </p:cNvPr>
          <p:cNvSpPr>
            <a:spLocks noGrp="1"/>
          </p:cNvSpPr>
          <p:nvPr>
            <p:ph type="body" sz="quarter" idx="17" hasCustomPrompt="1"/>
          </p:nvPr>
        </p:nvSpPr>
        <p:spPr>
          <a:xfrm>
            <a:off x="418643" y="1168400"/>
            <a:ext cx="11341267" cy="307777"/>
          </a:xfrm>
          <a:prstGeom prst="rect">
            <a:avLst/>
          </a:prstGeom>
        </p:spPr>
        <p:txBody>
          <a:bodyPr vert="horz" lIns="0" tIns="0" rIns="0" bIns="0" rtlCol="0">
            <a:spAutoFit/>
          </a:bodyPr>
          <a:lstStyle>
            <a:lvl1pPr>
              <a:defRPr lang="en-US" sz="2000" dirty="0"/>
            </a:lvl1pPr>
          </a:lstStyle>
          <a:p>
            <a:pPr lvl="0"/>
            <a:r>
              <a:rPr lang="en-US"/>
              <a:t>Add text here</a:t>
            </a:r>
          </a:p>
        </p:txBody>
      </p:sp>
      <p:sp>
        <p:nvSpPr>
          <p:cNvPr id="5" name="Text Placeholder 4"/>
          <p:cNvSpPr>
            <a:spLocks noGrp="1"/>
          </p:cNvSpPr>
          <p:nvPr>
            <p:ph type="body" sz="quarter" idx="11" hasCustomPrompt="1"/>
          </p:nvPr>
        </p:nvSpPr>
        <p:spPr>
          <a:xfrm>
            <a:off x="1389459" y="1961322"/>
            <a:ext cx="10383899" cy="658368"/>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9EBE6B1A-FAB8-401E-9D5D-DF0AEF8510BC}"/>
              </a:ext>
              <a:ext uri="{C183D7F6-B498-43B3-948B-1728B52AA6E4}">
                <adec:decorative xmlns:adec="http://schemas.microsoft.com/office/drawing/2017/decorative" val="1"/>
              </a:ext>
            </a:extLst>
          </p:cNvPr>
          <p:cNvCxnSpPr>
            <a:cxnSpLocks/>
          </p:cNvCxnSpPr>
          <p:nvPr userDrawn="1"/>
        </p:nvCxnSpPr>
        <p:spPr>
          <a:xfrm>
            <a:off x="1389695" y="2763870"/>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9" name="Text Placeholder 4">
            <a:extLst>
              <a:ext uri="{FF2B5EF4-FFF2-40B4-BE49-F238E27FC236}">
                <a16:creationId xmlns:a16="http://schemas.microsoft.com/office/drawing/2014/main" id="{3C7167C2-B8AD-42C6-B0C0-09AF8C1B00B5}"/>
              </a:ext>
            </a:extLst>
          </p:cNvPr>
          <p:cNvSpPr>
            <a:spLocks noGrp="1"/>
          </p:cNvSpPr>
          <p:nvPr>
            <p:ph type="body" sz="quarter" idx="15" hasCustomPrompt="1"/>
          </p:nvPr>
        </p:nvSpPr>
        <p:spPr>
          <a:xfrm>
            <a:off x="1389459" y="2908050"/>
            <a:ext cx="10383899" cy="658368"/>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4" name="Footer Placeholder 1">
            <a:extLst>
              <a:ext uri="{FF2B5EF4-FFF2-40B4-BE49-F238E27FC236}">
                <a16:creationId xmlns:a16="http://schemas.microsoft.com/office/drawing/2014/main" id="{CB3A300F-58D1-4152-B258-F80AED027D7F}"/>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2190545701"/>
      </p:ext>
    </p:extLst>
  </p:cSld>
  <p:clrMapOvr>
    <a:masterClrMapping/>
  </p:clrMapOvr>
  <p:transition>
    <p:fade/>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ext option_3 rows with subheadin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440494"/>
            <a:ext cx="11341268" cy="680196"/>
          </a:xfrm>
        </p:spPr>
        <p:txBody>
          <a:bodyPr/>
          <a:lstStyle>
            <a:lvl1pPr>
              <a:defRPr/>
            </a:lvl1pPr>
          </a:lstStyle>
          <a:p>
            <a:r>
              <a:rPr lang="en-US"/>
              <a:t>Text layout: four rows</a:t>
            </a:r>
          </a:p>
        </p:txBody>
      </p:sp>
      <p:sp>
        <p:nvSpPr>
          <p:cNvPr id="11" name="Text Placeholder 5">
            <a:extLst>
              <a:ext uri="{FF2B5EF4-FFF2-40B4-BE49-F238E27FC236}">
                <a16:creationId xmlns:a16="http://schemas.microsoft.com/office/drawing/2014/main" id="{F7BF94CC-2D76-4590-8D23-583370E56601}"/>
              </a:ext>
            </a:extLst>
          </p:cNvPr>
          <p:cNvSpPr>
            <a:spLocks noGrp="1"/>
          </p:cNvSpPr>
          <p:nvPr>
            <p:ph type="body" sz="quarter" idx="18" hasCustomPrompt="1"/>
          </p:nvPr>
        </p:nvSpPr>
        <p:spPr>
          <a:xfrm>
            <a:off x="418643" y="1168400"/>
            <a:ext cx="11341267" cy="307777"/>
          </a:xfrm>
          <a:prstGeom prst="rect">
            <a:avLst/>
          </a:prstGeom>
        </p:spPr>
        <p:txBody>
          <a:bodyPr vert="horz" lIns="0" tIns="0" rIns="0" bIns="0" rtlCol="0">
            <a:spAutoFit/>
          </a:bodyPr>
          <a:lstStyle>
            <a:lvl1pPr>
              <a:defRPr lang="en-US" sz="2000" dirty="0"/>
            </a:lvl1pPr>
          </a:lstStyle>
          <a:p>
            <a:pPr lvl="0"/>
            <a:r>
              <a:rPr lang="en-US"/>
              <a:t>Add text here</a:t>
            </a:r>
          </a:p>
        </p:txBody>
      </p:sp>
      <p:sp>
        <p:nvSpPr>
          <p:cNvPr id="5" name="Text Placeholder 4"/>
          <p:cNvSpPr>
            <a:spLocks noGrp="1"/>
          </p:cNvSpPr>
          <p:nvPr>
            <p:ph type="body" sz="quarter" idx="11" hasCustomPrompt="1"/>
          </p:nvPr>
        </p:nvSpPr>
        <p:spPr>
          <a:xfrm>
            <a:off x="1389459" y="1961322"/>
            <a:ext cx="10383899" cy="658368"/>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userDrawn="1"/>
        </p:nvCxnSpPr>
        <p:spPr>
          <a:xfrm>
            <a:off x="1389695" y="2763870"/>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2908050"/>
            <a:ext cx="10383899" cy="658368"/>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3359E8F-F4BC-46D9-A456-1AEF499C6D31}"/>
              </a:ext>
              <a:ext uri="{C183D7F6-B498-43B3-948B-1728B52AA6E4}">
                <adec:decorative xmlns:adec="http://schemas.microsoft.com/office/drawing/2017/decorative" val="1"/>
              </a:ext>
            </a:extLst>
          </p:cNvPr>
          <p:cNvCxnSpPr>
            <a:cxnSpLocks/>
          </p:cNvCxnSpPr>
          <p:nvPr userDrawn="1"/>
        </p:nvCxnSpPr>
        <p:spPr>
          <a:xfrm>
            <a:off x="1389695" y="3710598"/>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3854778"/>
            <a:ext cx="10383899" cy="658368"/>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4" name="Footer Placeholder 1">
            <a:extLst>
              <a:ext uri="{FF2B5EF4-FFF2-40B4-BE49-F238E27FC236}">
                <a16:creationId xmlns:a16="http://schemas.microsoft.com/office/drawing/2014/main" id="{603E4A63-916B-46C0-8814-35F99E0A4F76}"/>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712007668"/>
      </p:ext>
    </p:extLst>
  </p:cSld>
  <p:clrMapOvr>
    <a:masterClrMapping/>
  </p:clrMapOvr>
  <p:transition>
    <p:fade/>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ext option_4 rows with subheadin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440494"/>
            <a:ext cx="11341268" cy="680196"/>
          </a:xfrm>
        </p:spPr>
        <p:txBody>
          <a:bodyPr/>
          <a:lstStyle>
            <a:lvl1pPr>
              <a:defRPr/>
            </a:lvl1pPr>
          </a:lstStyle>
          <a:p>
            <a:r>
              <a:rPr lang="en-US"/>
              <a:t>Text layout: four rows</a:t>
            </a:r>
          </a:p>
        </p:txBody>
      </p:sp>
      <p:sp>
        <p:nvSpPr>
          <p:cNvPr id="15" name="Text Placeholder 5">
            <a:extLst>
              <a:ext uri="{FF2B5EF4-FFF2-40B4-BE49-F238E27FC236}">
                <a16:creationId xmlns:a16="http://schemas.microsoft.com/office/drawing/2014/main" id="{C26D22CE-EFD0-4FAA-95AC-F37D3BED6618}"/>
              </a:ext>
            </a:extLst>
          </p:cNvPr>
          <p:cNvSpPr>
            <a:spLocks noGrp="1"/>
          </p:cNvSpPr>
          <p:nvPr>
            <p:ph type="body" sz="quarter" idx="20" hasCustomPrompt="1"/>
          </p:nvPr>
        </p:nvSpPr>
        <p:spPr>
          <a:xfrm>
            <a:off x="418643" y="1168400"/>
            <a:ext cx="11341267" cy="307777"/>
          </a:xfrm>
          <a:prstGeom prst="rect">
            <a:avLst/>
          </a:prstGeom>
        </p:spPr>
        <p:txBody>
          <a:bodyPr vert="horz" lIns="0" tIns="0" rIns="0" bIns="0" rtlCol="0">
            <a:spAutoFit/>
          </a:bodyPr>
          <a:lstStyle>
            <a:lvl1pPr>
              <a:defRPr lang="en-US" sz="2000" dirty="0"/>
            </a:lvl1pPr>
          </a:lstStyle>
          <a:p>
            <a:pPr lvl="0"/>
            <a:r>
              <a:rPr lang="en-US"/>
              <a:t>Add text here</a:t>
            </a:r>
          </a:p>
        </p:txBody>
      </p:sp>
      <p:sp>
        <p:nvSpPr>
          <p:cNvPr id="5" name="Text Placeholder 4"/>
          <p:cNvSpPr>
            <a:spLocks noGrp="1"/>
          </p:cNvSpPr>
          <p:nvPr>
            <p:ph type="body" sz="quarter" idx="11" hasCustomPrompt="1"/>
          </p:nvPr>
        </p:nvSpPr>
        <p:spPr>
          <a:xfrm>
            <a:off x="1389459" y="1961322"/>
            <a:ext cx="10383899" cy="658368"/>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userDrawn="1"/>
        </p:nvCxnSpPr>
        <p:spPr>
          <a:xfrm>
            <a:off x="1389695" y="2763870"/>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2908050"/>
            <a:ext cx="10383899" cy="658368"/>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3359E8F-F4BC-46D9-A456-1AEF499C6D31}"/>
              </a:ext>
              <a:ext uri="{C183D7F6-B498-43B3-948B-1728B52AA6E4}">
                <adec:decorative xmlns:adec="http://schemas.microsoft.com/office/drawing/2017/decorative" val="1"/>
              </a:ext>
            </a:extLst>
          </p:cNvPr>
          <p:cNvCxnSpPr>
            <a:cxnSpLocks/>
          </p:cNvCxnSpPr>
          <p:nvPr userDrawn="1"/>
        </p:nvCxnSpPr>
        <p:spPr>
          <a:xfrm>
            <a:off x="1389695" y="3710598"/>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3854778"/>
            <a:ext cx="10383899" cy="658368"/>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9" name="Straight Connector 8">
            <a:extLst>
              <a:ext uri="{FF2B5EF4-FFF2-40B4-BE49-F238E27FC236}">
                <a16:creationId xmlns:a16="http://schemas.microsoft.com/office/drawing/2014/main" id="{15248E5B-B35D-43BA-B0E9-DDA9F982CABC}"/>
              </a:ext>
              <a:ext uri="{C183D7F6-B498-43B3-948B-1728B52AA6E4}">
                <adec:decorative xmlns:adec="http://schemas.microsoft.com/office/drawing/2017/decorative" val="1"/>
              </a:ext>
            </a:extLst>
          </p:cNvPr>
          <p:cNvCxnSpPr>
            <a:cxnSpLocks/>
          </p:cNvCxnSpPr>
          <p:nvPr userDrawn="1"/>
        </p:nvCxnSpPr>
        <p:spPr>
          <a:xfrm>
            <a:off x="1389695" y="4657326"/>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389459" y="4801506"/>
            <a:ext cx="10383899" cy="658368"/>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a:t>Body copy Segoe UI Regular 14/18. The quick brown fox jumps over the lazy dog. The quick brown fox jumps over the lazy dog. The quick brown fox jumps over the lazy dog.</a:t>
            </a:r>
          </a:p>
        </p:txBody>
      </p:sp>
      <p:sp>
        <p:nvSpPr>
          <p:cNvPr id="4" name="Footer Placeholder 1">
            <a:extLst>
              <a:ext uri="{FF2B5EF4-FFF2-40B4-BE49-F238E27FC236}">
                <a16:creationId xmlns:a16="http://schemas.microsoft.com/office/drawing/2014/main" id="{5F35E7E5-1784-40DE-92EF-E9874E810C34}"/>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2665151783"/>
      </p:ext>
    </p:extLst>
  </p:cSld>
  <p:clrMapOvr>
    <a:masterClrMapping/>
  </p:clrMapOvr>
  <p:transition>
    <p:fade/>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ext option_5 rows with subheadin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440494"/>
            <a:ext cx="11341268" cy="680196"/>
          </a:xfrm>
        </p:spPr>
        <p:txBody>
          <a:bodyPr/>
          <a:lstStyle>
            <a:lvl1pPr>
              <a:defRPr/>
            </a:lvl1pPr>
          </a:lstStyle>
          <a:p>
            <a:r>
              <a:rPr lang="en-US"/>
              <a:t>Text layout: five rows</a:t>
            </a:r>
          </a:p>
        </p:txBody>
      </p:sp>
      <p:sp>
        <p:nvSpPr>
          <p:cNvPr id="17" name="Text Placeholder 5">
            <a:extLst>
              <a:ext uri="{FF2B5EF4-FFF2-40B4-BE49-F238E27FC236}">
                <a16:creationId xmlns:a16="http://schemas.microsoft.com/office/drawing/2014/main" id="{9615BA4B-6D68-4728-AF5E-96CF426BDBDE}"/>
              </a:ext>
            </a:extLst>
          </p:cNvPr>
          <p:cNvSpPr>
            <a:spLocks noGrp="1"/>
          </p:cNvSpPr>
          <p:nvPr>
            <p:ph type="body" sz="quarter" idx="22" hasCustomPrompt="1"/>
          </p:nvPr>
        </p:nvSpPr>
        <p:spPr>
          <a:xfrm>
            <a:off x="418643" y="1168400"/>
            <a:ext cx="11341267" cy="307777"/>
          </a:xfrm>
          <a:prstGeom prst="rect">
            <a:avLst/>
          </a:prstGeom>
        </p:spPr>
        <p:txBody>
          <a:bodyPr vert="horz" lIns="0" tIns="0" rIns="0" bIns="0" rtlCol="0">
            <a:spAutoFit/>
          </a:bodyPr>
          <a:lstStyle>
            <a:lvl1pPr>
              <a:defRPr lang="en-US" sz="2000" dirty="0"/>
            </a:lvl1pPr>
          </a:lstStyle>
          <a:p>
            <a:pPr lvl="0"/>
            <a:r>
              <a:rPr lang="en-US"/>
              <a:t>Add text here</a:t>
            </a:r>
          </a:p>
        </p:txBody>
      </p:sp>
      <p:sp>
        <p:nvSpPr>
          <p:cNvPr id="5" name="Text Placeholder 4"/>
          <p:cNvSpPr>
            <a:spLocks noGrp="1"/>
          </p:cNvSpPr>
          <p:nvPr>
            <p:ph type="body" sz="quarter" idx="11" hasCustomPrompt="1"/>
          </p:nvPr>
        </p:nvSpPr>
        <p:spPr>
          <a:xfrm>
            <a:off x="1389459" y="1961322"/>
            <a:ext cx="10383899" cy="519217"/>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8" name="Straight Connector 7">
            <a:extLst>
              <a:ext uri="{FF2B5EF4-FFF2-40B4-BE49-F238E27FC236}">
                <a16:creationId xmlns:a16="http://schemas.microsoft.com/office/drawing/2014/main" id="{18C7A5BA-6D5F-4F89-8133-5E7B5AFA5388}"/>
              </a:ext>
              <a:ext uri="{C183D7F6-B498-43B3-948B-1728B52AA6E4}">
                <adec:decorative xmlns:adec="http://schemas.microsoft.com/office/drawing/2017/decorative" val="1"/>
              </a:ext>
            </a:extLst>
          </p:cNvPr>
          <p:cNvCxnSpPr>
            <a:cxnSpLocks/>
          </p:cNvCxnSpPr>
          <p:nvPr userDrawn="1"/>
        </p:nvCxnSpPr>
        <p:spPr>
          <a:xfrm>
            <a:off x="1389695" y="2601426"/>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2722313"/>
            <a:ext cx="10383899" cy="519217"/>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9" name="Straight Connector 8">
            <a:extLst>
              <a:ext uri="{FF2B5EF4-FFF2-40B4-BE49-F238E27FC236}">
                <a16:creationId xmlns:a16="http://schemas.microsoft.com/office/drawing/2014/main" id="{CBD0695E-5B97-44BE-B0A8-F9214D354151}"/>
              </a:ext>
              <a:ext uri="{C183D7F6-B498-43B3-948B-1728B52AA6E4}">
                <adec:decorative xmlns:adec="http://schemas.microsoft.com/office/drawing/2017/decorative" val="1"/>
              </a:ext>
            </a:extLst>
          </p:cNvPr>
          <p:cNvCxnSpPr>
            <a:cxnSpLocks/>
          </p:cNvCxnSpPr>
          <p:nvPr userDrawn="1"/>
        </p:nvCxnSpPr>
        <p:spPr>
          <a:xfrm>
            <a:off x="1389695" y="3362417"/>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3483304"/>
            <a:ext cx="10383899" cy="519217"/>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D602F602-8AD2-44FB-96AC-197B0B03616F}"/>
              </a:ext>
              <a:ext uri="{C183D7F6-B498-43B3-948B-1728B52AA6E4}">
                <adec:decorative xmlns:adec="http://schemas.microsoft.com/office/drawing/2017/decorative" val="1"/>
              </a:ext>
            </a:extLst>
          </p:cNvPr>
          <p:cNvCxnSpPr>
            <a:cxnSpLocks/>
          </p:cNvCxnSpPr>
          <p:nvPr userDrawn="1"/>
        </p:nvCxnSpPr>
        <p:spPr>
          <a:xfrm>
            <a:off x="1389695" y="4123408"/>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389459" y="4244295"/>
            <a:ext cx="10383899" cy="519217"/>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C5EE9FF8-98D9-46AE-9E3D-2F72E00C7752}"/>
              </a:ext>
              <a:ext uri="{C183D7F6-B498-43B3-948B-1728B52AA6E4}">
                <adec:decorative xmlns:adec="http://schemas.microsoft.com/office/drawing/2017/decorative" val="1"/>
              </a:ext>
            </a:extLst>
          </p:cNvPr>
          <p:cNvCxnSpPr>
            <a:cxnSpLocks/>
          </p:cNvCxnSpPr>
          <p:nvPr userDrawn="1"/>
        </p:nvCxnSpPr>
        <p:spPr>
          <a:xfrm>
            <a:off x="1389695" y="4884399"/>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389459" y="5005283"/>
            <a:ext cx="10383899" cy="519217"/>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2" name="Footer Placeholder 1">
            <a:extLst>
              <a:ext uri="{FF2B5EF4-FFF2-40B4-BE49-F238E27FC236}">
                <a16:creationId xmlns:a16="http://schemas.microsoft.com/office/drawing/2014/main" id="{CED9039A-1F5F-4C3E-8088-C5C6AC71B3E2}"/>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3340948455"/>
      </p:ext>
    </p:extLst>
  </p:cSld>
  <p:clrMapOvr>
    <a:masterClrMapping/>
  </p:clrMapOvr>
  <p:transition>
    <p:fade/>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ext option_6 rows with subheadin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440494"/>
            <a:ext cx="11341268" cy="680196"/>
          </a:xfrm>
        </p:spPr>
        <p:txBody>
          <a:bodyPr/>
          <a:lstStyle>
            <a:lvl1pPr>
              <a:defRPr/>
            </a:lvl1pPr>
          </a:lstStyle>
          <a:p>
            <a:r>
              <a:rPr lang="en-US"/>
              <a:t>Text layout: six rows</a:t>
            </a:r>
          </a:p>
        </p:txBody>
      </p:sp>
      <p:sp>
        <p:nvSpPr>
          <p:cNvPr id="21" name="Text Placeholder 5">
            <a:extLst>
              <a:ext uri="{FF2B5EF4-FFF2-40B4-BE49-F238E27FC236}">
                <a16:creationId xmlns:a16="http://schemas.microsoft.com/office/drawing/2014/main" id="{52987478-529C-46E1-AA3F-32BE6FD91D75}"/>
              </a:ext>
            </a:extLst>
          </p:cNvPr>
          <p:cNvSpPr>
            <a:spLocks noGrp="1"/>
          </p:cNvSpPr>
          <p:nvPr>
            <p:ph type="body" sz="quarter" idx="31" hasCustomPrompt="1"/>
          </p:nvPr>
        </p:nvSpPr>
        <p:spPr>
          <a:xfrm>
            <a:off x="418643" y="1168400"/>
            <a:ext cx="11341267" cy="307777"/>
          </a:xfrm>
          <a:prstGeom prst="rect">
            <a:avLst/>
          </a:prstGeom>
        </p:spPr>
        <p:txBody>
          <a:bodyPr vert="horz" lIns="0" tIns="0" rIns="0" bIns="0" rtlCol="0">
            <a:spAutoFit/>
          </a:bodyPr>
          <a:lstStyle>
            <a:lvl1pPr>
              <a:defRPr lang="en-US" sz="2000" dirty="0"/>
            </a:lvl1pPr>
          </a:lstStyle>
          <a:p>
            <a:pPr lvl="0"/>
            <a:r>
              <a:rPr lang="en-US"/>
              <a:t>Add text here</a:t>
            </a:r>
          </a:p>
        </p:txBody>
      </p:sp>
      <p:sp>
        <p:nvSpPr>
          <p:cNvPr id="5" name="Text Placeholder 4"/>
          <p:cNvSpPr>
            <a:spLocks noGrp="1"/>
          </p:cNvSpPr>
          <p:nvPr>
            <p:ph type="body" sz="quarter" idx="11" hasCustomPrompt="1"/>
          </p:nvPr>
        </p:nvSpPr>
        <p:spPr>
          <a:xfrm>
            <a:off x="1389459" y="1961323"/>
            <a:ext cx="10383899" cy="426486"/>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9" name="Straight Connector 8">
            <a:extLst>
              <a:ext uri="{FF2B5EF4-FFF2-40B4-BE49-F238E27FC236}">
                <a16:creationId xmlns:a16="http://schemas.microsoft.com/office/drawing/2014/main" id="{91176662-41A1-45F5-9F2A-CB3D5785A657}"/>
              </a:ext>
              <a:ext uri="{C183D7F6-B498-43B3-948B-1728B52AA6E4}">
                <adec:decorative xmlns:adec="http://schemas.microsoft.com/office/drawing/2017/decorative" val="1"/>
              </a:ext>
            </a:extLst>
          </p:cNvPr>
          <p:cNvCxnSpPr>
            <a:cxnSpLocks/>
          </p:cNvCxnSpPr>
          <p:nvPr userDrawn="1"/>
        </p:nvCxnSpPr>
        <p:spPr>
          <a:xfrm>
            <a:off x="1403101" y="2488235"/>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2588661"/>
            <a:ext cx="10383899" cy="426486"/>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F1B8295B-9399-43B5-961D-6D1444246663}"/>
              </a:ext>
              <a:ext uri="{C183D7F6-B498-43B3-948B-1728B52AA6E4}">
                <adec:decorative xmlns:adec="http://schemas.microsoft.com/office/drawing/2017/decorative" val="1"/>
              </a:ext>
            </a:extLst>
          </p:cNvPr>
          <p:cNvCxnSpPr>
            <a:cxnSpLocks/>
          </p:cNvCxnSpPr>
          <p:nvPr userDrawn="1"/>
        </p:nvCxnSpPr>
        <p:spPr>
          <a:xfrm>
            <a:off x="1403101" y="3115573"/>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3215999"/>
            <a:ext cx="10383899" cy="42648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8661FE75-B00C-4695-B37C-FB53546A5F0A}"/>
              </a:ext>
              <a:ext uri="{C183D7F6-B498-43B3-948B-1728B52AA6E4}">
                <adec:decorative xmlns:adec="http://schemas.microsoft.com/office/drawing/2017/decorative" val="1"/>
              </a:ext>
            </a:extLst>
          </p:cNvPr>
          <p:cNvCxnSpPr>
            <a:cxnSpLocks/>
          </p:cNvCxnSpPr>
          <p:nvPr userDrawn="1"/>
        </p:nvCxnSpPr>
        <p:spPr>
          <a:xfrm>
            <a:off x="1403101" y="3742911"/>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389459" y="3843337"/>
            <a:ext cx="10383899" cy="42648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44FEBE66-8971-4138-8B29-7373BB7CD1B7}"/>
              </a:ext>
              <a:ext uri="{C183D7F6-B498-43B3-948B-1728B52AA6E4}">
                <adec:decorative xmlns:adec="http://schemas.microsoft.com/office/drawing/2017/decorative" val="1"/>
              </a:ext>
            </a:extLst>
          </p:cNvPr>
          <p:cNvCxnSpPr>
            <a:cxnSpLocks/>
          </p:cNvCxnSpPr>
          <p:nvPr userDrawn="1"/>
        </p:nvCxnSpPr>
        <p:spPr>
          <a:xfrm>
            <a:off x="1403101" y="4370249"/>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389459" y="4470675"/>
            <a:ext cx="10383899" cy="42648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2" name="Straight Connector 11">
            <a:extLst>
              <a:ext uri="{FF2B5EF4-FFF2-40B4-BE49-F238E27FC236}">
                <a16:creationId xmlns:a16="http://schemas.microsoft.com/office/drawing/2014/main" id="{EE9B15D9-25BA-4AE3-B36D-961D8C817DC1}"/>
              </a:ext>
              <a:ext uri="{C183D7F6-B498-43B3-948B-1728B52AA6E4}">
                <adec:decorative xmlns:adec="http://schemas.microsoft.com/office/drawing/2017/decorative" val="1"/>
              </a:ext>
            </a:extLst>
          </p:cNvPr>
          <p:cNvCxnSpPr>
            <a:cxnSpLocks/>
          </p:cNvCxnSpPr>
          <p:nvPr userDrawn="1"/>
        </p:nvCxnSpPr>
        <p:spPr>
          <a:xfrm>
            <a:off x="1403101" y="4997587"/>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4349BD30-0784-4B45-BEA2-C53624DF62CA}"/>
              </a:ext>
            </a:extLst>
          </p:cNvPr>
          <p:cNvSpPr>
            <a:spLocks noGrp="1"/>
          </p:cNvSpPr>
          <p:nvPr>
            <p:ph type="body" sz="quarter" idx="30" hasCustomPrompt="1"/>
          </p:nvPr>
        </p:nvSpPr>
        <p:spPr>
          <a:xfrm>
            <a:off x="1389459" y="5098014"/>
            <a:ext cx="10383899" cy="42648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4" name="Footer Placeholder 1">
            <a:extLst>
              <a:ext uri="{FF2B5EF4-FFF2-40B4-BE49-F238E27FC236}">
                <a16:creationId xmlns:a16="http://schemas.microsoft.com/office/drawing/2014/main" id="{46CCDEFC-B6DB-4055-A5EC-0C75CF24B53D}"/>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3923979055"/>
      </p:ext>
    </p:extLst>
  </p:cSld>
  <p:clrMapOvr>
    <a:masterClrMapping/>
  </p:clrMapOvr>
  <p:transition>
    <p:fade/>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ext option_7 rows with subheadin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440494"/>
            <a:ext cx="11341268" cy="680196"/>
          </a:xfrm>
        </p:spPr>
        <p:txBody>
          <a:bodyPr/>
          <a:lstStyle>
            <a:lvl1pPr>
              <a:defRPr/>
            </a:lvl1pPr>
          </a:lstStyle>
          <a:p>
            <a:r>
              <a:rPr lang="en-US"/>
              <a:t>Text layout: seven rows</a:t>
            </a:r>
          </a:p>
        </p:txBody>
      </p:sp>
      <p:sp>
        <p:nvSpPr>
          <p:cNvPr id="21" name="Text Placeholder 5">
            <a:extLst>
              <a:ext uri="{FF2B5EF4-FFF2-40B4-BE49-F238E27FC236}">
                <a16:creationId xmlns:a16="http://schemas.microsoft.com/office/drawing/2014/main" id="{52987478-529C-46E1-AA3F-32BE6FD91D75}"/>
              </a:ext>
            </a:extLst>
          </p:cNvPr>
          <p:cNvSpPr>
            <a:spLocks noGrp="1"/>
          </p:cNvSpPr>
          <p:nvPr>
            <p:ph type="body" sz="quarter" idx="31" hasCustomPrompt="1"/>
          </p:nvPr>
        </p:nvSpPr>
        <p:spPr>
          <a:xfrm>
            <a:off x="418643" y="1168400"/>
            <a:ext cx="11341267" cy="307777"/>
          </a:xfrm>
          <a:prstGeom prst="rect">
            <a:avLst/>
          </a:prstGeom>
        </p:spPr>
        <p:txBody>
          <a:bodyPr vert="horz" lIns="0" tIns="0" rIns="0" bIns="0" rtlCol="0">
            <a:spAutoFit/>
          </a:bodyPr>
          <a:lstStyle>
            <a:lvl1pPr>
              <a:defRPr lang="en-US" sz="2000" dirty="0"/>
            </a:lvl1pPr>
          </a:lstStyle>
          <a:p>
            <a:pPr lvl="0"/>
            <a:r>
              <a:rPr lang="en-US"/>
              <a:t>Add text here</a:t>
            </a:r>
          </a:p>
        </p:txBody>
      </p:sp>
      <p:sp>
        <p:nvSpPr>
          <p:cNvPr id="5" name="Text Placeholder 4"/>
          <p:cNvSpPr>
            <a:spLocks noGrp="1"/>
          </p:cNvSpPr>
          <p:nvPr>
            <p:ph type="body" sz="quarter" idx="11" hasCustomPrompt="1"/>
          </p:nvPr>
        </p:nvSpPr>
        <p:spPr>
          <a:xfrm>
            <a:off x="418643" y="1961323"/>
            <a:ext cx="11354715" cy="426486"/>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9" name="Straight Connector 8">
            <a:extLst>
              <a:ext uri="{FF2B5EF4-FFF2-40B4-BE49-F238E27FC236}">
                <a16:creationId xmlns:a16="http://schemas.microsoft.com/office/drawing/2014/main" id="{91176662-41A1-45F5-9F2A-CB3D5785A657}"/>
              </a:ext>
              <a:ext uri="{C183D7F6-B498-43B3-948B-1728B52AA6E4}">
                <adec:decorative xmlns:adec="http://schemas.microsoft.com/office/drawing/2017/decorative" val="1"/>
              </a:ext>
            </a:extLst>
          </p:cNvPr>
          <p:cNvCxnSpPr>
            <a:cxnSpLocks/>
          </p:cNvCxnSpPr>
          <p:nvPr userDrawn="1"/>
        </p:nvCxnSpPr>
        <p:spPr>
          <a:xfrm>
            <a:off x="434818" y="2435607"/>
            <a:ext cx="1132509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418643" y="2483405"/>
            <a:ext cx="11354715" cy="426486"/>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F1B8295B-9399-43B5-961D-6D1444246663}"/>
              </a:ext>
              <a:ext uri="{C183D7F6-B498-43B3-948B-1728B52AA6E4}">
                <adec:decorative xmlns:adec="http://schemas.microsoft.com/office/drawing/2017/decorative" val="1"/>
              </a:ext>
            </a:extLst>
          </p:cNvPr>
          <p:cNvCxnSpPr>
            <a:cxnSpLocks/>
          </p:cNvCxnSpPr>
          <p:nvPr userDrawn="1"/>
        </p:nvCxnSpPr>
        <p:spPr>
          <a:xfrm>
            <a:off x="434818" y="2957689"/>
            <a:ext cx="1132509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418643" y="3005487"/>
            <a:ext cx="11354715" cy="42648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8661FE75-B00C-4695-B37C-FB53546A5F0A}"/>
              </a:ext>
              <a:ext uri="{C183D7F6-B498-43B3-948B-1728B52AA6E4}">
                <adec:decorative xmlns:adec="http://schemas.microsoft.com/office/drawing/2017/decorative" val="1"/>
              </a:ext>
            </a:extLst>
          </p:cNvPr>
          <p:cNvCxnSpPr>
            <a:cxnSpLocks/>
          </p:cNvCxnSpPr>
          <p:nvPr userDrawn="1"/>
        </p:nvCxnSpPr>
        <p:spPr>
          <a:xfrm>
            <a:off x="434818" y="3479771"/>
            <a:ext cx="1132509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418643" y="3527569"/>
            <a:ext cx="11354715" cy="42648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44FEBE66-8971-4138-8B29-7373BB7CD1B7}"/>
              </a:ext>
              <a:ext uri="{C183D7F6-B498-43B3-948B-1728B52AA6E4}">
                <adec:decorative xmlns:adec="http://schemas.microsoft.com/office/drawing/2017/decorative" val="1"/>
              </a:ext>
            </a:extLst>
          </p:cNvPr>
          <p:cNvCxnSpPr>
            <a:cxnSpLocks/>
          </p:cNvCxnSpPr>
          <p:nvPr userDrawn="1"/>
        </p:nvCxnSpPr>
        <p:spPr>
          <a:xfrm>
            <a:off x="434818" y="4001853"/>
            <a:ext cx="1132509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418643" y="4049651"/>
            <a:ext cx="11354715" cy="42648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2" name="Straight Connector 11">
            <a:extLst>
              <a:ext uri="{FF2B5EF4-FFF2-40B4-BE49-F238E27FC236}">
                <a16:creationId xmlns:a16="http://schemas.microsoft.com/office/drawing/2014/main" id="{EE9B15D9-25BA-4AE3-B36D-961D8C817DC1}"/>
              </a:ext>
              <a:ext uri="{C183D7F6-B498-43B3-948B-1728B52AA6E4}">
                <adec:decorative xmlns:adec="http://schemas.microsoft.com/office/drawing/2017/decorative" val="1"/>
              </a:ext>
            </a:extLst>
          </p:cNvPr>
          <p:cNvCxnSpPr>
            <a:cxnSpLocks/>
          </p:cNvCxnSpPr>
          <p:nvPr userDrawn="1"/>
        </p:nvCxnSpPr>
        <p:spPr>
          <a:xfrm>
            <a:off x="434818" y="5046017"/>
            <a:ext cx="1132509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4349BD30-0784-4B45-BEA2-C53624DF62CA}"/>
              </a:ext>
            </a:extLst>
          </p:cNvPr>
          <p:cNvSpPr>
            <a:spLocks noGrp="1"/>
          </p:cNvSpPr>
          <p:nvPr>
            <p:ph type="body" sz="quarter" idx="30" hasCustomPrompt="1"/>
          </p:nvPr>
        </p:nvSpPr>
        <p:spPr>
          <a:xfrm>
            <a:off x="418643" y="4571733"/>
            <a:ext cx="11354715" cy="42648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E463BEA0-0EFD-486F-81C5-596C2AEEBC26}"/>
              </a:ext>
              <a:ext uri="{C183D7F6-B498-43B3-948B-1728B52AA6E4}">
                <adec:decorative xmlns:adec="http://schemas.microsoft.com/office/drawing/2017/decorative" val="1"/>
              </a:ext>
            </a:extLst>
          </p:cNvPr>
          <p:cNvCxnSpPr>
            <a:cxnSpLocks/>
          </p:cNvCxnSpPr>
          <p:nvPr userDrawn="1"/>
        </p:nvCxnSpPr>
        <p:spPr>
          <a:xfrm>
            <a:off x="434818" y="4523935"/>
            <a:ext cx="1132509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9" name="Text Placeholder 4">
            <a:extLst>
              <a:ext uri="{FF2B5EF4-FFF2-40B4-BE49-F238E27FC236}">
                <a16:creationId xmlns:a16="http://schemas.microsoft.com/office/drawing/2014/main" id="{935E9A39-1ACF-4C89-9498-11C0EFB1E38A}"/>
              </a:ext>
            </a:extLst>
          </p:cNvPr>
          <p:cNvSpPr>
            <a:spLocks noGrp="1"/>
          </p:cNvSpPr>
          <p:nvPr>
            <p:ph type="body" sz="quarter" idx="32" hasCustomPrompt="1"/>
          </p:nvPr>
        </p:nvSpPr>
        <p:spPr>
          <a:xfrm>
            <a:off x="418643" y="5093812"/>
            <a:ext cx="11354715" cy="42648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4" name="Footer Placeholder 1">
            <a:extLst>
              <a:ext uri="{FF2B5EF4-FFF2-40B4-BE49-F238E27FC236}">
                <a16:creationId xmlns:a16="http://schemas.microsoft.com/office/drawing/2014/main" id="{C3EEA8B3-EE5E-4360-9233-7B76A3C14833}"/>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1256013147"/>
      </p:ext>
    </p:extLst>
  </p:cSld>
  <p:clrMapOvr>
    <a:masterClrMapping/>
  </p:clrMapOvr>
  <p:transition>
    <p:fade/>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Text option- Text three rows &amp; two columns with subheadin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440494"/>
            <a:ext cx="11341268" cy="680196"/>
          </a:xfrm>
        </p:spPr>
        <p:txBody>
          <a:bodyPr/>
          <a:lstStyle>
            <a:lvl1pPr>
              <a:defRPr/>
            </a:lvl1pPr>
          </a:lstStyle>
          <a:p>
            <a:r>
              <a:rPr lang="en-US"/>
              <a:t>Text layout: three rows &amp; two columns</a:t>
            </a:r>
          </a:p>
        </p:txBody>
      </p:sp>
      <p:sp>
        <p:nvSpPr>
          <p:cNvPr id="22" name="Text Placeholder 5">
            <a:extLst>
              <a:ext uri="{FF2B5EF4-FFF2-40B4-BE49-F238E27FC236}">
                <a16:creationId xmlns:a16="http://schemas.microsoft.com/office/drawing/2014/main" id="{FDDCE837-1494-4915-B6F7-9703BBD92279}"/>
              </a:ext>
            </a:extLst>
          </p:cNvPr>
          <p:cNvSpPr>
            <a:spLocks noGrp="1"/>
          </p:cNvSpPr>
          <p:nvPr>
            <p:ph type="body" sz="quarter" idx="34" hasCustomPrompt="1"/>
          </p:nvPr>
        </p:nvSpPr>
        <p:spPr>
          <a:xfrm>
            <a:off x="418643" y="1168400"/>
            <a:ext cx="11341267" cy="307777"/>
          </a:xfrm>
          <a:prstGeom prst="rect">
            <a:avLst/>
          </a:prstGeom>
        </p:spPr>
        <p:txBody>
          <a:bodyPr lIns="0" tIns="0" rIns="0" bIns="0"/>
          <a:lstStyle>
            <a:lvl1pPr>
              <a:defRPr sz="2000"/>
            </a:lvl1pPr>
          </a:lstStyle>
          <a:p>
            <a:pPr lvl="0"/>
            <a:r>
              <a:rPr lang="en-US"/>
              <a:t>Add text here</a:t>
            </a:r>
          </a:p>
        </p:txBody>
      </p:sp>
      <p:sp>
        <p:nvSpPr>
          <p:cNvPr id="5" name="Text Placeholder 4"/>
          <p:cNvSpPr>
            <a:spLocks noGrp="1"/>
          </p:cNvSpPr>
          <p:nvPr>
            <p:ph type="body" sz="quarter" idx="11" hasCustomPrompt="1"/>
          </p:nvPr>
        </p:nvSpPr>
        <p:spPr>
          <a:xfrm>
            <a:off x="1389459" y="1961322"/>
            <a:ext cx="4608576" cy="1090893"/>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3" name="Straight Connector 12">
            <a:extLst>
              <a:ext uri="{FF2B5EF4-FFF2-40B4-BE49-F238E27FC236}">
                <a16:creationId xmlns:a16="http://schemas.microsoft.com/office/drawing/2014/main" id="{B2BC2D45-166A-42A4-BFA4-B0E61DE53CD1}"/>
              </a:ext>
              <a:ext uri="{C183D7F6-B498-43B3-948B-1728B52AA6E4}">
                <adec:decorative xmlns:adec="http://schemas.microsoft.com/office/drawing/2017/decorative" val="1"/>
              </a:ext>
            </a:extLst>
          </p:cNvPr>
          <p:cNvCxnSpPr>
            <a:cxnSpLocks/>
          </p:cNvCxnSpPr>
          <p:nvPr userDrawn="1"/>
        </p:nvCxnSpPr>
        <p:spPr>
          <a:xfrm>
            <a:off x="1389458" y="3181990"/>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3311765"/>
            <a:ext cx="4608576" cy="1090893"/>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C17E5589-50A4-4ADA-A3D2-DFB8558FE78E}"/>
              </a:ext>
              <a:ext uri="{C183D7F6-B498-43B3-948B-1728B52AA6E4}">
                <adec:decorative xmlns:adec="http://schemas.microsoft.com/office/drawing/2017/decorative" val="1"/>
              </a:ext>
            </a:extLst>
          </p:cNvPr>
          <p:cNvCxnSpPr>
            <a:cxnSpLocks/>
          </p:cNvCxnSpPr>
          <p:nvPr userDrawn="1"/>
        </p:nvCxnSpPr>
        <p:spPr>
          <a:xfrm>
            <a:off x="1389458" y="4532433"/>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4662207"/>
            <a:ext cx="4608576" cy="1090893"/>
          </a:xfrm>
          <a:prstGeom prst="rect">
            <a:avLst/>
          </a:prstGeom>
        </p:spPr>
        <p:txBody>
          <a:bodyPr wrap="square" lIns="0" tIns="0" rIns="0" bIns="0" anchor="t">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7151335" y="1961322"/>
            <a:ext cx="4608576" cy="1090893"/>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599F4609-3CD7-4077-B992-04F71C504EF4}"/>
              </a:ext>
              <a:ext uri="{C183D7F6-B498-43B3-948B-1728B52AA6E4}">
                <adec:decorative xmlns:adec="http://schemas.microsoft.com/office/drawing/2017/decorative" val="1"/>
              </a:ext>
            </a:extLst>
          </p:cNvPr>
          <p:cNvCxnSpPr>
            <a:cxnSpLocks/>
          </p:cNvCxnSpPr>
          <p:nvPr userDrawn="1"/>
        </p:nvCxnSpPr>
        <p:spPr>
          <a:xfrm>
            <a:off x="7151335" y="3181990"/>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7151335" y="3311765"/>
            <a:ext cx="4608576" cy="1090893"/>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C2F439E-21AC-47A7-8FF2-2B3B30023C2D}"/>
              </a:ext>
              <a:ext uri="{C183D7F6-B498-43B3-948B-1728B52AA6E4}">
                <adec:decorative xmlns:adec="http://schemas.microsoft.com/office/drawing/2017/decorative" val="1"/>
              </a:ext>
            </a:extLst>
          </p:cNvPr>
          <p:cNvCxnSpPr>
            <a:cxnSpLocks/>
          </p:cNvCxnSpPr>
          <p:nvPr userDrawn="1"/>
        </p:nvCxnSpPr>
        <p:spPr>
          <a:xfrm>
            <a:off x="7151335" y="4532433"/>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7151335" y="4662207"/>
            <a:ext cx="4608576" cy="1090893"/>
          </a:xfrm>
          <a:prstGeom prst="rect">
            <a:avLst/>
          </a:prstGeom>
        </p:spPr>
        <p:txBody>
          <a:bodyPr wrap="square" lIns="0" tIns="0" rIns="0" bIns="0" anchor="t">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4" name="Footer Placeholder 1">
            <a:extLst>
              <a:ext uri="{FF2B5EF4-FFF2-40B4-BE49-F238E27FC236}">
                <a16:creationId xmlns:a16="http://schemas.microsoft.com/office/drawing/2014/main" id="{2C11A81E-5507-4620-971A-1D6A21B461F5}"/>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3715060563"/>
      </p:ext>
    </p:extLst>
  </p:cSld>
  <p:clrMapOvr>
    <a:masterClrMapping/>
  </p:clrMapOvr>
  <p:transition>
    <p:fade/>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Text option- Text five rows &amp; two columns with subheadin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440494"/>
            <a:ext cx="11341268" cy="680196"/>
          </a:xfrm>
        </p:spPr>
        <p:txBody>
          <a:bodyPr/>
          <a:lstStyle>
            <a:lvl1pPr>
              <a:defRPr/>
            </a:lvl1pPr>
          </a:lstStyle>
          <a:p>
            <a:r>
              <a:rPr lang="en-US"/>
              <a:t>Text layout: five rows &amp; two columns</a:t>
            </a:r>
          </a:p>
        </p:txBody>
      </p:sp>
      <p:sp>
        <p:nvSpPr>
          <p:cNvPr id="27" name="Text Placeholder 5">
            <a:extLst>
              <a:ext uri="{FF2B5EF4-FFF2-40B4-BE49-F238E27FC236}">
                <a16:creationId xmlns:a16="http://schemas.microsoft.com/office/drawing/2014/main" id="{CC7F1F9F-BDA7-4D48-A208-64EE1E48039F}"/>
              </a:ext>
            </a:extLst>
          </p:cNvPr>
          <p:cNvSpPr>
            <a:spLocks noGrp="1"/>
          </p:cNvSpPr>
          <p:nvPr>
            <p:ph type="body" sz="quarter" idx="36" hasCustomPrompt="1"/>
          </p:nvPr>
        </p:nvSpPr>
        <p:spPr>
          <a:xfrm>
            <a:off x="418643" y="1168400"/>
            <a:ext cx="11341267" cy="307777"/>
          </a:xfrm>
          <a:prstGeom prst="rect">
            <a:avLst/>
          </a:prstGeom>
        </p:spPr>
        <p:txBody>
          <a:bodyPr lIns="0" tIns="0" rIns="0" bIns="0"/>
          <a:lstStyle>
            <a:lvl1pPr>
              <a:defRPr sz="2000"/>
            </a:lvl1pPr>
          </a:lstStyle>
          <a:p>
            <a:pPr lvl="0"/>
            <a:r>
              <a:rPr lang="en-US"/>
              <a:t>Add text here</a:t>
            </a:r>
          </a:p>
        </p:txBody>
      </p:sp>
      <p:sp>
        <p:nvSpPr>
          <p:cNvPr id="5" name="Text Placeholder 4"/>
          <p:cNvSpPr>
            <a:spLocks noGrp="1"/>
          </p:cNvSpPr>
          <p:nvPr>
            <p:ph type="body" sz="quarter" idx="11" hasCustomPrompt="1"/>
          </p:nvPr>
        </p:nvSpPr>
        <p:spPr>
          <a:xfrm>
            <a:off x="1389459" y="1518419"/>
            <a:ext cx="4393416" cy="658368"/>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3" name="Straight Connector 12">
            <a:extLst>
              <a:ext uri="{FF2B5EF4-FFF2-40B4-BE49-F238E27FC236}">
                <a16:creationId xmlns:a16="http://schemas.microsoft.com/office/drawing/2014/main" id="{99FD6DBF-9FC0-43E4-BB25-187F987ED548}"/>
              </a:ext>
              <a:ext uri="{C183D7F6-B498-43B3-948B-1728B52AA6E4}">
                <adec:decorative xmlns:adec="http://schemas.microsoft.com/office/drawing/2017/decorative" val="1"/>
              </a:ext>
            </a:extLst>
          </p:cNvPr>
          <p:cNvCxnSpPr>
            <a:cxnSpLocks/>
          </p:cNvCxnSpPr>
          <p:nvPr userDrawn="1"/>
        </p:nvCxnSpPr>
        <p:spPr>
          <a:xfrm>
            <a:off x="1389459" y="226339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2350009"/>
            <a:ext cx="4393416" cy="658368"/>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BCEDF675-8A34-4183-9100-9743BB5854C2}"/>
              </a:ext>
              <a:ext uri="{C183D7F6-B498-43B3-948B-1728B52AA6E4}">
                <adec:decorative xmlns:adec="http://schemas.microsoft.com/office/drawing/2017/decorative" val="1"/>
              </a:ext>
            </a:extLst>
          </p:cNvPr>
          <p:cNvCxnSpPr>
            <a:cxnSpLocks/>
          </p:cNvCxnSpPr>
          <p:nvPr userDrawn="1"/>
        </p:nvCxnSpPr>
        <p:spPr>
          <a:xfrm>
            <a:off x="1389459" y="309498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3181599"/>
            <a:ext cx="4393416" cy="658368"/>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389062B4-E38A-48D0-9FC3-A198B27C2B9D}"/>
              </a:ext>
              <a:ext uri="{C183D7F6-B498-43B3-948B-1728B52AA6E4}">
                <adec:decorative xmlns:adec="http://schemas.microsoft.com/office/drawing/2017/decorative" val="1"/>
              </a:ext>
            </a:extLst>
          </p:cNvPr>
          <p:cNvCxnSpPr>
            <a:cxnSpLocks/>
          </p:cNvCxnSpPr>
          <p:nvPr userDrawn="1"/>
        </p:nvCxnSpPr>
        <p:spPr>
          <a:xfrm>
            <a:off x="1389459" y="392657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389459" y="4013189"/>
            <a:ext cx="4393416" cy="658368"/>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FBA8527-2F9F-46AE-A168-2E369F0A4E4C}"/>
              </a:ext>
              <a:ext uri="{C183D7F6-B498-43B3-948B-1728B52AA6E4}">
                <adec:decorative xmlns:adec="http://schemas.microsoft.com/office/drawing/2017/decorative" val="1"/>
              </a:ext>
            </a:extLst>
          </p:cNvPr>
          <p:cNvCxnSpPr>
            <a:cxnSpLocks/>
          </p:cNvCxnSpPr>
          <p:nvPr userDrawn="1"/>
        </p:nvCxnSpPr>
        <p:spPr>
          <a:xfrm>
            <a:off x="1389459" y="475816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389459" y="4844781"/>
            <a:ext cx="4393416" cy="658368"/>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7379942" y="1518419"/>
            <a:ext cx="4393416" cy="658368"/>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1" name="Straight Connector 20">
            <a:extLst>
              <a:ext uri="{FF2B5EF4-FFF2-40B4-BE49-F238E27FC236}">
                <a16:creationId xmlns:a16="http://schemas.microsoft.com/office/drawing/2014/main" id="{8B458FFC-8336-43D5-A0E5-A4CEF85D5F6D}"/>
              </a:ext>
              <a:ext uri="{C183D7F6-B498-43B3-948B-1728B52AA6E4}">
                <adec:decorative xmlns:adec="http://schemas.microsoft.com/office/drawing/2017/decorative" val="1"/>
              </a:ext>
            </a:extLst>
          </p:cNvPr>
          <p:cNvCxnSpPr>
            <a:cxnSpLocks/>
          </p:cNvCxnSpPr>
          <p:nvPr userDrawn="1"/>
        </p:nvCxnSpPr>
        <p:spPr>
          <a:xfrm>
            <a:off x="7379943" y="226339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7379942" y="2350009"/>
            <a:ext cx="4393416" cy="658368"/>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2" name="Straight Connector 21">
            <a:extLst>
              <a:ext uri="{FF2B5EF4-FFF2-40B4-BE49-F238E27FC236}">
                <a16:creationId xmlns:a16="http://schemas.microsoft.com/office/drawing/2014/main" id="{A8128678-7D34-47E0-BE94-ECE7CD383DD9}"/>
              </a:ext>
              <a:ext uri="{C183D7F6-B498-43B3-948B-1728B52AA6E4}">
                <adec:decorative xmlns:adec="http://schemas.microsoft.com/office/drawing/2017/decorative" val="1"/>
              </a:ext>
            </a:extLst>
          </p:cNvPr>
          <p:cNvCxnSpPr>
            <a:cxnSpLocks/>
          </p:cNvCxnSpPr>
          <p:nvPr userDrawn="1"/>
        </p:nvCxnSpPr>
        <p:spPr>
          <a:xfrm>
            <a:off x="7379943" y="309498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7379942" y="3181599"/>
            <a:ext cx="4393416" cy="658368"/>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3" name="Straight Connector 22">
            <a:extLst>
              <a:ext uri="{FF2B5EF4-FFF2-40B4-BE49-F238E27FC236}">
                <a16:creationId xmlns:a16="http://schemas.microsoft.com/office/drawing/2014/main" id="{70E98085-E858-4C10-983A-14182332938A}"/>
              </a:ext>
              <a:ext uri="{C183D7F6-B498-43B3-948B-1728B52AA6E4}">
                <adec:decorative xmlns:adec="http://schemas.microsoft.com/office/drawing/2017/decorative" val="1"/>
              </a:ext>
            </a:extLst>
          </p:cNvPr>
          <p:cNvCxnSpPr>
            <a:cxnSpLocks/>
          </p:cNvCxnSpPr>
          <p:nvPr userDrawn="1"/>
        </p:nvCxnSpPr>
        <p:spPr>
          <a:xfrm>
            <a:off x="7379943" y="392657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2" name="Text Placeholder 4">
            <a:extLst>
              <a:ext uri="{FF2B5EF4-FFF2-40B4-BE49-F238E27FC236}">
                <a16:creationId xmlns:a16="http://schemas.microsoft.com/office/drawing/2014/main" id="{234777AC-02E0-4220-86CD-507697625215}"/>
              </a:ext>
            </a:extLst>
          </p:cNvPr>
          <p:cNvSpPr>
            <a:spLocks noGrp="1"/>
          </p:cNvSpPr>
          <p:nvPr>
            <p:ph type="body" sz="quarter" idx="34" hasCustomPrompt="1"/>
          </p:nvPr>
        </p:nvSpPr>
        <p:spPr>
          <a:xfrm>
            <a:off x="7379942" y="4013189"/>
            <a:ext cx="4393416" cy="658368"/>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4" name="Straight Connector 23">
            <a:extLst>
              <a:ext uri="{FF2B5EF4-FFF2-40B4-BE49-F238E27FC236}">
                <a16:creationId xmlns:a16="http://schemas.microsoft.com/office/drawing/2014/main" id="{683B0E2A-4AAD-468F-8AFA-306B72CCD47E}"/>
              </a:ext>
              <a:ext uri="{C183D7F6-B498-43B3-948B-1728B52AA6E4}">
                <adec:decorative xmlns:adec="http://schemas.microsoft.com/office/drawing/2017/decorative" val="1"/>
              </a:ext>
            </a:extLst>
          </p:cNvPr>
          <p:cNvCxnSpPr>
            <a:cxnSpLocks/>
          </p:cNvCxnSpPr>
          <p:nvPr userDrawn="1"/>
        </p:nvCxnSpPr>
        <p:spPr>
          <a:xfrm>
            <a:off x="7379943" y="475816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3" name="Text Placeholder 4">
            <a:extLst>
              <a:ext uri="{FF2B5EF4-FFF2-40B4-BE49-F238E27FC236}">
                <a16:creationId xmlns:a16="http://schemas.microsoft.com/office/drawing/2014/main" id="{74535A38-66F8-4A7C-9C33-D0D74D7212FB}"/>
              </a:ext>
            </a:extLst>
          </p:cNvPr>
          <p:cNvSpPr>
            <a:spLocks noGrp="1"/>
          </p:cNvSpPr>
          <p:nvPr>
            <p:ph type="body" sz="quarter" idx="35" hasCustomPrompt="1"/>
          </p:nvPr>
        </p:nvSpPr>
        <p:spPr>
          <a:xfrm>
            <a:off x="7379942" y="4844781"/>
            <a:ext cx="4393416" cy="658368"/>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4" name="Footer Placeholder 1">
            <a:extLst>
              <a:ext uri="{FF2B5EF4-FFF2-40B4-BE49-F238E27FC236}">
                <a16:creationId xmlns:a16="http://schemas.microsoft.com/office/drawing/2014/main" id="{66CECB44-B887-48A3-8002-B5226DEF3E2E}"/>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385042997"/>
      </p:ext>
    </p:extLst>
  </p:cSld>
  <p:clrMapOvr>
    <a:masterClrMapping/>
  </p:clrMapOvr>
  <p:transition>
    <p:fade/>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Two columns layout">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8706E9C-EDA2-4EE8-A4D5-886B6F42AFF8}"/>
              </a:ext>
            </a:extLst>
          </p:cNvPr>
          <p:cNvSpPr>
            <a:spLocks noGrp="1"/>
          </p:cNvSpPr>
          <p:nvPr userDrawn="1">
            <p:ph type="title"/>
          </p:nvPr>
        </p:nvSpPr>
        <p:spPr>
          <a:xfrm>
            <a:off x="418643" y="440494"/>
            <a:ext cx="11341268" cy="680196"/>
          </a:xfrm>
        </p:spPr>
        <p:txBody>
          <a:bodyPr/>
          <a:lstStyle/>
          <a:p>
            <a:r>
              <a:rPr lang="en-US"/>
              <a:t>Click to edit Master title style</a:t>
            </a:r>
          </a:p>
        </p:txBody>
      </p:sp>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418642" y="1457325"/>
            <a:ext cx="5578933" cy="1047599"/>
          </a:xfrm>
          <a:prstGeom prst="rect">
            <a:avLst/>
          </a:prstGeom>
          <a:solidFill>
            <a:schemeClr val="accent1"/>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9" name="Text Placeholder 4"/>
          <p:cNvSpPr>
            <a:spLocks noGrp="1"/>
          </p:cNvSpPr>
          <p:nvPr>
            <p:ph type="body" sz="quarter" idx="12" hasCustomPrompt="1"/>
          </p:nvPr>
        </p:nvSpPr>
        <p:spPr>
          <a:xfrm>
            <a:off x="419099" y="2628195"/>
            <a:ext cx="5578475"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cxnSp>
        <p:nvCxnSpPr>
          <p:cNvPr id="22" name="Straight Connector 21">
            <a:extLst>
              <a:ext uri="{FF2B5EF4-FFF2-40B4-BE49-F238E27FC236}">
                <a16:creationId xmlns:a16="http://schemas.microsoft.com/office/drawing/2014/main" id="{B1D12B33-C140-4AED-9479-89A1E21BD571}"/>
              </a:ext>
              <a:ext uri="{C183D7F6-B498-43B3-948B-1728B52AA6E4}">
                <adec:decorative xmlns:adec="http://schemas.microsoft.com/office/drawing/2017/decorative" val="1"/>
              </a:ext>
            </a:extLst>
          </p:cNvPr>
          <p:cNvCxnSpPr>
            <a:cxnSpLocks/>
          </p:cNvCxnSpPr>
          <p:nvPr userDrawn="1"/>
        </p:nvCxnSpPr>
        <p:spPr>
          <a:xfrm>
            <a:off x="418643" y="3532700"/>
            <a:ext cx="557893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FD17C8B0-B5AE-49A5-9196-6DDFF3C810CA}"/>
              </a:ext>
            </a:extLst>
          </p:cNvPr>
          <p:cNvSpPr>
            <a:spLocks noGrp="1"/>
          </p:cNvSpPr>
          <p:nvPr>
            <p:ph type="body" sz="quarter" idx="28" hasCustomPrompt="1"/>
          </p:nvPr>
        </p:nvSpPr>
        <p:spPr>
          <a:xfrm>
            <a:off x="419099" y="3664462"/>
            <a:ext cx="5578475"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cxnSp>
        <p:nvCxnSpPr>
          <p:cNvPr id="25" name="Straight Connector 24">
            <a:extLst>
              <a:ext uri="{FF2B5EF4-FFF2-40B4-BE49-F238E27FC236}">
                <a16:creationId xmlns:a16="http://schemas.microsoft.com/office/drawing/2014/main" id="{508F18CC-5BC5-4383-99A0-673FC34E152C}"/>
              </a:ext>
              <a:ext uri="{C183D7F6-B498-43B3-948B-1728B52AA6E4}">
                <adec:decorative xmlns:adec="http://schemas.microsoft.com/office/drawing/2017/decorative" val="1"/>
              </a:ext>
            </a:extLst>
          </p:cNvPr>
          <p:cNvCxnSpPr>
            <a:cxnSpLocks/>
          </p:cNvCxnSpPr>
          <p:nvPr userDrawn="1"/>
        </p:nvCxnSpPr>
        <p:spPr>
          <a:xfrm>
            <a:off x="418643" y="4568967"/>
            <a:ext cx="557893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a:extLst>
              <a:ext uri="{FF2B5EF4-FFF2-40B4-BE49-F238E27FC236}">
                <a16:creationId xmlns:a16="http://schemas.microsoft.com/office/drawing/2014/main" id="{954D3929-4A01-4CC3-8662-E5CD102A3709}"/>
              </a:ext>
            </a:extLst>
          </p:cNvPr>
          <p:cNvSpPr>
            <a:spLocks noGrp="1"/>
          </p:cNvSpPr>
          <p:nvPr>
            <p:ph type="body" sz="quarter" idx="31" hasCustomPrompt="1"/>
          </p:nvPr>
        </p:nvSpPr>
        <p:spPr>
          <a:xfrm>
            <a:off x="419099" y="4700731"/>
            <a:ext cx="5578475"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6229350" y="1457325"/>
            <a:ext cx="5539341" cy="1047599"/>
          </a:xfrm>
          <a:prstGeom prst="rect">
            <a:avLst/>
          </a:prstGeom>
          <a:solidFill>
            <a:schemeClr val="accent1"/>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6229350" y="2628195"/>
            <a:ext cx="5539341"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9" name="Straight Connector 28">
            <a:extLst>
              <a:ext uri="{FF2B5EF4-FFF2-40B4-BE49-F238E27FC236}">
                <a16:creationId xmlns:a16="http://schemas.microsoft.com/office/drawing/2014/main" id="{F2BE3BA0-8606-422D-8675-3046FD533FB2}"/>
              </a:ext>
              <a:ext uri="{C183D7F6-B498-43B3-948B-1728B52AA6E4}">
                <adec:decorative xmlns:adec="http://schemas.microsoft.com/office/drawing/2017/decorative" val="1"/>
              </a:ext>
            </a:extLst>
          </p:cNvPr>
          <p:cNvCxnSpPr>
            <a:cxnSpLocks/>
          </p:cNvCxnSpPr>
          <p:nvPr userDrawn="1"/>
        </p:nvCxnSpPr>
        <p:spPr>
          <a:xfrm>
            <a:off x="6229350" y="3532700"/>
            <a:ext cx="553865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a:extLst>
              <a:ext uri="{FF2B5EF4-FFF2-40B4-BE49-F238E27FC236}">
                <a16:creationId xmlns:a16="http://schemas.microsoft.com/office/drawing/2014/main" id="{29F550BE-2661-407F-B7A1-6D20E10A3A2E}"/>
              </a:ext>
            </a:extLst>
          </p:cNvPr>
          <p:cNvSpPr>
            <a:spLocks noGrp="1"/>
          </p:cNvSpPr>
          <p:nvPr>
            <p:ph type="body" sz="quarter" idx="30" hasCustomPrompt="1"/>
          </p:nvPr>
        </p:nvSpPr>
        <p:spPr>
          <a:xfrm>
            <a:off x="6229350" y="3664463"/>
            <a:ext cx="5539341"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30" name="Straight Connector 29">
            <a:extLst>
              <a:ext uri="{FF2B5EF4-FFF2-40B4-BE49-F238E27FC236}">
                <a16:creationId xmlns:a16="http://schemas.microsoft.com/office/drawing/2014/main" id="{5A40603F-992B-4531-B3B1-5196D05EC3B4}"/>
              </a:ext>
              <a:ext uri="{C183D7F6-B498-43B3-948B-1728B52AA6E4}">
                <adec:decorative xmlns:adec="http://schemas.microsoft.com/office/drawing/2017/decorative" val="1"/>
              </a:ext>
            </a:extLst>
          </p:cNvPr>
          <p:cNvCxnSpPr>
            <a:cxnSpLocks/>
          </p:cNvCxnSpPr>
          <p:nvPr userDrawn="1"/>
        </p:nvCxnSpPr>
        <p:spPr>
          <a:xfrm>
            <a:off x="6229350" y="4568967"/>
            <a:ext cx="553865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9" name="Text Placeholder 4">
            <a:extLst>
              <a:ext uri="{FF2B5EF4-FFF2-40B4-BE49-F238E27FC236}">
                <a16:creationId xmlns:a16="http://schemas.microsoft.com/office/drawing/2014/main" id="{B24376E6-F329-4374-B56D-DEE4D5D40209}"/>
              </a:ext>
            </a:extLst>
          </p:cNvPr>
          <p:cNvSpPr>
            <a:spLocks noGrp="1"/>
          </p:cNvSpPr>
          <p:nvPr>
            <p:ph type="body" sz="quarter" idx="33" hasCustomPrompt="1"/>
          </p:nvPr>
        </p:nvSpPr>
        <p:spPr>
          <a:xfrm>
            <a:off x="6229350" y="4700731"/>
            <a:ext cx="5539341"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sp>
        <p:nvSpPr>
          <p:cNvPr id="3" name="Footer Placeholder 1">
            <a:extLst>
              <a:ext uri="{FF2B5EF4-FFF2-40B4-BE49-F238E27FC236}">
                <a16:creationId xmlns:a16="http://schemas.microsoft.com/office/drawing/2014/main" id="{3F9A6BFB-B229-4081-846A-99BCC21608DB}"/>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3841836905"/>
      </p:ext>
    </p:extLst>
  </p:cSld>
  <p:clrMapOvr>
    <a:masterClrMapping/>
  </p:clrMapOvr>
  <p:transition>
    <p:fade/>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Two columns layout with subheadin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8706E9C-EDA2-4EE8-A4D5-886B6F42AFF8}"/>
              </a:ext>
            </a:extLst>
          </p:cNvPr>
          <p:cNvSpPr>
            <a:spLocks noGrp="1"/>
          </p:cNvSpPr>
          <p:nvPr userDrawn="1">
            <p:ph type="title" hasCustomPrompt="1"/>
          </p:nvPr>
        </p:nvSpPr>
        <p:spPr>
          <a:xfrm>
            <a:off x="418643" y="440494"/>
            <a:ext cx="11341268" cy="680196"/>
          </a:xfrm>
        </p:spPr>
        <p:txBody>
          <a:bodyPr/>
          <a:lstStyle>
            <a:lvl1pPr>
              <a:defRPr/>
            </a:lvl1pPr>
          </a:lstStyle>
          <a:p>
            <a:r>
              <a:rPr lang="en-US"/>
              <a:t>Two columns layout</a:t>
            </a:r>
          </a:p>
        </p:txBody>
      </p:sp>
      <p:sp>
        <p:nvSpPr>
          <p:cNvPr id="17" name="Text Placeholder 5">
            <a:extLst>
              <a:ext uri="{FF2B5EF4-FFF2-40B4-BE49-F238E27FC236}">
                <a16:creationId xmlns:a16="http://schemas.microsoft.com/office/drawing/2014/main" id="{55780EB8-2D5B-4DBB-BC6B-E570FB51FFD3}"/>
              </a:ext>
            </a:extLst>
          </p:cNvPr>
          <p:cNvSpPr>
            <a:spLocks noGrp="1"/>
          </p:cNvSpPr>
          <p:nvPr>
            <p:ph type="body" sz="quarter" idx="17" hasCustomPrompt="1"/>
          </p:nvPr>
        </p:nvSpPr>
        <p:spPr>
          <a:xfrm>
            <a:off x="432088" y="1168400"/>
            <a:ext cx="11341267" cy="307777"/>
          </a:xfrm>
          <a:prstGeom prst="rect">
            <a:avLst/>
          </a:prstGeom>
        </p:spPr>
        <p:txBody>
          <a:bodyPr lIns="0" tIns="0" rIns="0" bIns="0"/>
          <a:lstStyle>
            <a:lvl1pPr>
              <a:defRPr sz="2000"/>
            </a:lvl1pPr>
          </a:lstStyle>
          <a:p>
            <a:pPr lvl="0"/>
            <a:r>
              <a:rPr lang="en-US"/>
              <a:t>Add text here</a:t>
            </a:r>
          </a:p>
        </p:txBody>
      </p:sp>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418642" y="1929257"/>
            <a:ext cx="5578933" cy="852444"/>
          </a:xfrm>
          <a:prstGeom prst="rect">
            <a:avLst/>
          </a:prstGeom>
          <a:solidFill>
            <a:schemeClr val="accent1"/>
          </a:solidFill>
        </p:spPr>
        <p:txBody>
          <a:bodyPr lIns="91440" tIns="91440" rIns="91440" anchor="ctr">
            <a:noAutofit/>
          </a:bodyPr>
          <a:lstStyle>
            <a:lvl1pPr>
              <a:lnSpc>
                <a:spcPct val="100000"/>
              </a:lnSpc>
              <a:spcBef>
                <a:spcPts val="0"/>
              </a:spcBef>
              <a:spcAft>
                <a:spcPts val="0"/>
              </a:spcAft>
              <a:defRPr lang="en-US" sz="2000"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9" name="Text Placeholder 4"/>
          <p:cNvSpPr>
            <a:spLocks noGrp="1"/>
          </p:cNvSpPr>
          <p:nvPr>
            <p:ph type="body" sz="quarter" idx="12" hasCustomPrompt="1"/>
          </p:nvPr>
        </p:nvSpPr>
        <p:spPr>
          <a:xfrm>
            <a:off x="418643" y="2825271"/>
            <a:ext cx="5562182"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cxnSp>
        <p:nvCxnSpPr>
          <p:cNvPr id="22" name="Straight Connector 21">
            <a:extLst>
              <a:ext uri="{FF2B5EF4-FFF2-40B4-BE49-F238E27FC236}">
                <a16:creationId xmlns:a16="http://schemas.microsoft.com/office/drawing/2014/main" id="{B1D12B33-C140-4AED-9479-89A1E21BD571}"/>
              </a:ext>
              <a:ext uri="{C183D7F6-B498-43B3-948B-1728B52AA6E4}">
                <adec:decorative xmlns:adec="http://schemas.microsoft.com/office/drawing/2017/decorative" val="1"/>
              </a:ext>
            </a:extLst>
          </p:cNvPr>
          <p:cNvCxnSpPr>
            <a:cxnSpLocks/>
          </p:cNvCxnSpPr>
          <p:nvPr userDrawn="1"/>
        </p:nvCxnSpPr>
        <p:spPr>
          <a:xfrm>
            <a:off x="418643" y="3729776"/>
            <a:ext cx="557893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FD17C8B0-B5AE-49A5-9196-6DDFF3C810CA}"/>
              </a:ext>
            </a:extLst>
          </p:cNvPr>
          <p:cNvSpPr>
            <a:spLocks noGrp="1"/>
          </p:cNvSpPr>
          <p:nvPr>
            <p:ph type="body" sz="quarter" idx="28" hasCustomPrompt="1"/>
          </p:nvPr>
        </p:nvSpPr>
        <p:spPr>
          <a:xfrm>
            <a:off x="418643" y="3861538"/>
            <a:ext cx="5562182"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cxnSp>
        <p:nvCxnSpPr>
          <p:cNvPr id="25" name="Straight Connector 24">
            <a:extLst>
              <a:ext uri="{FF2B5EF4-FFF2-40B4-BE49-F238E27FC236}">
                <a16:creationId xmlns:a16="http://schemas.microsoft.com/office/drawing/2014/main" id="{508F18CC-5BC5-4383-99A0-673FC34E152C}"/>
              </a:ext>
              <a:ext uri="{C183D7F6-B498-43B3-948B-1728B52AA6E4}">
                <adec:decorative xmlns:adec="http://schemas.microsoft.com/office/drawing/2017/decorative" val="1"/>
              </a:ext>
            </a:extLst>
          </p:cNvPr>
          <p:cNvCxnSpPr>
            <a:cxnSpLocks/>
          </p:cNvCxnSpPr>
          <p:nvPr userDrawn="1"/>
        </p:nvCxnSpPr>
        <p:spPr>
          <a:xfrm>
            <a:off x="418643" y="4766043"/>
            <a:ext cx="557893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a:extLst>
              <a:ext uri="{FF2B5EF4-FFF2-40B4-BE49-F238E27FC236}">
                <a16:creationId xmlns:a16="http://schemas.microsoft.com/office/drawing/2014/main" id="{954D3929-4A01-4CC3-8662-E5CD102A3709}"/>
              </a:ext>
            </a:extLst>
          </p:cNvPr>
          <p:cNvSpPr>
            <a:spLocks noGrp="1"/>
          </p:cNvSpPr>
          <p:nvPr>
            <p:ph type="body" sz="quarter" idx="31" hasCustomPrompt="1"/>
          </p:nvPr>
        </p:nvSpPr>
        <p:spPr>
          <a:xfrm>
            <a:off x="418643" y="4897807"/>
            <a:ext cx="5562182"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6195890" y="1929257"/>
            <a:ext cx="5572801" cy="852444"/>
          </a:xfrm>
          <a:prstGeom prst="rect">
            <a:avLst/>
          </a:prstGeom>
          <a:solidFill>
            <a:schemeClr val="accent1"/>
          </a:solidFill>
        </p:spPr>
        <p:txBody>
          <a:bodyPr lIns="91440" tIns="91440" rIns="91440" anchor="ctr">
            <a:noAutofit/>
          </a:bodyPr>
          <a:lstStyle>
            <a:lvl1pPr>
              <a:lnSpc>
                <a:spcPct val="100000"/>
              </a:lnSpc>
              <a:spcBef>
                <a:spcPts val="0"/>
              </a:spcBef>
              <a:spcAft>
                <a:spcPts val="0"/>
              </a:spcAft>
              <a:defRPr lang="en-US" sz="2000"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6229350" y="2825271"/>
            <a:ext cx="5539341"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9" name="Straight Connector 28">
            <a:extLst>
              <a:ext uri="{FF2B5EF4-FFF2-40B4-BE49-F238E27FC236}">
                <a16:creationId xmlns:a16="http://schemas.microsoft.com/office/drawing/2014/main" id="{F2BE3BA0-8606-422D-8675-3046FD533FB2}"/>
              </a:ext>
              <a:ext uri="{C183D7F6-B498-43B3-948B-1728B52AA6E4}">
                <adec:decorative xmlns:adec="http://schemas.microsoft.com/office/drawing/2017/decorative" val="1"/>
              </a:ext>
            </a:extLst>
          </p:cNvPr>
          <p:cNvCxnSpPr>
            <a:cxnSpLocks/>
          </p:cNvCxnSpPr>
          <p:nvPr userDrawn="1"/>
        </p:nvCxnSpPr>
        <p:spPr>
          <a:xfrm>
            <a:off x="6229350" y="3729776"/>
            <a:ext cx="553865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a:extLst>
              <a:ext uri="{FF2B5EF4-FFF2-40B4-BE49-F238E27FC236}">
                <a16:creationId xmlns:a16="http://schemas.microsoft.com/office/drawing/2014/main" id="{29F550BE-2661-407F-B7A1-6D20E10A3A2E}"/>
              </a:ext>
            </a:extLst>
          </p:cNvPr>
          <p:cNvSpPr>
            <a:spLocks noGrp="1"/>
          </p:cNvSpPr>
          <p:nvPr>
            <p:ph type="body" sz="quarter" idx="30" hasCustomPrompt="1"/>
          </p:nvPr>
        </p:nvSpPr>
        <p:spPr>
          <a:xfrm>
            <a:off x="6229350" y="3861539"/>
            <a:ext cx="5539341"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30" name="Straight Connector 29">
            <a:extLst>
              <a:ext uri="{FF2B5EF4-FFF2-40B4-BE49-F238E27FC236}">
                <a16:creationId xmlns:a16="http://schemas.microsoft.com/office/drawing/2014/main" id="{5A40603F-992B-4531-B3B1-5196D05EC3B4}"/>
              </a:ext>
              <a:ext uri="{C183D7F6-B498-43B3-948B-1728B52AA6E4}">
                <adec:decorative xmlns:adec="http://schemas.microsoft.com/office/drawing/2017/decorative" val="1"/>
              </a:ext>
            </a:extLst>
          </p:cNvPr>
          <p:cNvCxnSpPr>
            <a:cxnSpLocks/>
          </p:cNvCxnSpPr>
          <p:nvPr userDrawn="1"/>
        </p:nvCxnSpPr>
        <p:spPr>
          <a:xfrm>
            <a:off x="6229350" y="4766043"/>
            <a:ext cx="553865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9" name="Text Placeholder 4">
            <a:extLst>
              <a:ext uri="{FF2B5EF4-FFF2-40B4-BE49-F238E27FC236}">
                <a16:creationId xmlns:a16="http://schemas.microsoft.com/office/drawing/2014/main" id="{B24376E6-F329-4374-B56D-DEE4D5D40209}"/>
              </a:ext>
            </a:extLst>
          </p:cNvPr>
          <p:cNvSpPr>
            <a:spLocks noGrp="1"/>
          </p:cNvSpPr>
          <p:nvPr>
            <p:ph type="body" sz="quarter" idx="33" hasCustomPrompt="1"/>
          </p:nvPr>
        </p:nvSpPr>
        <p:spPr>
          <a:xfrm>
            <a:off x="6229350" y="4897807"/>
            <a:ext cx="5539341"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sp>
        <p:nvSpPr>
          <p:cNvPr id="3" name="Footer Placeholder 1">
            <a:extLst>
              <a:ext uri="{FF2B5EF4-FFF2-40B4-BE49-F238E27FC236}">
                <a16:creationId xmlns:a16="http://schemas.microsoft.com/office/drawing/2014/main" id="{5DAA1992-5E0F-40A3-8DB6-210B74582E09}"/>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4254681790"/>
      </p:ext>
    </p:extLst>
  </p:cSld>
  <p:clrMapOvr>
    <a:masterClrMapping/>
  </p:clrMapOvr>
  <p:transition>
    <p:fade/>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hree columns layout">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8706E9C-EDA2-4EE8-A4D5-886B6F42AFF8}"/>
              </a:ext>
            </a:extLst>
          </p:cNvPr>
          <p:cNvSpPr>
            <a:spLocks noGrp="1"/>
          </p:cNvSpPr>
          <p:nvPr userDrawn="1">
            <p:ph type="title" hasCustomPrompt="1"/>
          </p:nvPr>
        </p:nvSpPr>
        <p:spPr>
          <a:xfrm>
            <a:off x="418643" y="440494"/>
            <a:ext cx="11341268" cy="680196"/>
          </a:xfrm>
        </p:spPr>
        <p:txBody>
          <a:bodyPr/>
          <a:lstStyle>
            <a:lvl1pPr>
              <a:defRPr/>
            </a:lvl1pPr>
          </a:lstStyle>
          <a:p>
            <a:r>
              <a:rPr lang="en-US"/>
              <a:t>Three columns layout</a:t>
            </a:r>
          </a:p>
        </p:txBody>
      </p:sp>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418643" y="1457323"/>
            <a:ext cx="3629278" cy="1047601"/>
          </a:xfrm>
          <a:prstGeom prst="rect">
            <a:avLst/>
          </a:prstGeom>
          <a:solidFill>
            <a:schemeClr val="accent1"/>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9" name="Text Placeholder 4"/>
          <p:cNvSpPr>
            <a:spLocks noGrp="1"/>
          </p:cNvSpPr>
          <p:nvPr>
            <p:ph type="body" sz="quarter" idx="12" hasCustomPrompt="1"/>
          </p:nvPr>
        </p:nvSpPr>
        <p:spPr>
          <a:xfrm>
            <a:off x="418643" y="2628195"/>
            <a:ext cx="3618381"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cxnSp>
        <p:nvCxnSpPr>
          <p:cNvPr id="22" name="Straight Connector 21">
            <a:extLst>
              <a:ext uri="{FF2B5EF4-FFF2-40B4-BE49-F238E27FC236}">
                <a16:creationId xmlns:a16="http://schemas.microsoft.com/office/drawing/2014/main" id="{B1D12B33-C140-4AED-9479-89A1E21BD571}"/>
              </a:ext>
              <a:ext uri="{C183D7F6-B498-43B3-948B-1728B52AA6E4}">
                <adec:decorative xmlns:adec="http://schemas.microsoft.com/office/drawing/2017/decorative" val="1"/>
              </a:ext>
            </a:extLst>
          </p:cNvPr>
          <p:cNvCxnSpPr>
            <a:cxnSpLocks/>
          </p:cNvCxnSpPr>
          <p:nvPr userDrawn="1"/>
        </p:nvCxnSpPr>
        <p:spPr>
          <a:xfrm>
            <a:off x="418643" y="3532700"/>
            <a:ext cx="363355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FD17C8B0-B5AE-49A5-9196-6DDFF3C810CA}"/>
              </a:ext>
            </a:extLst>
          </p:cNvPr>
          <p:cNvSpPr>
            <a:spLocks noGrp="1"/>
          </p:cNvSpPr>
          <p:nvPr>
            <p:ph type="body" sz="quarter" idx="28" hasCustomPrompt="1"/>
          </p:nvPr>
        </p:nvSpPr>
        <p:spPr>
          <a:xfrm>
            <a:off x="418643" y="3664462"/>
            <a:ext cx="3618381"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cxnSp>
        <p:nvCxnSpPr>
          <p:cNvPr id="25" name="Straight Connector 24">
            <a:extLst>
              <a:ext uri="{FF2B5EF4-FFF2-40B4-BE49-F238E27FC236}">
                <a16:creationId xmlns:a16="http://schemas.microsoft.com/office/drawing/2014/main" id="{508F18CC-5BC5-4383-99A0-673FC34E152C}"/>
              </a:ext>
              <a:ext uri="{C183D7F6-B498-43B3-948B-1728B52AA6E4}">
                <adec:decorative xmlns:adec="http://schemas.microsoft.com/office/drawing/2017/decorative" val="1"/>
              </a:ext>
            </a:extLst>
          </p:cNvPr>
          <p:cNvCxnSpPr>
            <a:cxnSpLocks/>
          </p:cNvCxnSpPr>
          <p:nvPr userDrawn="1"/>
        </p:nvCxnSpPr>
        <p:spPr>
          <a:xfrm>
            <a:off x="418643" y="4568967"/>
            <a:ext cx="363355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a:extLst>
              <a:ext uri="{FF2B5EF4-FFF2-40B4-BE49-F238E27FC236}">
                <a16:creationId xmlns:a16="http://schemas.microsoft.com/office/drawing/2014/main" id="{954D3929-4A01-4CC3-8662-E5CD102A3709}"/>
              </a:ext>
            </a:extLst>
          </p:cNvPr>
          <p:cNvSpPr>
            <a:spLocks noGrp="1"/>
          </p:cNvSpPr>
          <p:nvPr>
            <p:ph type="body" sz="quarter" idx="31" hasCustomPrompt="1"/>
          </p:nvPr>
        </p:nvSpPr>
        <p:spPr>
          <a:xfrm>
            <a:off x="418643" y="4700731"/>
            <a:ext cx="3618381"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sp>
        <p:nvSpPr>
          <p:cNvPr id="15" name="Text Placeholder 3">
            <a:extLst>
              <a:ext uri="{FF2B5EF4-FFF2-40B4-BE49-F238E27FC236}">
                <a16:creationId xmlns:a16="http://schemas.microsoft.com/office/drawing/2014/main" id="{D4EEFC93-5F54-47F0-9569-BECC76A76C96}"/>
              </a:ext>
            </a:extLst>
          </p:cNvPr>
          <p:cNvSpPr>
            <a:spLocks noGrp="1"/>
          </p:cNvSpPr>
          <p:nvPr>
            <p:ph type="body" sz="quarter" idx="25" hasCustomPrompt="1"/>
          </p:nvPr>
        </p:nvSpPr>
        <p:spPr>
          <a:xfrm>
            <a:off x="4303152" y="1457323"/>
            <a:ext cx="3629278" cy="1047601"/>
          </a:xfrm>
          <a:prstGeom prst="rect">
            <a:avLst/>
          </a:prstGeom>
          <a:solidFill>
            <a:schemeClr val="accent1"/>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17" name="Text Placeholder 4"/>
          <p:cNvSpPr>
            <a:spLocks noGrp="1"/>
          </p:cNvSpPr>
          <p:nvPr>
            <p:ph type="body" sz="quarter" idx="18" hasCustomPrompt="1"/>
          </p:nvPr>
        </p:nvSpPr>
        <p:spPr>
          <a:xfrm>
            <a:off x="4303152" y="2628195"/>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6" name="Straight Connector 25">
            <a:extLst>
              <a:ext uri="{FF2B5EF4-FFF2-40B4-BE49-F238E27FC236}">
                <a16:creationId xmlns:a16="http://schemas.microsoft.com/office/drawing/2014/main" id="{6BF3C7B5-A8EA-4ECD-A968-2546248701F3}"/>
              </a:ext>
              <a:ext uri="{C183D7F6-B498-43B3-948B-1728B52AA6E4}">
                <adec:decorative xmlns:adec="http://schemas.microsoft.com/office/drawing/2017/decorative" val="1"/>
              </a:ext>
            </a:extLst>
          </p:cNvPr>
          <p:cNvCxnSpPr>
            <a:cxnSpLocks/>
          </p:cNvCxnSpPr>
          <p:nvPr userDrawn="1"/>
        </p:nvCxnSpPr>
        <p:spPr>
          <a:xfrm>
            <a:off x="4303713" y="3532700"/>
            <a:ext cx="36068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79BC4586-7FC3-4659-9310-CCDD1B8FB8A1}"/>
              </a:ext>
            </a:extLst>
          </p:cNvPr>
          <p:cNvSpPr>
            <a:spLocks noGrp="1"/>
          </p:cNvSpPr>
          <p:nvPr>
            <p:ph type="body" sz="quarter" idx="29" hasCustomPrompt="1"/>
          </p:nvPr>
        </p:nvSpPr>
        <p:spPr>
          <a:xfrm>
            <a:off x="4303152" y="3664463"/>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7" name="Straight Connector 26">
            <a:extLst>
              <a:ext uri="{FF2B5EF4-FFF2-40B4-BE49-F238E27FC236}">
                <a16:creationId xmlns:a16="http://schemas.microsoft.com/office/drawing/2014/main" id="{C14FEAA1-EB50-4B84-96EB-E171DE39A0A8}"/>
              </a:ext>
              <a:ext uri="{C183D7F6-B498-43B3-948B-1728B52AA6E4}">
                <adec:decorative xmlns:adec="http://schemas.microsoft.com/office/drawing/2017/decorative" val="1"/>
              </a:ext>
            </a:extLst>
          </p:cNvPr>
          <p:cNvCxnSpPr>
            <a:cxnSpLocks/>
          </p:cNvCxnSpPr>
          <p:nvPr userDrawn="1"/>
        </p:nvCxnSpPr>
        <p:spPr>
          <a:xfrm>
            <a:off x="4303713" y="4568967"/>
            <a:ext cx="36068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284BF132-1328-44E8-A629-D64096388C74}"/>
              </a:ext>
            </a:extLst>
          </p:cNvPr>
          <p:cNvSpPr>
            <a:spLocks noGrp="1"/>
          </p:cNvSpPr>
          <p:nvPr>
            <p:ph type="body" sz="quarter" idx="32" hasCustomPrompt="1"/>
          </p:nvPr>
        </p:nvSpPr>
        <p:spPr>
          <a:xfrm>
            <a:off x="4303152" y="4700731"/>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8139413" y="1457323"/>
            <a:ext cx="3629278" cy="1047601"/>
          </a:xfrm>
          <a:prstGeom prst="rect">
            <a:avLst/>
          </a:prstGeom>
          <a:solidFill>
            <a:schemeClr val="accent1"/>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8161204" y="2628195"/>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9" name="Straight Connector 28">
            <a:extLst>
              <a:ext uri="{FF2B5EF4-FFF2-40B4-BE49-F238E27FC236}">
                <a16:creationId xmlns:a16="http://schemas.microsoft.com/office/drawing/2014/main" id="{F2BE3BA0-8606-422D-8675-3046FD533FB2}"/>
              </a:ext>
              <a:ext uri="{C183D7F6-B498-43B3-948B-1728B52AA6E4}">
                <adec:decorative xmlns:adec="http://schemas.microsoft.com/office/drawing/2017/decorative" val="1"/>
              </a:ext>
            </a:extLst>
          </p:cNvPr>
          <p:cNvCxnSpPr>
            <a:cxnSpLocks/>
          </p:cNvCxnSpPr>
          <p:nvPr userDrawn="1"/>
        </p:nvCxnSpPr>
        <p:spPr>
          <a:xfrm>
            <a:off x="8161204" y="3532700"/>
            <a:ext cx="36068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a:extLst>
              <a:ext uri="{FF2B5EF4-FFF2-40B4-BE49-F238E27FC236}">
                <a16:creationId xmlns:a16="http://schemas.microsoft.com/office/drawing/2014/main" id="{29F550BE-2661-407F-B7A1-6D20E10A3A2E}"/>
              </a:ext>
            </a:extLst>
          </p:cNvPr>
          <p:cNvSpPr>
            <a:spLocks noGrp="1"/>
          </p:cNvSpPr>
          <p:nvPr>
            <p:ph type="body" sz="quarter" idx="30" hasCustomPrompt="1"/>
          </p:nvPr>
        </p:nvSpPr>
        <p:spPr>
          <a:xfrm>
            <a:off x="8161204" y="3664463"/>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30" name="Straight Connector 29">
            <a:extLst>
              <a:ext uri="{FF2B5EF4-FFF2-40B4-BE49-F238E27FC236}">
                <a16:creationId xmlns:a16="http://schemas.microsoft.com/office/drawing/2014/main" id="{5A40603F-992B-4531-B3B1-5196D05EC3B4}"/>
              </a:ext>
              <a:ext uri="{C183D7F6-B498-43B3-948B-1728B52AA6E4}">
                <adec:decorative xmlns:adec="http://schemas.microsoft.com/office/drawing/2017/decorative" val="1"/>
              </a:ext>
            </a:extLst>
          </p:cNvPr>
          <p:cNvCxnSpPr>
            <a:cxnSpLocks/>
          </p:cNvCxnSpPr>
          <p:nvPr userDrawn="1"/>
        </p:nvCxnSpPr>
        <p:spPr>
          <a:xfrm>
            <a:off x="8161204" y="4568967"/>
            <a:ext cx="36068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9" name="Text Placeholder 4">
            <a:extLst>
              <a:ext uri="{FF2B5EF4-FFF2-40B4-BE49-F238E27FC236}">
                <a16:creationId xmlns:a16="http://schemas.microsoft.com/office/drawing/2014/main" id="{B24376E6-F329-4374-B56D-DEE4D5D40209}"/>
              </a:ext>
            </a:extLst>
          </p:cNvPr>
          <p:cNvSpPr>
            <a:spLocks noGrp="1"/>
          </p:cNvSpPr>
          <p:nvPr>
            <p:ph type="body" sz="quarter" idx="33" hasCustomPrompt="1"/>
          </p:nvPr>
        </p:nvSpPr>
        <p:spPr>
          <a:xfrm>
            <a:off x="8161204" y="4700731"/>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sp>
        <p:nvSpPr>
          <p:cNvPr id="3" name="Footer Placeholder 1">
            <a:extLst>
              <a:ext uri="{FF2B5EF4-FFF2-40B4-BE49-F238E27FC236}">
                <a16:creationId xmlns:a16="http://schemas.microsoft.com/office/drawing/2014/main" id="{5A8C1FEA-45D6-476A-8044-2C9E87D3782E}"/>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1580494563"/>
      </p:ext>
    </p:extLst>
  </p:cSld>
  <p:clrMapOvr>
    <a:masterClrMapping/>
  </p:clrMapOvr>
  <p:transition>
    <p:fade/>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Title with graphic">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4" name="Text Placeholder 3">
            <a:extLst>
              <a:ext uri="{FF2B5EF4-FFF2-40B4-BE49-F238E27FC236}">
                <a16:creationId xmlns:a16="http://schemas.microsoft.com/office/drawing/2014/main" id="{9D3A230D-0F65-4C2B-9A5E-08E997603E6C}"/>
              </a:ext>
            </a:extLst>
          </p:cNvPr>
          <p:cNvSpPr>
            <a:spLocks noGrp="1"/>
          </p:cNvSpPr>
          <p:nvPr>
            <p:ph type="body" sz="quarter" idx="10"/>
          </p:nvPr>
        </p:nvSpPr>
        <p:spPr>
          <a:xfrm>
            <a:off x="418642" y="1457325"/>
            <a:ext cx="3439206" cy="3439206"/>
          </a:xfrm>
          <a:prstGeom prst="ellipse">
            <a:avLst/>
          </a:prstGeom>
          <a:solidFill>
            <a:schemeClr val="bg1">
              <a:lumMod val="95000"/>
            </a:schemeClr>
          </a:solidFill>
        </p:spPr>
        <p:txBody>
          <a:bodyPr tIns="0" rIns="0" bIns="0" anchor="ctr">
            <a:noAutofit/>
          </a:bodyPr>
          <a:lstStyle>
            <a:lvl1pPr algn="ctr">
              <a:defRPr sz="2800"/>
            </a:lvl1pPr>
          </a:lstStyle>
          <a:p>
            <a:pPr lvl="0"/>
            <a:r>
              <a:rPr lang="en-US"/>
              <a:t>Click to edit Master text styles</a:t>
            </a:r>
          </a:p>
        </p:txBody>
      </p:sp>
      <p:sp>
        <p:nvSpPr>
          <p:cNvPr id="5" name="Text Placeholder 3">
            <a:extLst>
              <a:ext uri="{FF2B5EF4-FFF2-40B4-BE49-F238E27FC236}">
                <a16:creationId xmlns:a16="http://schemas.microsoft.com/office/drawing/2014/main" id="{50ABEE60-9F0D-48B2-AE29-DAEE6B65F773}"/>
              </a:ext>
            </a:extLst>
          </p:cNvPr>
          <p:cNvSpPr>
            <a:spLocks noGrp="1"/>
          </p:cNvSpPr>
          <p:nvPr>
            <p:ph type="body" sz="quarter" idx="11"/>
          </p:nvPr>
        </p:nvSpPr>
        <p:spPr>
          <a:xfrm>
            <a:off x="4369674" y="1457325"/>
            <a:ext cx="3439206" cy="3439206"/>
          </a:xfrm>
          <a:prstGeom prst="ellipse">
            <a:avLst/>
          </a:prstGeom>
          <a:solidFill>
            <a:schemeClr val="bg1">
              <a:lumMod val="95000"/>
            </a:schemeClr>
          </a:solidFill>
        </p:spPr>
        <p:txBody>
          <a:bodyPr tIns="0" rIns="0" bIns="0" anchor="ctr">
            <a:noAutofit/>
          </a:bodyPr>
          <a:lstStyle>
            <a:lvl1pPr algn="ctr">
              <a:defRPr sz="2800"/>
            </a:lvl1pPr>
          </a:lstStyle>
          <a:p>
            <a:pPr lvl="0"/>
            <a:r>
              <a:rPr lang="en-US"/>
              <a:t>Click to edit Master text styles</a:t>
            </a:r>
          </a:p>
        </p:txBody>
      </p:sp>
      <p:sp>
        <p:nvSpPr>
          <p:cNvPr id="6" name="Text Placeholder 3">
            <a:extLst>
              <a:ext uri="{FF2B5EF4-FFF2-40B4-BE49-F238E27FC236}">
                <a16:creationId xmlns:a16="http://schemas.microsoft.com/office/drawing/2014/main" id="{2892F116-907B-402B-8800-9219B7710190}"/>
              </a:ext>
            </a:extLst>
          </p:cNvPr>
          <p:cNvSpPr>
            <a:spLocks noGrp="1"/>
          </p:cNvSpPr>
          <p:nvPr>
            <p:ph type="body" sz="quarter" idx="12"/>
          </p:nvPr>
        </p:nvSpPr>
        <p:spPr>
          <a:xfrm>
            <a:off x="8320705" y="1457325"/>
            <a:ext cx="3439206" cy="3439206"/>
          </a:xfrm>
          <a:prstGeom prst="ellipse">
            <a:avLst/>
          </a:prstGeom>
          <a:solidFill>
            <a:schemeClr val="bg1">
              <a:lumMod val="95000"/>
            </a:schemeClr>
          </a:solidFill>
        </p:spPr>
        <p:txBody>
          <a:bodyPr tIns="0" rIns="0" bIns="0" anchor="ctr">
            <a:noAutofit/>
          </a:bodyPr>
          <a:lstStyle>
            <a:lvl1pPr algn="ctr">
              <a:defRPr sz="2800"/>
            </a:lvl1pPr>
          </a:lstStyle>
          <a:p>
            <a:pPr lvl="0"/>
            <a:r>
              <a:rPr lang="en-US"/>
              <a:t>Click to edit Master text styles</a:t>
            </a:r>
          </a:p>
        </p:txBody>
      </p:sp>
      <p:sp>
        <p:nvSpPr>
          <p:cNvPr id="8" name="Footer Placeholder 1">
            <a:extLst>
              <a:ext uri="{FF2B5EF4-FFF2-40B4-BE49-F238E27FC236}">
                <a16:creationId xmlns:a16="http://schemas.microsoft.com/office/drawing/2014/main" id="{7F38B04C-51F1-4590-84FC-A2A65AD60A07}"/>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2896747877"/>
      </p:ext>
    </p:extLst>
  </p:cSld>
  <p:clrMapOvr>
    <a:masterClrMapping/>
  </p:clrMapOvr>
  <p:transition>
    <p:fade/>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Title with graphic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4" name="Text Placeholder 3">
            <a:extLst>
              <a:ext uri="{FF2B5EF4-FFF2-40B4-BE49-F238E27FC236}">
                <a16:creationId xmlns:a16="http://schemas.microsoft.com/office/drawing/2014/main" id="{9D3A230D-0F65-4C2B-9A5E-08E997603E6C}"/>
              </a:ext>
            </a:extLst>
          </p:cNvPr>
          <p:cNvSpPr>
            <a:spLocks noGrp="1"/>
          </p:cNvSpPr>
          <p:nvPr>
            <p:ph type="body" sz="quarter" idx="10"/>
          </p:nvPr>
        </p:nvSpPr>
        <p:spPr>
          <a:xfrm>
            <a:off x="418643" y="2359592"/>
            <a:ext cx="2138816" cy="2138816"/>
          </a:xfrm>
          <a:prstGeom prst="ellipse">
            <a:avLst/>
          </a:prstGeom>
          <a:solidFill>
            <a:schemeClr val="accent1"/>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5" name="Text Placeholder 3">
            <a:extLst>
              <a:ext uri="{FF2B5EF4-FFF2-40B4-BE49-F238E27FC236}">
                <a16:creationId xmlns:a16="http://schemas.microsoft.com/office/drawing/2014/main" id="{50ABEE60-9F0D-48B2-AE29-DAEE6B65F773}"/>
              </a:ext>
            </a:extLst>
          </p:cNvPr>
          <p:cNvSpPr>
            <a:spLocks noGrp="1"/>
          </p:cNvSpPr>
          <p:nvPr>
            <p:ph type="body" sz="quarter" idx="11"/>
          </p:nvPr>
        </p:nvSpPr>
        <p:spPr>
          <a:xfrm>
            <a:off x="2722617" y="2359592"/>
            <a:ext cx="2138816" cy="2138816"/>
          </a:xfrm>
          <a:prstGeom prst="ellipse">
            <a:avLst/>
          </a:prstGeom>
          <a:solidFill>
            <a:schemeClr val="accent1"/>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6" name="Text Placeholder 3">
            <a:extLst>
              <a:ext uri="{FF2B5EF4-FFF2-40B4-BE49-F238E27FC236}">
                <a16:creationId xmlns:a16="http://schemas.microsoft.com/office/drawing/2014/main" id="{2892F116-907B-402B-8800-9219B7710190}"/>
              </a:ext>
            </a:extLst>
          </p:cNvPr>
          <p:cNvSpPr>
            <a:spLocks noGrp="1"/>
          </p:cNvSpPr>
          <p:nvPr>
            <p:ph type="body" sz="quarter" idx="12"/>
          </p:nvPr>
        </p:nvSpPr>
        <p:spPr>
          <a:xfrm>
            <a:off x="5026591" y="2359592"/>
            <a:ext cx="2138816" cy="2138816"/>
          </a:xfrm>
          <a:prstGeom prst="ellipse">
            <a:avLst/>
          </a:prstGeom>
          <a:solidFill>
            <a:schemeClr val="accent1"/>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7" name="Text Placeholder 3">
            <a:extLst>
              <a:ext uri="{FF2B5EF4-FFF2-40B4-BE49-F238E27FC236}">
                <a16:creationId xmlns:a16="http://schemas.microsoft.com/office/drawing/2014/main" id="{FFCA379A-FFA6-4179-AD94-3B9D20DBAA50}"/>
              </a:ext>
            </a:extLst>
          </p:cNvPr>
          <p:cNvSpPr>
            <a:spLocks noGrp="1"/>
          </p:cNvSpPr>
          <p:nvPr>
            <p:ph type="body" sz="quarter" idx="13"/>
          </p:nvPr>
        </p:nvSpPr>
        <p:spPr>
          <a:xfrm>
            <a:off x="7330565" y="2359592"/>
            <a:ext cx="2138816" cy="2138816"/>
          </a:xfrm>
          <a:prstGeom prst="ellipse">
            <a:avLst/>
          </a:prstGeom>
          <a:solidFill>
            <a:schemeClr val="accent1"/>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8" name="Text Placeholder 3">
            <a:extLst>
              <a:ext uri="{FF2B5EF4-FFF2-40B4-BE49-F238E27FC236}">
                <a16:creationId xmlns:a16="http://schemas.microsoft.com/office/drawing/2014/main" id="{86EE9769-6679-49C8-860D-5CACDB09DBD2}"/>
              </a:ext>
            </a:extLst>
          </p:cNvPr>
          <p:cNvSpPr>
            <a:spLocks noGrp="1"/>
          </p:cNvSpPr>
          <p:nvPr>
            <p:ph type="body" sz="quarter" idx="14"/>
          </p:nvPr>
        </p:nvSpPr>
        <p:spPr>
          <a:xfrm>
            <a:off x="9634541" y="2359592"/>
            <a:ext cx="2138816" cy="2138816"/>
          </a:xfrm>
          <a:prstGeom prst="ellipse">
            <a:avLst/>
          </a:prstGeom>
          <a:solidFill>
            <a:schemeClr val="accent1"/>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10" name="Footer Placeholder 1">
            <a:extLst>
              <a:ext uri="{FF2B5EF4-FFF2-40B4-BE49-F238E27FC236}">
                <a16:creationId xmlns:a16="http://schemas.microsoft.com/office/drawing/2014/main" id="{557B6B4B-EEB3-4D96-BE6F-33AB2C52662B}"/>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1652895857"/>
      </p:ext>
    </p:extLst>
  </p:cSld>
  <p:clrMapOvr>
    <a:masterClrMapping/>
  </p:clrMapOvr>
  <p:transition>
    <p:fade/>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Subway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2B1E50-1996-483F-BDD0-DE09A68472A4}"/>
              </a:ext>
            </a:extLst>
          </p:cNvPr>
          <p:cNvSpPr>
            <a:spLocks noGrp="1"/>
          </p:cNvSpPr>
          <p:nvPr>
            <p:ph type="title" hasCustomPrompt="1"/>
          </p:nvPr>
        </p:nvSpPr>
        <p:spPr/>
        <p:txBody>
          <a:bodyPr/>
          <a:lstStyle/>
          <a:p>
            <a:r>
              <a:rPr lang="en-US"/>
              <a:t>Heading Segoe UI </a:t>
            </a:r>
            <a:r>
              <a:rPr lang="en-US" err="1"/>
              <a:t>Semibold</a:t>
            </a:r>
            <a:r>
              <a:rPr lang="en-US"/>
              <a:t> 32</a:t>
            </a:r>
          </a:p>
        </p:txBody>
      </p:sp>
      <p:sp>
        <p:nvSpPr>
          <p:cNvPr id="4" name="Content Placeholder 3">
            <a:extLst>
              <a:ext uri="{FF2B5EF4-FFF2-40B4-BE49-F238E27FC236}">
                <a16:creationId xmlns:a16="http://schemas.microsoft.com/office/drawing/2014/main" id="{D788E95C-185C-4F8A-8DE9-0DDAEC21C04E}"/>
              </a:ext>
            </a:extLst>
          </p:cNvPr>
          <p:cNvSpPr>
            <a:spLocks noGrp="1"/>
          </p:cNvSpPr>
          <p:nvPr>
            <p:ph sz="quarter" idx="10"/>
          </p:nvPr>
        </p:nvSpPr>
        <p:spPr>
          <a:xfrm>
            <a:off x="418642" y="1457325"/>
            <a:ext cx="11354257" cy="1779974"/>
          </a:xfrm>
          <a:prstGeom prst="rect">
            <a:avLst/>
          </a:prstGeom>
        </p:spPr>
        <p:txBody>
          <a:bodyPr lIns="0" rIns="0"/>
          <a:lstStyle>
            <a:lvl1pPr>
              <a:defRPr/>
            </a:lvl1pPr>
            <a:lvl2pPr>
              <a:defRPr lang="en-US" sz="2000" kern="1200" spc="0" baseline="0" dirty="0" smtClean="0">
                <a:solidFill>
                  <a:schemeClr val="tx1"/>
                </a:solidFill>
                <a:latin typeface="+mn-lt"/>
                <a:ea typeface="+mn-ea"/>
                <a:cs typeface="+mn-cs"/>
              </a:defRPr>
            </a:lvl2pPr>
          </a:lstStyle>
          <a:p>
            <a:pPr marL="0" marR="0" lvl="1" indent="0" algn="l" defTabSz="914367" rtl="0" eaLnBrk="1" fontAlgn="auto" latinLnBrk="0" hangingPunct="1">
              <a:lnSpc>
                <a:spcPct val="100000"/>
              </a:lnSpc>
              <a:spcBef>
                <a:spcPts val="392"/>
              </a:spcBef>
              <a:spcAft>
                <a:spcPts val="588"/>
              </a:spcAft>
              <a:buClrTx/>
              <a:buSzPct val="90000"/>
              <a:buFontTx/>
              <a:buNone/>
              <a:tabLst/>
            </a:pPr>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1">
            <a:extLst>
              <a:ext uri="{FF2B5EF4-FFF2-40B4-BE49-F238E27FC236}">
                <a16:creationId xmlns:a16="http://schemas.microsoft.com/office/drawing/2014/main" id="{D46DE548-3285-4C4B-BE98-A5590C16A7E6}"/>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1218337019"/>
      </p:ext>
    </p:extLst>
  </p:cSld>
  <p:clrMapOvr>
    <a:masterClrMapping/>
  </p:clrMapOvr>
  <p:transition>
    <p:fade/>
  </p:transition>
  <p:extLst>
    <p:ext uri="{DCECCB84-F9BA-43D5-87BE-67443E8EF086}">
      <p15:sldGuideLst xmlns:p15="http://schemas.microsoft.com/office/powerpoint/2012/main">
        <p15:guide id="1" orient="horz" pos="3432">
          <p15:clr>
            <a:srgbClr val="FBAE40"/>
          </p15:clr>
        </p15:guide>
        <p15:guide id="2" orient="horz" pos="3572">
          <p15:clr>
            <a:srgbClr val="FBAE40"/>
          </p15:clr>
        </p15:guide>
        <p15:guide id="3" orient="horz" pos="3288">
          <p15:clr>
            <a:srgbClr val="FBAE4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Subway_Software Co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00C6D-8926-49F1-8719-6EA600510E41}"/>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6" name="Text Placeholder 5">
            <a:extLst>
              <a:ext uri="{FF2B5EF4-FFF2-40B4-BE49-F238E27FC236}">
                <a16:creationId xmlns:a16="http://schemas.microsoft.com/office/drawing/2014/main" id="{86B7993F-2CF5-4383-8448-366538173E81}"/>
              </a:ext>
            </a:extLst>
          </p:cNvPr>
          <p:cNvSpPr>
            <a:spLocks noGrp="1"/>
          </p:cNvSpPr>
          <p:nvPr>
            <p:ph type="body" sz="quarter" idx="10" hasCustomPrompt="1"/>
          </p:nvPr>
        </p:nvSpPr>
        <p:spPr>
          <a:xfrm>
            <a:off x="418643" y="1457325"/>
            <a:ext cx="11354257" cy="1723549"/>
          </a:xfrm>
          <a:prstGeom prst="rect">
            <a:avLst/>
          </a:prstGeom>
          <a:ln w="19050">
            <a:solidFill>
              <a:schemeClr val="accent4"/>
            </a:solidFill>
          </a:ln>
        </p:spPr>
        <p:txBody>
          <a:bodyPr lIns="137160" tIns="91440" rIns="137160"/>
          <a:lstStyle>
            <a:lvl1pPr>
              <a:defRPr sz="2000">
                <a:latin typeface="Consolas" panose="020B0609020204030204" pitchFamily="49" charset="0"/>
              </a:defRPr>
            </a:lvl1pPr>
          </a:lstStyle>
          <a:p>
            <a:pPr lvl="0"/>
            <a:r>
              <a:rPr lang="en-US"/>
              <a:t>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a:t>
            </a:r>
          </a:p>
        </p:txBody>
      </p:sp>
      <p:sp>
        <p:nvSpPr>
          <p:cNvPr id="3" name="Footer Placeholder 1">
            <a:extLst>
              <a:ext uri="{FF2B5EF4-FFF2-40B4-BE49-F238E27FC236}">
                <a16:creationId xmlns:a16="http://schemas.microsoft.com/office/drawing/2014/main" id="{CC29DFB0-EA8D-4603-A484-D9FB4215E01F}"/>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666993642"/>
      </p:ext>
    </p:extLst>
  </p:cSld>
  <p:clrMapOvr>
    <a:masterClrMapping/>
  </p:clrMapOvr>
  <p:transition>
    <p:fade/>
  </p:transition>
  <p:extLst>
    <p:ext uri="{DCECCB84-F9BA-43D5-87BE-67443E8EF086}">
      <p15:sldGuideLst xmlns:p15="http://schemas.microsoft.com/office/powerpoint/2012/main">
        <p15:guide id="1" orient="horz" pos="3432">
          <p15:clr>
            <a:srgbClr val="FBAE40"/>
          </p15:clr>
        </p15:guide>
        <p15:guide id="2" orient="horz" pos="3572">
          <p15:clr>
            <a:srgbClr val="FBAE40"/>
          </p15:clr>
        </p15:guide>
        <p15:guide id="3" orient="horz" pos="3288">
          <p15:clr>
            <a:srgbClr val="FBAE4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Subway_Title and content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427730-B186-4E09-8CC9-E0BAF08258EE}"/>
              </a:ext>
            </a:extLst>
          </p:cNvPr>
          <p:cNvSpPr>
            <a:spLocks noGrp="1"/>
          </p:cNvSpPr>
          <p:nvPr>
            <p:ph type="title" hasCustomPrompt="1"/>
          </p:nvPr>
        </p:nvSpPr>
        <p:spPr/>
        <p:txBody>
          <a:bodyPr/>
          <a:lstStyle/>
          <a:p>
            <a:r>
              <a:rPr lang="en-US"/>
              <a:t>Heading Segoe UI </a:t>
            </a:r>
            <a:r>
              <a:rPr lang="en-US" err="1"/>
              <a:t>Semibold</a:t>
            </a:r>
            <a:r>
              <a:rPr lang="en-US"/>
              <a:t> 32</a:t>
            </a:r>
          </a:p>
        </p:txBody>
      </p:sp>
      <p:sp>
        <p:nvSpPr>
          <p:cNvPr id="3" name="Footer Placeholder 1">
            <a:extLst>
              <a:ext uri="{FF2B5EF4-FFF2-40B4-BE49-F238E27FC236}">
                <a16:creationId xmlns:a16="http://schemas.microsoft.com/office/drawing/2014/main" id="{A50C3FC3-08E1-4ECD-93F7-BEA589366B98}"/>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3244611208"/>
      </p:ext>
    </p:extLst>
  </p:cSld>
  <p:clrMapOvr>
    <a:masterClrMapping/>
  </p:clrMapOvr>
  <p:transition>
    <p:fade/>
  </p:transition>
  <p:extLst>
    <p:ext uri="{DCECCB84-F9BA-43D5-87BE-67443E8EF086}">
      <p15:sldGuideLst xmlns:p15="http://schemas.microsoft.com/office/powerpoint/2012/main">
        <p15:guide id="1" orient="horz" pos="3432">
          <p15:clr>
            <a:srgbClr val="FBAE40"/>
          </p15:clr>
        </p15:guide>
        <p15:guide id="2" orient="horz" pos="3572">
          <p15:clr>
            <a:srgbClr val="FBAE40"/>
          </p15:clr>
        </p15:guide>
        <p15:guide id="3" orient="horz" pos="3288">
          <p15:clr>
            <a:srgbClr val="FBAE4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Subway_Title and content 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Footer Placeholder 1">
            <a:extLst>
              <a:ext uri="{FF2B5EF4-FFF2-40B4-BE49-F238E27FC236}">
                <a16:creationId xmlns:a16="http://schemas.microsoft.com/office/drawing/2014/main" id="{762476EC-9914-4A4C-8D42-063DEFA33690}"/>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3153753804"/>
      </p:ext>
    </p:extLst>
  </p:cSld>
  <p:clrMapOvr>
    <a:masterClrMapping/>
  </p:clrMapOvr>
  <p:transition>
    <p:fade/>
  </p:transition>
  <p:extLst>
    <p:ext uri="{DCECCB84-F9BA-43D5-87BE-67443E8EF086}">
      <p15:sldGuideLst xmlns:p15="http://schemas.microsoft.com/office/powerpoint/2012/main">
        <p15:guide id="1" orient="horz" pos="3432">
          <p15:clr>
            <a:srgbClr val="FBAE40"/>
          </p15:clr>
        </p15:guide>
        <p15:guide id="2" orient="horz" pos="3572">
          <p15:clr>
            <a:srgbClr val="FBAE40"/>
          </p15:clr>
        </p15:guide>
        <p15:guide id="3" orient="horz" pos="3288">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Subway_Title and content 5">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778F8-A242-4E29-962E-0728AB843B8D}"/>
              </a:ext>
            </a:extLst>
          </p:cNvPr>
          <p:cNvSpPr>
            <a:spLocks noGrp="1"/>
          </p:cNvSpPr>
          <p:nvPr>
            <p:ph type="title" hasCustomPrompt="1"/>
          </p:nvPr>
        </p:nvSpPr>
        <p:spPr/>
        <p:txBody>
          <a:bodyPr/>
          <a:lstStyle/>
          <a:p>
            <a:r>
              <a:rPr lang="en-US"/>
              <a:t>Heading Segoe UI </a:t>
            </a:r>
            <a:r>
              <a:rPr lang="en-US" err="1"/>
              <a:t>Semibold</a:t>
            </a:r>
            <a:r>
              <a:rPr lang="en-US"/>
              <a:t> 32</a:t>
            </a:r>
          </a:p>
        </p:txBody>
      </p:sp>
      <p:sp>
        <p:nvSpPr>
          <p:cNvPr id="3" name="Footer Placeholder 1">
            <a:extLst>
              <a:ext uri="{FF2B5EF4-FFF2-40B4-BE49-F238E27FC236}">
                <a16:creationId xmlns:a16="http://schemas.microsoft.com/office/drawing/2014/main" id="{EE367760-C9B3-4BF6-9116-4A4C9C423335}"/>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714396850"/>
      </p:ext>
    </p:extLst>
  </p:cSld>
  <p:clrMapOvr>
    <a:masterClrMapping/>
  </p:clrMapOvr>
  <p:transition>
    <p:fade/>
  </p:transition>
  <p:extLst>
    <p:ext uri="{DCECCB84-F9BA-43D5-87BE-67443E8EF086}">
      <p15:sldGuideLst xmlns:p15="http://schemas.microsoft.com/office/powerpoint/2012/main">
        <p15:guide id="1" orient="horz" pos="3432">
          <p15:clr>
            <a:srgbClr val="FBAE40"/>
          </p15:clr>
        </p15:guide>
        <p15:guide id="2" orient="horz" pos="3572">
          <p15:clr>
            <a:srgbClr val="FBAE40"/>
          </p15:clr>
        </p15:guide>
        <p15:guide id="3" orient="horz" pos="3288">
          <p15:clr>
            <a:srgbClr val="FBAE4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Subway_Text Layout_two column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0494"/>
            <a:ext cx="11341268" cy="680196"/>
          </a:xfrm>
        </p:spPr>
        <p:txBody>
          <a:bodyPr/>
          <a:lstStyle/>
          <a:p>
            <a:r>
              <a:rPr lang="en-US"/>
              <a:t>Click to edit Master title style</a:t>
            </a:r>
          </a:p>
        </p:txBody>
      </p:sp>
      <p:sp>
        <p:nvSpPr>
          <p:cNvPr id="7" name="Text Placeholder 6">
            <a:extLst>
              <a:ext uri="{FF2B5EF4-FFF2-40B4-BE49-F238E27FC236}">
                <a16:creationId xmlns:a16="http://schemas.microsoft.com/office/drawing/2014/main" id="{D2BCC9BD-7254-4C63-A841-78F2C1DF0347}"/>
              </a:ext>
            </a:extLst>
          </p:cNvPr>
          <p:cNvSpPr>
            <a:spLocks noGrp="1"/>
          </p:cNvSpPr>
          <p:nvPr>
            <p:ph type="body" sz="quarter" idx="12"/>
          </p:nvPr>
        </p:nvSpPr>
        <p:spPr>
          <a:xfrm>
            <a:off x="418643" y="1456896"/>
            <a:ext cx="5578932" cy="1631216"/>
          </a:xfrm>
          <a:prstGeom prst="rect">
            <a:avLst/>
          </a:prstGeom>
          <a:solidFill>
            <a:schemeClr val="bg1">
              <a:lumMod val="95000"/>
            </a:schemeClr>
          </a:solidFill>
        </p:spPr>
        <p:txBody>
          <a:bodyPr lIns="137160" tIns="91440" rIns="137160"/>
          <a:lstStyle>
            <a:lvl1pPr>
              <a:defRPr sz="2000"/>
            </a:lvl1pPr>
            <a:lvl2pPr>
              <a:defRPr sz="1800"/>
            </a:lvl2pPr>
            <a:lvl3pPr>
              <a:defRPr sz="1400"/>
            </a:lvl3pPr>
            <a:lvl4pPr>
              <a:defRPr sz="14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6">
            <a:extLst>
              <a:ext uri="{FF2B5EF4-FFF2-40B4-BE49-F238E27FC236}">
                <a16:creationId xmlns:a16="http://schemas.microsoft.com/office/drawing/2014/main" id="{45104354-AF0E-4A96-9534-75C5707022FA}"/>
              </a:ext>
            </a:extLst>
          </p:cNvPr>
          <p:cNvSpPr>
            <a:spLocks noGrp="1"/>
          </p:cNvSpPr>
          <p:nvPr>
            <p:ph type="body" sz="quarter" idx="13"/>
          </p:nvPr>
        </p:nvSpPr>
        <p:spPr>
          <a:xfrm>
            <a:off x="6229350" y="1456896"/>
            <a:ext cx="5543550" cy="1631216"/>
          </a:xfrm>
          <a:prstGeom prst="rect">
            <a:avLst/>
          </a:prstGeom>
          <a:solidFill>
            <a:schemeClr val="bg1">
              <a:lumMod val="95000"/>
            </a:schemeClr>
          </a:solidFill>
        </p:spPr>
        <p:txBody>
          <a:bodyPr lIns="137160" tIns="91440" rIns="137160"/>
          <a:lstStyle>
            <a:lvl1pPr>
              <a:defRPr sz="2000"/>
            </a:lvl1pPr>
            <a:lvl2pPr>
              <a:defRPr sz="1800"/>
            </a:lvl2pPr>
            <a:lvl3pPr>
              <a:defRPr sz="1400"/>
            </a:lvl3pPr>
            <a:lvl4pPr>
              <a:defRPr sz="14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1">
            <a:extLst>
              <a:ext uri="{FF2B5EF4-FFF2-40B4-BE49-F238E27FC236}">
                <a16:creationId xmlns:a16="http://schemas.microsoft.com/office/drawing/2014/main" id="{D7B20489-E10E-436F-9A55-5179A38A07C0}"/>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3477516205"/>
      </p:ext>
    </p:extLst>
  </p:cSld>
  <p:clrMapOvr>
    <a:masterClrMapping/>
  </p:clrMapOvr>
  <p:transition>
    <p:fade/>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Subway_Title and body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44CDF7-E9D2-499B-957A-1F2A32ECACFC}"/>
              </a:ext>
            </a:extLst>
          </p:cNvPr>
          <p:cNvSpPr>
            <a:spLocks noGrp="1"/>
          </p:cNvSpPr>
          <p:nvPr>
            <p:ph type="title" hasCustomPrompt="1"/>
          </p:nvPr>
        </p:nvSpPr>
        <p:spPr/>
        <p:txBody>
          <a:bodyPr/>
          <a:lstStyle/>
          <a:p>
            <a:r>
              <a:rPr lang="en-US"/>
              <a:t>Heading Segoe UI </a:t>
            </a:r>
            <a:r>
              <a:rPr lang="en-US" err="1"/>
              <a:t>Semibold</a:t>
            </a:r>
            <a:r>
              <a:rPr lang="en-US"/>
              <a:t> 32</a:t>
            </a:r>
          </a:p>
        </p:txBody>
      </p:sp>
      <p:sp>
        <p:nvSpPr>
          <p:cNvPr id="6" name="Text Placeholder 5">
            <a:extLst>
              <a:ext uri="{FF2B5EF4-FFF2-40B4-BE49-F238E27FC236}">
                <a16:creationId xmlns:a16="http://schemas.microsoft.com/office/drawing/2014/main" id="{8459F5A8-FE59-485F-B66B-B588C6FC5A12}"/>
              </a:ext>
            </a:extLst>
          </p:cNvPr>
          <p:cNvSpPr>
            <a:spLocks noGrp="1"/>
          </p:cNvSpPr>
          <p:nvPr>
            <p:ph type="body" sz="quarter" idx="10"/>
          </p:nvPr>
        </p:nvSpPr>
        <p:spPr>
          <a:xfrm>
            <a:off x="418643" y="1457325"/>
            <a:ext cx="11354257" cy="1808637"/>
          </a:xfrm>
          <a:prstGeom prst="rect">
            <a:avLst/>
          </a:prstGeom>
        </p:spPr>
        <p:txBody>
          <a:bodyPr lIns="0" tIns="45720" r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1">
            <a:extLst>
              <a:ext uri="{FF2B5EF4-FFF2-40B4-BE49-F238E27FC236}">
                <a16:creationId xmlns:a16="http://schemas.microsoft.com/office/drawing/2014/main" id="{4AB14B75-E6F5-49E7-9565-CB0BD8C80FC5}"/>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3912599645"/>
      </p:ext>
    </p:extLst>
  </p:cSld>
  <p:clrMapOvr>
    <a:masterClrMapping/>
  </p:clrMapOvr>
  <p:transition>
    <p:fade/>
  </p:transition>
  <p:extLst>
    <p:ext uri="{DCECCB84-F9BA-43D5-87BE-67443E8EF086}">
      <p15:sldGuideLst xmlns:p15="http://schemas.microsoft.com/office/powerpoint/2012/main">
        <p15:guide id="1" orient="horz" pos="3432">
          <p15:clr>
            <a:srgbClr val="FBAE40"/>
          </p15:clr>
        </p15:guide>
        <p15:guide id="2" orient="horz" pos="3572">
          <p15:clr>
            <a:srgbClr val="FBAE40"/>
          </p15:clr>
        </p15:guide>
        <p15:guide id="3" orient="horz" pos="3288">
          <p15:clr>
            <a:srgbClr val="FBAE4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Subway - Title and subheading">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74CBFC5-126D-4E5D-BA79-A65662FA3631}"/>
              </a:ext>
            </a:extLst>
          </p:cNvPr>
          <p:cNvSpPr>
            <a:spLocks noGrp="1"/>
          </p:cNvSpPr>
          <p:nvPr>
            <p:ph type="title"/>
          </p:nvPr>
        </p:nvSpPr>
        <p:spPr>
          <a:xfrm>
            <a:off x="418643" y="440494"/>
            <a:ext cx="11341268" cy="642840"/>
          </a:xfrm>
        </p:spPr>
        <p:txBody>
          <a:bodyPr/>
          <a:lstStyle/>
          <a:p>
            <a:r>
              <a:rPr lang="en-US"/>
              <a:t>Click to edit Master title style</a:t>
            </a:r>
          </a:p>
        </p:txBody>
      </p:sp>
      <p:sp>
        <p:nvSpPr>
          <p:cNvPr id="4" name="Text Placeholder 3">
            <a:extLst>
              <a:ext uri="{FF2B5EF4-FFF2-40B4-BE49-F238E27FC236}">
                <a16:creationId xmlns:a16="http://schemas.microsoft.com/office/drawing/2014/main" id="{DB521330-4B4A-4C5F-85CF-D5CBC2772D39}"/>
              </a:ext>
            </a:extLst>
          </p:cNvPr>
          <p:cNvSpPr>
            <a:spLocks noGrp="1"/>
          </p:cNvSpPr>
          <p:nvPr>
            <p:ph type="body" sz="quarter" idx="10" hasCustomPrompt="1"/>
          </p:nvPr>
        </p:nvSpPr>
        <p:spPr>
          <a:xfrm>
            <a:off x="418643" y="1083334"/>
            <a:ext cx="11341268" cy="400110"/>
          </a:xfrm>
          <a:prstGeom prst="rect">
            <a:avLst/>
          </a:prstGeom>
        </p:spPr>
        <p:txBody>
          <a:bodyPr lIns="0" tIns="45720" rIns="0" bIns="45720"/>
          <a:lstStyle>
            <a:lvl1pPr>
              <a:defRPr sz="2000">
                <a:solidFill>
                  <a:schemeClr val="tx1"/>
                </a:solidFill>
              </a:defRPr>
            </a:lvl1pPr>
          </a:lstStyle>
          <a:p>
            <a:r>
              <a:rPr lang="en-US"/>
              <a:t>Subheading Segoe UI </a:t>
            </a:r>
            <a:r>
              <a:rPr lang="en-US" err="1"/>
              <a:t>Semibold</a:t>
            </a:r>
            <a:r>
              <a:rPr lang="en-US"/>
              <a:t> 20 </a:t>
            </a:r>
            <a:r>
              <a:rPr lang="en-US" err="1"/>
              <a:t>pt</a:t>
            </a:r>
            <a:endParaRPr lang="en-US"/>
          </a:p>
        </p:txBody>
      </p:sp>
      <p:sp>
        <p:nvSpPr>
          <p:cNvPr id="3" name="Footer Placeholder 1">
            <a:extLst>
              <a:ext uri="{FF2B5EF4-FFF2-40B4-BE49-F238E27FC236}">
                <a16:creationId xmlns:a16="http://schemas.microsoft.com/office/drawing/2014/main" id="{8C54D713-4A25-4AF4-BCFA-A4890754311D}"/>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3760949059"/>
      </p:ext>
    </p:extLst>
  </p:cSld>
  <p:clrMapOvr>
    <a:masterClrMapping/>
  </p:clrMapOvr>
  <p:transition>
    <p:fade/>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2_Bulleted Text Layout_two column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0494"/>
            <a:ext cx="11341268" cy="680196"/>
          </a:xfrm>
        </p:spPr>
        <p:txBody>
          <a:bodyPr/>
          <a:lstStyle/>
          <a:p>
            <a:r>
              <a:rPr lang="en-US"/>
              <a:t>Click to edit Master title style</a:t>
            </a:r>
          </a:p>
        </p:txBody>
      </p:sp>
      <p:sp>
        <p:nvSpPr>
          <p:cNvPr id="10" name="Text Placeholder 9">
            <a:extLst>
              <a:ext uri="{FF2B5EF4-FFF2-40B4-BE49-F238E27FC236}">
                <a16:creationId xmlns:a16="http://schemas.microsoft.com/office/drawing/2014/main" id="{11B26042-856B-4C9B-AE67-D8165C9BFEDC}"/>
              </a:ext>
            </a:extLst>
          </p:cNvPr>
          <p:cNvSpPr>
            <a:spLocks noGrp="1"/>
          </p:cNvSpPr>
          <p:nvPr>
            <p:ph type="body" sz="quarter" idx="15"/>
          </p:nvPr>
        </p:nvSpPr>
        <p:spPr>
          <a:xfrm>
            <a:off x="418643" y="1456896"/>
            <a:ext cx="5578932" cy="1246495"/>
          </a:xfrm>
          <a:prstGeom prst="rect">
            <a:avLst/>
          </a:prstGeom>
          <a:solidFill>
            <a:schemeClr val="bg1">
              <a:lumMod val="95000"/>
            </a:schemeClr>
          </a:solidFill>
        </p:spPr>
        <p:txBody>
          <a:bodyPr wrap="square" tIns="91440">
            <a:spAutoFit/>
          </a:bodyPr>
          <a:lstStyle>
            <a:lvl1pPr>
              <a:defRPr sz="2400"/>
            </a:lvl1pPr>
            <a:lvl3pPr marL="342900" indent="-228600">
              <a:buFont typeface="Arial" panose="020B0604020202020204" pitchFamily="34" charset="0"/>
              <a:buChar char="•"/>
              <a:defRPr/>
            </a:lvl3pPr>
            <a:lvl4pPr marL="342900" indent="-228600">
              <a:buFont typeface="Arial" panose="020B0604020202020204" pitchFamily="34" charset="0"/>
              <a:buChar char="•"/>
              <a:defRPr/>
            </a:lvl4pPr>
            <a:lvl5pPr marL="342900" indent="-228600">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p:txBody>
      </p:sp>
      <p:sp>
        <p:nvSpPr>
          <p:cNvPr id="11" name="Text Placeholder 9">
            <a:extLst>
              <a:ext uri="{FF2B5EF4-FFF2-40B4-BE49-F238E27FC236}">
                <a16:creationId xmlns:a16="http://schemas.microsoft.com/office/drawing/2014/main" id="{9A37ADC6-B611-40D4-8A03-51AD20762D13}"/>
              </a:ext>
            </a:extLst>
          </p:cNvPr>
          <p:cNvSpPr>
            <a:spLocks noGrp="1"/>
          </p:cNvSpPr>
          <p:nvPr>
            <p:ph type="body" sz="quarter" idx="16"/>
          </p:nvPr>
        </p:nvSpPr>
        <p:spPr>
          <a:xfrm>
            <a:off x="6216920" y="1456896"/>
            <a:ext cx="5544007" cy="1272143"/>
          </a:xfrm>
          <a:prstGeom prst="rect">
            <a:avLst/>
          </a:prstGeom>
          <a:solidFill>
            <a:schemeClr val="bg1">
              <a:lumMod val="95000"/>
            </a:schemeClr>
          </a:solidFill>
        </p:spPr>
        <p:txBody>
          <a:bodyPr tIns="91440">
            <a:spAutoFit/>
          </a:bodyPr>
          <a:lstStyle>
            <a:lvl1pPr>
              <a:defRPr sz="2400"/>
            </a:lvl1pPr>
            <a:lvl3pPr marL="342900" indent="-228600">
              <a:buFont typeface="Arial" panose="020B0604020202020204" pitchFamily="34" charset="0"/>
              <a:buChar char="•"/>
              <a:defRPr lang="en-US" sz="1800" kern="1200" spc="0" baseline="0" dirty="0" smtClean="0">
                <a:solidFill>
                  <a:schemeClr val="tx1"/>
                </a:solidFill>
                <a:latin typeface="+mn-lt"/>
                <a:ea typeface="+mn-ea"/>
                <a:cs typeface="+mn-cs"/>
              </a:defRPr>
            </a:lvl3pPr>
            <a:lvl4pPr marL="342900" indent="-228600">
              <a:buFont typeface="Arial" panose="020B0604020202020204" pitchFamily="34" charset="0"/>
              <a:buChar char="•"/>
              <a:defRPr/>
            </a:lvl4pPr>
            <a:lvl5pPr marL="342900" indent="-228600">
              <a:buFont typeface="Arial" panose="020B0604020202020204" pitchFamily="34" charset="0"/>
              <a:buChar char="•"/>
              <a:defRPr/>
            </a:lvl5pPr>
          </a:lstStyle>
          <a:p>
            <a:pPr lvl="0"/>
            <a:r>
              <a:rPr lang="en-US"/>
              <a:t>Click to edit Master text styles</a:t>
            </a:r>
          </a:p>
          <a:p>
            <a:pPr lvl="1"/>
            <a:r>
              <a:rPr lang="en-US"/>
              <a:t>Second level</a:t>
            </a:r>
          </a:p>
          <a:p>
            <a:pPr marL="342900" marR="0" lvl="2" indent="-228600" algn="l" defTabSz="914367" rtl="0" eaLnBrk="1" fontAlgn="auto" latinLnBrk="0" hangingPunct="1">
              <a:lnSpc>
                <a:spcPct val="100000"/>
              </a:lnSpc>
              <a:spcBef>
                <a:spcPts val="392"/>
              </a:spcBef>
              <a:spcAft>
                <a:spcPts val="588"/>
              </a:spcAft>
              <a:buClrTx/>
              <a:buSzPct val="90000"/>
              <a:buFont typeface="Arial" panose="020B0604020202020204" pitchFamily="34" charset="0"/>
              <a:buChar char="•"/>
              <a:tabLst/>
            </a:pPr>
            <a:r>
              <a:rPr lang="en-US"/>
              <a:t>Third level</a:t>
            </a:r>
          </a:p>
        </p:txBody>
      </p:sp>
      <p:sp>
        <p:nvSpPr>
          <p:cNvPr id="4" name="Footer Placeholder 1">
            <a:extLst>
              <a:ext uri="{FF2B5EF4-FFF2-40B4-BE49-F238E27FC236}">
                <a16:creationId xmlns:a16="http://schemas.microsoft.com/office/drawing/2014/main" id="{4D18DD19-84C1-423C-9061-7A04BBDE37A9}"/>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3472382219"/>
      </p:ext>
    </p:extLst>
  </p:cSld>
  <p:clrMapOvr>
    <a:masterClrMapping/>
  </p:clrMapOvr>
  <p:transition>
    <p:fade/>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Subway_Bulleted Text Layout_two columns_half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0494"/>
            <a:ext cx="11341268" cy="680196"/>
          </a:xfrm>
        </p:spPr>
        <p:txBody>
          <a:bodyPr/>
          <a:lstStyle/>
          <a:p>
            <a:r>
              <a:rPr lang="en-US"/>
              <a:t>Click to edit Master title style</a:t>
            </a:r>
          </a:p>
        </p:txBody>
      </p:sp>
      <p:sp>
        <p:nvSpPr>
          <p:cNvPr id="8" name="Text Placeholder 7">
            <a:extLst>
              <a:ext uri="{FF2B5EF4-FFF2-40B4-BE49-F238E27FC236}">
                <a16:creationId xmlns:a16="http://schemas.microsoft.com/office/drawing/2014/main" id="{588AB4B6-D71A-4E7E-A4DC-4E0DAEB462DE}"/>
              </a:ext>
            </a:extLst>
          </p:cNvPr>
          <p:cNvSpPr>
            <a:spLocks noGrp="1"/>
          </p:cNvSpPr>
          <p:nvPr>
            <p:ph type="body" sz="quarter" idx="13"/>
          </p:nvPr>
        </p:nvSpPr>
        <p:spPr>
          <a:xfrm>
            <a:off x="418466" y="1456897"/>
            <a:ext cx="5394960" cy="1246495"/>
          </a:xfrm>
          <a:prstGeom prst="rect">
            <a:avLst/>
          </a:prstGeom>
        </p:spPr>
        <p:txBody>
          <a:bodyPr lIns="0" tIns="91440" rIns="0">
            <a:spAutoFit/>
          </a:bodyPr>
          <a:lstStyle>
            <a:lvl1pPr>
              <a:defRPr sz="2400"/>
            </a:lvl1pPr>
            <a:lvl2pPr marL="228600" indent="-228600">
              <a:buFont typeface="Arial" panose="020B0604020202020204" pitchFamily="34" charset="0"/>
              <a:buChar char="•"/>
              <a:defRPr lang="en-US" sz="2000" kern="1200" spc="0" baseline="0" dirty="0">
                <a:solidFill>
                  <a:schemeClr val="tx1"/>
                </a:solidFill>
                <a:latin typeface="+mn-lt"/>
                <a:ea typeface="+mn-ea"/>
                <a:cs typeface="+mn-cs"/>
              </a:defRPr>
            </a:lvl2pPr>
            <a:lvl3pPr marL="571500" indent="-228600">
              <a:buFont typeface="Arial" panose="020B0604020202020204" pitchFamily="34" charset="0"/>
              <a:buChar char="‒"/>
              <a:defRPr/>
            </a:lvl3pPr>
            <a:lvl4pPr marL="228600" indent="0">
              <a:defRPr/>
            </a:lvl4pPr>
            <a:lvl5pPr marL="228600" indent="0">
              <a:defRPr/>
            </a:lvl5pPr>
          </a:lstStyle>
          <a:p>
            <a:pPr lvl="0"/>
            <a:r>
              <a:rPr lang="en-US"/>
              <a:t>Click to edit Master text styles</a:t>
            </a:r>
          </a:p>
          <a:p>
            <a:pPr lvl="1"/>
            <a:r>
              <a:rPr lang="en-US"/>
              <a:t>Second level</a:t>
            </a:r>
          </a:p>
          <a:p>
            <a:pPr lvl="2"/>
            <a:r>
              <a:rPr lang="en-US"/>
              <a:t>Third level</a:t>
            </a:r>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userDrawn="1"/>
        </p:nvCxnSpPr>
        <p:spPr>
          <a:xfrm>
            <a:off x="6089277" y="1611250"/>
            <a:ext cx="0" cy="225458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0" name="Text Placeholder 7">
            <a:extLst>
              <a:ext uri="{FF2B5EF4-FFF2-40B4-BE49-F238E27FC236}">
                <a16:creationId xmlns:a16="http://schemas.microsoft.com/office/drawing/2014/main" id="{D559A0EC-5ADC-4A1D-99D3-F1FD1CB25EFC}"/>
              </a:ext>
            </a:extLst>
          </p:cNvPr>
          <p:cNvSpPr>
            <a:spLocks noGrp="1"/>
          </p:cNvSpPr>
          <p:nvPr>
            <p:ph type="body" sz="quarter" idx="14"/>
          </p:nvPr>
        </p:nvSpPr>
        <p:spPr>
          <a:xfrm>
            <a:off x="6364951" y="1456897"/>
            <a:ext cx="5394960" cy="1246495"/>
          </a:xfrm>
          <a:prstGeom prst="rect">
            <a:avLst/>
          </a:prstGeom>
        </p:spPr>
        <p:txBody>
          <a:bodyPr lIns="0" tIns="91440" rIns="0">
            <a:spAutoFit/>
          </a:bodyPr>
          <a:lstStyle>
            <a:lvl1pPr>
              <a:defRPr sz="2400"/>
            </a:lvl1pPr>
            <a:lvl2pPr marL="228600" indent="-228600">
              <a:buFont typeface="Arial" panose="020B0604020202020204" pitchFamily="34" charset="0"/>
              <a:buChar char="•"/>
              <a:defRPr sz="2000"/>
            </a:lvl2pPr>
            <a:lvl3pPr marL="628650" indent="-285750">
              <a:defRPr lang="en-US" sz="1800" kern="1200" spc="0" baseline="0" dirty="0">
                <a:solidFill>
                  <a:schemeClr val="tx1"/>
                </a:solidFill>
                <a:latin typeface="+mn-lt"/>
                <a:ea typeface="+mn-ea"/>
                <a:cs typeface="+mn-cs"/>
              </a:defRPr>
            </a:lvl3pPr>
            <a:lvl4pPr marL="228600" indent="0">
              <a:defRPr/>
            </a:lvl4pPr>
            <a:lvl5pPr marL="228600" indent="0">
              <a:defRPr/>
            </a:lvl5pPr>
          </a:lstStyle>
          <a:p>
            <a:pPr lvl="0"/>
            <a:r>
              <a:rPr lang="en-US"/>
              <a:t>Click to edit Master text styles</a:t>
            </a:r>
          </a:p>
          <a:p>
            <a:pPr lvl="1"/>
            <a:r>
              <a:rPr lang="en-US"/>
              <a:t>Second level</a:t>
            </a:r>
          </a:p>
          <a:p>
            <a:pPr marL="571500" marR="0" lvl="2" indent="-228600" algn="l" defTabSz="914367" rtl="0" eaLnBrk="1" fontAlgn="auto" latinLnBrk="0" hangingPunct="1">
              <a:lnSpc>
                <a:spcPct val="100000"/>
              </a:lnSpc>
              <a:spcBef>
                <a:spcPts val="200"/>
              </a:spcBef>
              <a:spcAft>
                <a:spcPts val="400"/>
              </a:spcAft>
              <a:buClrTx/>
              <a:buSzPct val="100000"/>
              <a:buFont typeface="Arial" panose="020B0604020202020204" pitchFamily="34" charset="0"/>
              <a:buChar char="‒"/>
              <a:tabLst/>
            </a:pPr>
            <a:r>
              <a:rPr lang="en-US"/>
              <a:t>Third level</a:t>
            </a:r>
          </a:p>
        </p:txBody>
      </p:sp>
      <p:sp>
        <p:nvSpPr>
          <p:cNvPr id="4" name="Footer Placeholder 1">
            <a:extLst>
              <a:ext uri="{FF2B5EF4-FFF2-40B4-BE49-F238E27FC236}">
                <a16:creationId xmlns:a16="http://schemas.microsoft.com/office/drawing/2014/main" id="{33B916B7-8152-49FF-A164-7DD23659B560}"/>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3362725106"/>
      </p:ext>
    </p:extLst>
  </p:cSld>
  <p:clrMapOvr>
    <a:masterClrMapping/>
  </p:clrMapOvr>
  <p:transition>
    <p:fade/>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Subway_Bulleted Text Layout_two columns_full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0494"/>
            <a:ext cx="11341268" cy="680196"/>
          </a:xfrm>
        </p:spPr>
        <p:txBody>
          <a:bodyPr/>
          <a:lstStyle/>
          <a:p>
            <a:r>
              <a:rPr lang="en-US"/>
              <a:t>Click to edit Master title style</a:t>
            </a:r>
          </a:p>
        </p:txBody>
      </p:sp>
      <p:sp>
        <p:nvSpPr>
          <p:cNvPr id="10" name="Text Placeholder 9">
            <a:extLst>
              <a:ext uri="{FF2B5EF4-FFF2-40B4-BE49-F238E27FC236}">
                <a16:creationId xmlns:a16="http://schemas.microsoft.com/office/drawing/2014/main" id="{AA943840-546C-404E-809E-352FCE17B65F}"/>
              </a:ext>
            </a:extLst>
          </p:cNvPr>
          <p:cNvSpPr>
            <a:spLocks noGrp="1"/>
          </p:cNvSpPr>
          <p:nvPr>
            <p:ph type="body" sz="quarter" idx="13"/>
          </p:nvPr>
        </p:nvSpPr>
        <p:spPr>
          <a:xfrm>
            <a:off x="418466" y="1456897"/>
            <a:ext cx="5394960" cy="1318310"/>
          </a:xfrm>
          <a:prstGeom prst="rect">
            <a:avLst/>
          </a:prstGeom>
        </p:spPr>
        <p:txBody>
          <a:bodyPr lIns="0" tIns="91440" rIns="0"/>
          <a:lstStyle>
            <a:lvl1pPr>
              <a:defRPr sz="2400"/>
            </a:lvl1pPr>
            <a:lvl2pPr>
              <a:defRPr sz="2000"/>
            </a:lvl2pPr>
            <a:lvl3pPr marL="406400" indent="-285750">
              <a:defRPr lang="en-US" sz="1800" kern="1200" spc="0" baseline="0" dirty="0" smtClean="0">
                <a:solidFill>
                  <a:schemeClr val="tx1"/>
                </a:solidFill>
                <a:latin typeface="+mn-lt"/>
                <a:ea typeface="+mn-ea"/>
                <a:cs typeface="+mn-cs"/>
              </a:defRPr>
            </a:lvl3pPr>
          </a:lstStyle>
          <a:p>
            <a:pPr lvl="0"/>
            <a:r>
              <a:rPr lang="en-US"/>
              <a:t>Click to edit Master text styles</a:t>
            </a:r>
          </a:p>
          <a:p>
            <a:pPr lvl="1"/>
            <a:r>
              <a:rPr lang="en-US"/>
              <a:t>Second level</a:t>
            </a:r>
          </a:p>
          <a:p>
            <a:pPr marL="342900" marR="0" lvl="2" indent="-222250" algn="l" defTabSz="914367" rtl="0" eaLnBrk="1" fontAlgn="auto" latinLnBrk="0" hangingPunct="1">
              <a:lnSpc>
                <a:spcPct val="100000"/>
              </a:lnSpc>
              <a:spcBef>
                <a:spcPts val="392"/>
              </a:spcBef>
              <a:spcAft>
                <a:spcPts val="588"/>
              </a:spcAft>
              <a:buClrTx/>
              <a:buSzPct val="90000"/>
              <a:buFont typeface="Arial" panose="020B0604020202020204" pitchFamily="34" charset="0"/>
              <a:buChar char="•"/>
              <a:tabLst/>
            </a:pPr>
            <a:r>
              <a:rPr lang="en-US"/>
              <a:t>Third level</a:t>
            </a:r>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userDrawn="1"/>
        </p:nvCxnSpPr>
        <p:spPr>
          <a:xfrm>
            <a:off x="6089276" y="1611250"/>
            <a:ext cx="0" cy="3922775"/>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1" name="Text Placeholder 9">
            <a:extLst>
              <a:ext uri="{FF2B5EF4-FFF2-40B4-BE49-F238E27FC236}">
                <a16:creationId xmlns:a16="http://schemas.microsoft.com/office/drawing/2014/main" id="{DA872E0C-8851-4885-B5B2-7B1AB1EFE27F}"/>
              </a:ext>
            </a:extLst>
          </p:cNvPr>
          <p:cNvSpPr>
            <a:spLocks noGrp="1"/>
          </p:cNvSpPr>
          <p:nvPr>
            <p:ph type="body" sz="quarter" idx="14"/>
          </p:nvPr>
        </p:nvSpPr>
        <p:spPr>
          <a:xfrm>
            <a:off x="6365127" y="1456897"/>
            <a:ext cx="5408231" cy="1246495"/>
          </a:xfrm>
          <a:prstGeom prst="rect">
            <a:avLst/>
          </a:prstGeom>
        </p:spPr>
        <p:txBody>
          <a:bodyPr lIns="0" tIns="91440" rIns="0"/>
          <a:lstStyle>
            <a:lvl1pPr>
              <a:defRPr sz="2400"/>
            </a:lvl1pPr>
            <a:lvl2pPr>
              <a:defRPr sz="2000"/>
            </a:lvl2pPr>
            <a:lvl3pPr marL="342900" indent="-222250">
              <a:buFont typeface="Arial" panose="020B0604020202020204" pitchFamily="34" charset="0"/>
              <a:buChar char="•"/>
              <a:defRPr/>
            </a:lvl3pPr>
          </a:lstStyle>
          <a:p>
            <a:pPr lvl="0"/>
            <a:r>
              <a:rPr lang="en-US"/>
              <a:t>Click to edit Master text styles</a:t>
            </a:r>
          </a:p>
          <a:p>
            <a:pPr lvl="1"/>
            <a:r>
              <a:rPr lang="en-US"/>
              <a:t>Second level</a:t>
            </a:r>
          </a:p>
          <a:p>
            <a:pPr lvl="2"/>
            <a:r>
              <a:rPr lang="en-US"/>
              <a:t>Third level</a:t>
            </a:r>
          </a:p>
        </p:txBody>
      </p:sp>
      <p:sp>
        <p:nvSpPr>
          <p:cNvPr id="4" name="Footer Placeholder 1">
            <a:extLst>
              <a:ext uri="{FF2B5EF4-FFF2-40B4-BE49-F238E27FC236}">
                <a16:creationId xmlns:a16="http://schemas.microsoft.com/office/drawing/2014/main" id="{9E636679-D287-455E-9B40-9D596B9809AD}"/>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1450348207"/>
      </p:ext>
    </p:extLst>
  </p:cSld>
  <p:clrMapOvr>
    <a:masterClrMapping/>
  </p:clrMapOvr>
  <p:transition>
    <p:fade/>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Closing slide">
    <p:bg>
      <p:bgPr>
        <a:solidFill>
          <a:schemeClr val="accent1"/>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8830E1E-F06E-469F-9154-F8DEA4B068FE}"/>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solidFill>
                  <a:schemeClr val="bg1"/>
                </a:solidFill>
              </a:rPr>
              <a:t>© Copyright Microsoft Corporation. All rights reserved.</a:t>
            </a:r>
          </a:p>
        </p:txBody>
      </p:sp>
      <p:pic>
        <p:nvPicPr>
          <p:cNvPr id="3" name="Picture 2" descr="Microsoft Azure logo">
            <a:extLst>
              <a:ext uri="{FF2B5EF4-FFF2-40B4-BE49-F238E27FC236}">
                <a16:creationId xmlns:a16="http://schemas.microsoft.com/office/drawing/2014/main" id="{7D35A676-8612-4160-B090-74025308FC28}"/>
              </a:ext>
            </a:extLst>
          </p:cNvPr>
          <p:cNvPicPr>
            <a:picLocks noChangeAspect="1"/>
          </p:cNvPicPr>
          <p:nvPr userDrawn="1"/>
        </p:nvPicPr>
        <p:blipFill>
          <a:blip r:embed="rId2"/>
          <a:stretch>
            <a:fillRect/>
          </a:stretch>
        </p:blipFill>
        <p:spPr>
          <a:xfrm>
            <a:off x="136885" y="159691"/>
            <a:ext cx="2635247" cy="871753"/>
          </a:xfrm>
          <a:prstGeom prst="rect">
            <a:avLst/>
          </a:prstGeom>
        </p:spPr>
      </p:pic>
    </p:spTree>
    <p:extLst>
      <p:ext uri="{BB962C8B-B14F-4D97-AF65-F5344CB8AC3E}">
        <p14:creationId xmlns:p14="http://schemas.microsoft.com/office/powerpoint/2010/main" val="4191480684"/>
      </p:ext>
    </p:extLst>
  </p:cSld>
  <p:clrMapOvr>
    <a:masterClrMapping/>
  </p:clrMapOvr>
  <p:transition>
    <p:fade/>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userDrawn="1">
  <p:cSld name="Title slide 3">
    <p:bg>
      <p:bgPr>
        <a:solidFill>
          <a:srgbClr val="000000"/>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302B9254-503D-8F44-9D4B-18675DFDE809}"/>
              </a:ext>
            </a:extLst>
          </p:cNvPr>
          <p:cNvSpPr>
            <a:spLocks noGrp="1"/>
          </p:cNvSpPr>
          <p:nvPr>
            <p:ph type="title" hasCustomPrompt="1"/>
          </p:nvPr>
        </p:nvSpPr>
        <p:spPr>
          <a:xfrm>
            <a:off x="428681" y="1457325"/>
            <a:ext cx="11344219" cy="701675"/>
          </a:xfrm>
          <a:prstGeom prst="rect">
            <a:avLst/>
          </a:prstGeom>
          <a:noFill/>
        </p:spPr>
        <p:txBody>
          <a:bodyPr lIns="0" tIns="0" rIns="0" bIns="182880" anchor="t" anchorCtr="0"/>
          <a:lstStyle>
            <a:lvl1pPr>
              <a:defRPr sz="3200" strike="noStrike" spc="-49" baseline="0">
                <a:solidFill>
                  <a:schemeClr val="bg2"/>
                </a:solidFill>
              </a:defRPr>
            </a:lvl1pPr>
          </a:lstStyle>
          <a:p>
            <a:r>
              <a:rPr lang="en-US"/>
              <a:t>Heading goes here</a:t>
            </a:r>
          </a:p>
        </p:txBody>
      </p:sp>
      <p:sp>
        <p:nvSpPr>
          <p:cNvPr id="12" name="Text Placeholder 10">
            <a:extLst>
              <a:ext uri="{FF2B5EF4-FFF2-40B4-BE49-F238E27FC236}">
                <a16:creationId xmlns:a16="http://schemas.microsoft.com/office/drawing/2014/main" id="{2D6C119F-8C39-DF40-90FE-09B7E3ECDBE0}"/>
              </a:ext>
            </a:extLst>
          </p:cNvPr>
          <p:cNvSpPr>
            <a:spLocks noGrp="1"/>
          </p:cNvSpPr>
          <p:nvPr>
            <p:ph type="body" sz="quarter" idx="15" hasCustomPrompt="1"/>
          </p:nvPr>
        </p:nvSpPr>
        <p:spPr>
          <a:xfrm>
            <a:off x="442466" y="2159000"/>
            <a:ext cx="11330434" cy="553998"/>
          </a:xfrm>
          <a:prstGeom prst="rect">
            <a:avLst/>
          </a:prstGeom>
        </p:spPr>
        <p:txBody>
          <a:bodyPr/>
          <a:lstStyle>
            <a:lvl1pPr marL="0" marR="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lang="en-US" sz="2400" kern="1200" spc="-49" baseline="0" dirty="0">
                <a:solidFill>
                  <a:schemeClr val="bg2"/>
                </a:solidFill>
                <a:latin typeface="+mj-lt"/>
                <a:ea typeface="+mn-ea"/>
                <a:cs typeface="+mn-cs"/>
              </a:defRPr>
            </a:lvl1pPr>
            <a:lvl2pPr>
              <a:defRPr sz="1765">
                <a:solidFill>
                  <a:srgbClr val="000000"/>
                </a:solidFill>
              </a:defRPr>
            </a:lvl2pPr>
            <a:lvl3pPr>
              <a:defRPr sz="1372"/>
            </a:lvl3pPr>
            <a:lvl4pPr>
              <a:defRPr sz="1372"/>
            </a:lvl4pPr>
            <a:lvl5pPr>
              <a:defRPr sz="1029"/>
            </a:lvl5pPr>
          </a:lstStyle>
          <a:p>
            <a:pPr lvl="0"/>
            <a:r>
              <a:rPr lang="en-US"/>
              <a:t>Text goes here</a:t>
            </a:r>
          </a:p>
        </p:txBody>
      </p:sp>
      <p:pic>
        <p:nvPicPr>
          <p:cNvPr id="4" name="Picture 3" descr="A picture containing drawing&#10;&#10;Description automatically generated">
            <a:extLst>
              <a:ext uri="{FF2B5EF4-FFF2-40B4-BE49-F238E27FC236}">
                <a16:creationId xmlns:a16="http://schemas.microsoft.com/office/drawing/2014/main" id="{5CC1D709-E431-42C5-A75F-9A42EF995404}"/>
              </a:ext>
            </a:extLst>
          </p:cNvPr>
          <p:cNvPicPr>
            <a:picLocks noChangeAspect="1"/>
          </p:cNvPicPr>
          <p:nvPr userDrawn="1"/>
        </p:nvPicPr>
        <p:blipFill>
          <a:blip r:embed="rId2"/>
          <a:stretch>
            <a:fillRect/>
          </a:stretch>
        </p:blipFill>
        <p:spPr>
          <a:xfrm>
            <a:off x="64294" y="85724"/>
            <a:ext cx="2384426" cy="1068717"/>
          </a:xfrm>
          <a:prstGeom prst="rect">
            <a:avLst/>
          </a:prstGeom>
        </p:spPr>
      </p:pic>
      <p:sp>
        <p:nvSpPr>
          <p:cNvPr id="2" name="Footer Placeholder 1">
            <a:extLst>
              <a:ext uri="{FF2B5EF4-FFF2-40B4-BE49-F238E27FC236}">
                <a16:creationId xmlns:a16="http://schemas.microsoft.com/office/drawing/2014/main" id="{CB34F2AE-FCDF-4A97-A628-7BA7ADAEFF03}"/>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solidFill>
                  <a:schemeClr val="bg1"/>
                </a:solidFill>
              </a:rPr>
              <a:t>© Copyright Microsoft Corporation. All rights reserved.</a:t>
            </a:r>
          </a:p>
        </p:txBody>
      </p:sp>
    </p:spTree>
    <p:extLst>
      <p:ext uri="{BB962C8B-B14F-4D97-AF65-F5344CB8AC3E}">
        <p14:creationId xmlns:p14="http://schemas.microsoft.com/office/powerpoint/2010/main" val="2566926581"/>
      </p:ext>
    </p:extLst>
  </p:cSld>
  <p:clrMapOvr>
    <a:masterClrMapping/>
  </p:clrMapOvr>
  <p:transition>
    <p:fade/>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userDrawn="1">
  <p:cSld name="1_Text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19100" y="1456897"/>
            <a:ext cx="11340811" cy="2051844"/>
          </a:xfrm>
        </p:spPr>
        <p:txBody>
          <a:bodyPr/>
          <a:lstStyle>
            <a:lvl1pPr>
              <a:spcBef>
                <a:spcPts val="392"/>
              </a:spcBef>
              <a:spcAft>
                <a:spcPts val="588"/>
              </a:spcAft>
              <a:defRPr sz="2400"/>
            </a:lvl1pPr>
            <a:lvl2pPr>
              <a:spcBef>
                <a:spcPts val="392"/>
              </a:spcBef>
              <a:spcAft>
                <a:spcPts val="588"/>
              </a:spcAft>
              <a:defRPr/>
            </a:lvl2pPr>
            <a:lvl3pPr>
              <a:spcBef>
                <a:spcPts val="392"/>
              </a:spcBef>
              <a:spcAft>
                <a:spcPts val="588"/>
              </a:spcAft>
              <a:defRPr/>
            </a:lvl3pPr>
            <a:lvl4pPr>
              <a:spcBef>
                <a:spcPts val="392"/>
              </a:spcBef>
              <a:spcAft>
                <a:spcPts val="588"/>
              </a:spcAft>
              <a:defRPr/>
            </a:lvl4pPr>
            <a:lvl5pPr>
              <a:spcBef>
                <a:spcPts val="392"/>
              </a:spcBef>
              <a:spcAft>
                <a:spcPts val="588"/>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F415B60E-29D3-45EF-9FD0-D9924E0B78BB}"/>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2063998853"/>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26" Type="http://schemas.openxmlformats.org/officeDocument/2006/relationships/slideLayout" Target="../slideLayouts/slideLayout40.xml"/><Relationship Id="rId21" Type="http://schemas.openxmlformats.org/officeDocument/2006/relationships/slideLayout" Target="../slideLayouts/slideLayout35.xml"/><Relationship Id="rId42" Type="http://schemas.openxmlformats.org/officeDocument/2006/relationships/slideLayout" Target="../slideLayouts/slideLayout56.xml"/><Relationship Id="rId47" Type="http://schemas.openxmlformats.org/officeDocument/2006/relationships/slideLayout" Target="../slideLayouts/slideLayout61.xml"/><Relationship Id="rId63" Type="http://schemas.openxmlformats.org/officeDocument/2006/relationships/slideLayout" Target="../slideLayouts/slideLayout77.xml"/><Relationship Id="rId68" Type="http://schemas.openxmlformats.org/officeDocument/2006/relationships/slideLayout" Target="../slideLayouts/slideLayout82.xml"/><Relationship Id="rId2" Type="http://schemas.openxmlformats.org/officeDocument/2006/relationships/slideLayout" Target="../slideLayouts/slideLayout16.xml"/><Relationship Id="rId16" Type="http://schemas.openxmlformats.org/officeDocument/2006/relationships/slideLayout" Target="../slideLayouts/slideLayout30.xml"/><Relationship Id="rId29" Type="http://schemas.openxmlformats.org/officeDocument/2006/relationships/slideLayout" Target="../slideLayouts/slideLayout43.xml"/><Relationship Id="rId11" Type="http://schemas.openxmlformats.org/officeDocument/2006/relationships/slideLayout" Target="../slideLayouts/slideLayout25.xml"/><Relationship Id="rId24" Type="http://schemas.openxmlformats.org/officeDocument/2006/relationships/slideLayout" Target="../slideLayouts/slideLayout38.xml"/><Relationship Id="rId32" Type="http://schemas.openxmlformats.org/officeDocument/2006/relationships/slideLayout" Target="../slideLayouts/slideLayout46.xml"/><Relationship Id="rId37" Type="http://schemas.openxmlformats.org/officeDocument/2006/relationships/slideLayout" Target="../slideLayouts/slideLayout51.xml"/><Relationship Id="rId40" Type="http://schemas.openxmlformats.org/officeDocument/2006/relationships/slideLayout" Target="../slideLayouts/slideLayout54.xml"/><Relationship Id="rId45" Type="http://schemas.openxmlformats.org/officeDocument/2006/relationships/slideLayout" Target="../slideLayouts/slideLayout59.xml"/><Relationship Id="rId53" Type="http://schemas.openxmlformats.org/officeDocument/2006/relationships/slideLayout" Target="../slideLayouts/slideLayout67.xml"/><Relationship Id="rId58" Type="http://schemas.openxmlformats.org/officeDocument/2006/relationships/slideLayout" Target="../slideLayouts/slideLayout72.xml"/><Relationship Id="rId66" Type="http://schemas.openxmlformats.org/officeDocument/2006/relationships/slideLayout" Target="../slideLayouts/slideLayout80.xml"/><Relationship Id="rId74" Type="http://schemas.openxmlformats.org/officeDocument/2006/relationships/slideLayout" Target="../slideLayouts/slideLayout88.xml"/><Relationship Id="rId5" Type="http://schemas.openxmlformats.org/officeDocument/2006/relationships/slideLayout" Target="../slideLayouts/slideLayout19.xml"/><Relationship Id="rId61" Type="http://schemas.openxmlformats.org/officeDocument/2006/relationships/slideLayout" Target="../slideLayouts/slideLayout75.xml"/><Relationship Id="rId19" Type="http://schemas.openxmlformats.org/officeDocument/2006/relationships/slideLayout" Target="../slideLayouts/slideLayout33.xml"/><Relationship Id="rId14" Type="http://schemas.openxmlformats.org/officeDocument/2006/relationships/slideLayout" Target="../slideLayouts/slideLayout28.xml"/><Relationship Id="rId22" Type="http://schemas.openxmlformats.org/officeDocument/2006/relationships/slideLayout" Target="../slideLayouts/slideLayout36.xml"/><Relationship Id="rId27" Type="http://schemas.openxmlformats.org/officeDocument/2006/relationships/slideLayout" Target="../slideLayouts/slideLayout41.xml"/><Relationship Id="rId30" Type="http://schemas.openxmlformats.org/officeDocument/2006/relationships/slideLayout" Target="../slideLayouts/slideLayout44.xml"/><Relationship Id="rId35" Type="http://schemas.openxmlformats.org/officeDocument/2006/relationships/slideLayout" Target="../slideLayouts/slideLayout49.xml"/><Relationship Id="rId43" Type="http://schemas.openxmlformats.org/officeDocument/2006/relationships/slideLayout" Target="../slideLayouts/slideLayout57.xml"/><Relationship Id="rId48" Type="http://schemas.openxmlformats.org/officeDocument/2006/relationships/slideLayout" Target="../slideLayouts/slideLayout62.xml"/><Relationship Id="rId56" Type="http://schemas.openxmlformats.org/officeDocument/2006/relationships/slideLayout" Target="../slideLayouts/slideLayout70.xml"/><Relationship Id="rId64" Type="http://schemas.openxmlformats.org/officeDocument/2006/relationships/slideLayout" Target="../slideLayouts/slideLayout78.xml"/><Relationship Id="rId69" Type="http://schemas.openxmlformats.org/officeDocument/2006/relationships/slideLayout" Target="../slideLayouts/slideLayout83.xml"/><Relationship Id="rId8" Type="http://schemas.openxmlformats.org/officeDocument/2006/relationships/slideLayout" Target="../slideLayouts/slideLayout22.xml"/><Relationship Id="rId51" Type="http://schemas.openxmlformats.org/officeDocument/2006/relationships/slideLayout" Target="../slideLayouts/slideLayout65.xml"/><Relationship Id="rId72" Type="http://schemas.openxmlformats.org/officeDocument/2006/relationships/slideLayout" Target="../slideLayouts/slideLayout86.xml"/><Relationship Id="rId3" Type="http://schemas.openxmlformats.org/officeDocument/2006/relationships/slideLayout" Target="../slideLayouts/slideLayout17.xml"/><Relationship Id="rId12" Type="http://schemas.openxmlformats.org/officeDocument/2006/relationships/slideLayout" Target="../slideLayouts/slideLayout26.xml"/><Relationship Id="rId17" Type="http://schemas.openxmlformats.org/officeDocument/2006/relationships/slideLayout" Target="../slideLayouts/slideLayout31.xml"/><Relationship Id="rId25" Type="http://schemas.openxmlformats.org/officeDocument/2006/relationships/slideLayout" Target="../slideLayouts/slideLayout39.xml"/><Relationship Id="rId33" Type="http://schemas.openxmlformats.org/officeDocument/2006/relationships/slideLayout" Target="../slideLayouts/slideLayout47.xml"/><Relationship Id="rId38" Type="http://schemas.openxmlformats.org/officeDocument/2006/relationships/slideLayout" Target="../slideLayouts/slideLayout52.xml"/><Relationship Id="rId46" Type="http://schemas.openxmlformats.org/officeDocument/2006/relationships/slideLayout" Target="../slideLayouts/slideLayout60.xml"/><Relationship Id="rId59" Type="http://schemas.openxmlformats.org/officeDocument/2006/relationships/slideLayout" Target="../slideLayouts/slideLayout73.xml"/><Relationship Id="rId67" Type="http://schemas.openxmlformats.org/officeDocument/2006/relationships/slideLayout" Target="../slideLayouts/slideLayout81.xml"/><Relationship Id="rId20" Type="http://schemas.openxmlformats.org/officeDocument/2006/relationships/slideLayout" Target="../slideLayouts/slideLayout34.xml"/><Relationship Id="rId41" Type="http://schemas.openxmlformats.org/officeDocument/2006/relationships/slideLayout" Target="../slideLayouts/slideLayout55.xml"/><Relationship Id="rId54" Type="http://schemas.openxmlformats.org/officeDocument/2006/relationships/slideLayout" Target="../slideLayouts/slideLayout68.xml"/><Relationship Id="rId62" Type="http://schemas.openxmlformats.org/officeDocument/2006/relationships/slideLayout" Target="../slideLayouts/slideLayout76.xml"/><Relationship Id="rId70" Type="http://schemas.openxmlformats.org/officeDocument/2006/relationships/slideLayout" Target="../slideLayouts/slideLayout84.xml"/><Relationship Id="rId75" Type="http://schemas.openxmlformats.org/officeDocument/2006/relationships/slideLayout" Target="../slideLayouts/slideLayout89.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5" Type="http://schemas.openxmlformats.org/officeDocument/2006/relationships/slideLayout" Target="../slideLayouts/slideLayout29.xml"/><Relationship Id="rId23" Type="http://schemas.openxmlformats.org/officeDocument/2006/relationships/slideLayout" Target="../slideLayouts/slideLayout37.xml"/><Relationship Id="rId28" Type="http://schemas.openxmlformats.org/officeDocument/2006/relationships/slideLayout" Target="../slideLayouts/slideLayout42.xml"/><Relationship Id="rId36" Type="http://schemas.openxmlformats.org/officeDocument/2006/relationships/slideLayout" Target="../slideLayouts/slideLayout50.xml"/><Relationship Id="rId49" Type="http://schemas.openxmlformats.org/officeDocument/2006/relationships/slideLayout" Target="../slideLayouts/slideLayout63.xml"/><Relationship Id="rId57" Type="http://schemas.openxmlformats.org/officeDocument/2006/relationships/slideLayout" Target="../slideLayouts/slideLayout71.xml"/><Relationship Id="rId10" Type="http://schemas.openxmlformats.org/officeDocument/2006/relationships/slideLayout" Target="../slideLayouts/slideLayout24.xml"/><Relationship Id="rId31" Type="http://schemas.openxmlformats.org/officeDocument/2006/relationships/slideLayout" Target="../slideLayouts/slideLayout45.xml"/><Relationship Id="rId44" Type="http://schemas.openxmlformats.org/officeDocument/2006/relationships/slideLayout" Target="../slideLayouts/slideLayout58.xml"/><Relationship Id="rId52" Type="http://schemas.openxmlformats.org/officeDocument/2006/relationships/slideLayout" Target="../slideLayouts/slideLayout66.xml"/><Relationship Id="rId60" Type="http://schemas.openxmlformats.org/officeDocument/2006/relationships/slideLayout" Target="../slideLayouts/slideLayout74.xml"/><Relationship Id="rId65" Type="http://schemas.openxmlformats.org/officeDocument/2006/relationships/slideLayout" Target="../slideLayouts/slideLayout79.xml"/><Relationship Id="rId73" Type="http://schemas.openxmlformats.org/officeDocument/2006/relationships/slideLayout" Target="../slideLayouts/slideLayout87.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3" Type="http://schemas.openxmlformats.org/officeDocument/2006/relationships/slideLayout" Target="../slideLayouts/slideLayout27.xml"/><Relationship Id="rId18" Type="http://schemas.openxmlformats.org/officeDocument/2006/relationships/slideLayout" Target="../slideLayouts/slideLayout32.xml"/><Relationship Id="rId39" Type="http://schemas.openxmlformats.org/officeDocument/2006/relationships/slideLayout" Target="../slideLayouts/slideLayout53.xml"/><Relationship Id="rId34" Type="http://schemas.openxmlformats.org/officeDocument/2006/relationships/slideLayout" Target="../slideLayouts/slideLayout48.xml"/><Relationship Id="rId50" Type="http://schemas.openxmlformats.org/officeDocument/2006/relationships/slideLayout" Target="../slideLayouts/slideLayout64.xml"/><Relationship Id="rId55" Type="http://schemas.openxmlformats.org/officeDocument/2006/relationships/slideLayout" Target="../slideLayouts/slideLayout69.xml"/><Relationship Id="rId76" Type="http://schemas.openxmlformats.org/officeDocument/2006/relationships/theme" Target="../theme/theme2.xml"/><Relationship Id="rId7" Type="http://schemas.openxmlformats.org/officeDocument/2006/relationships/slideLayout" Target="../slideLayouts/slideLayout21.xml"/><Relationship Id="rId71" Type="http://schemas.openxmlformats.org/officeDocument/2006/relationships/slideLayout" Target="../slideLayouts/slideLayout8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US" smtClean="0"/>
              <a:t>4/25/2022</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18643" y="440494"/>
            <a:ext cx="11341268" cy="680196"/>
          </a:xfrm>
          <a:prstGeom prst="rect">
            <a:avLst/>
          </a:prstGeom>
        </p:spPr>
        <p:txBody>
          <a:bodyPr vert="horz" wrap="square" lIns="0" tIns="91440" rIns="146304" bIns="91440" rtlCol="0" anchor="t">
            <a:noAutofit/>
          </a:bodyPr>
          <a:lstStyle/>
          <a:p>
            <a:r>
              <a:rPr lang="en-US"/>
              <a:t>Heading Segoe UI </a:t>
            </a:r>
            <a:r>
              <a:rPr lang="en-US" err="1"/>
              <a:t>Semibold</a:t>
            </a:r>
            <a:r>
              <a:rPr lang="en-US"/>
              <a:t> 28/32</a:t>
            </a:r>
          </a:p>
        </p:txBody>
      </p:sp>
      <p:sp>
        <p:nvSpPr>
          <p:cNvPr id="3" name="Text Placeholder 2">
            <a:extLst>
              <a:ext uri="{FF2B5EF4-FFF2-40B4-BE49-F238E27FC236}">
                <a16:creationId xmlns:a16="http://schemas.microsoft.com/office/drawing/2014/main" id="{472DFCB5-8236-4BBB-9AAC-3DEE722A5948}"/>
              </a:ext>
            </a:extLst>
          </p:cNvPr>
          <p:cNvSpPr>
            <a:spLocks noGrp="1"/>
          </p:cNvSpPr>
          <p:nvPr>
            <p:ph type="body" idx="1"/>
          </p:nvPr>
        </p:nvSpPr>
        <p:spPr>
          <a:xfrm>
            <a:off x="418643" y="1457325"/>
            <a:ext cx="11341264" cy="1808637"/>
          </a:xfrm>
          <a:prstGeom prst="rect">
            <a:avLst/>
          </a:prstGeom>
        </p:spPr>
        <p:txBody>
          <a:bodyPr vert="horz" lIns="91440" tIns="45720" rIns="91440" bIns="4572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Box 12">
            <a:extLst>
              <a:ext uri="{FF2B5EF4-FFF2-40B4-BE49-F238E27FC236}">
                <a16:creationId xmlns:a16="http://schemas.microsoft.com/office/drawing/2014/main" id="{1361B38E-CC75-4B74-AC2B-C0E9D3C55653}"/>
              </a:ext>
            </a:extLst>
          </p:cNvPr>
          <p:cNvSpPr txBox="1"/>
          <p:nvPr userDrawn="1"/>
        </p:nvSpPr>
        <p:spPr>
          <a:xfrm rot="16200000">
            <a:off x="-543855" y="6162563"/>
            <a:ext cx="743793" cy="193899"/>
          </a:xfrm>
          <a:prstGeom prst="rect">
            <a:avLst/>
          </a:prstGeom>
          <a:noFill/>
        </p:spPr>
        <p:txBody>
          <a:bodyPr wrap="none" lIns="0" tIns="0" rIns="0" bIns="0" rtlCol="0" anchor="ctr">
            <a:spAutoFit/>
          </a:bodyPr>
          <a:lstStyle/>
          <a:p>
            <a:pPr algn="ctr">
              <a:lnSpc>
                <a:spcPct val="90000"/>
              </a:lnSpc>
              <a:spcAft>
                <a:spcPts val="600"/>
              </a:spcAft>
            </a:pPr>
            <a:r>
              <a:rPr lang="en-US" sz="700">
                <a:solidFill>
                  <a:schemeClr val="bg1">
                    <a:lumMod val="75000"/>
                  </a:schemeClr>
                </a:solidFill>
              </a:rPr>
              <a:t>Closed captioning</a:t>
            </a:r>
            <a:br>
              <a:rPr lang="en-US" sz="700">
                <a:solidFill>
                  <a:schemeClr val="bg1">
                    <a:lumMod val="75000"/>
                  </a:schemeClr>
                </a:solidFill>
              </a:rPr>
            </a:br>
            <a:r>
              <a:rPr lang="en-US" sz="700">
                <a:solidFill>
                  <a:schemeClr val="bg1">
                    <a:lumMod val="75000"/>
                  </a:schemeClr>
                </a:solidFill>
              </a:rPr>
              <a:t>space demarcation</a:t>
            </a:r>
          </a:p>
        </p:txBody>
      </p:sp>
      <p:cxnSp>
        <p:nvCxnSpPr>
          <p:cNvPr id="16" name="Straight Connector 15">
            <a:extLst>
              <a:ext uri="{FF2B5EF4-FFF2-40B4-BE49-F238E27FC236}">
                <a16:creationId xmlns:a16="http://schemas.microsoft.com/office/drawing/2014/main" id="{C5D3B4B0-D7E4-452E-9052-467D1A357B58}"/>
              </a:ext>
            </a:extLst>
          </p:cNvPr>
          <p:cNvCxnSpPr>
            <a:cxnSpLocks/>
          </p:cNvCxnSpPr>
          <p:nvPr userDrawn="1"/>
        </p:nvCxnSpPr>
        <p:spPr>
          <a:xfrm>
            <a:off x="-97630" y="5670550"/>
            <a:ext cx="90487" cy="0"/>
          </a:xfrm>
          <a:prstGeom prst="line">
            <a:avLst/>
          </a:prstGeom>
          <a:noFill/>
          <a:ln cap="sq">
            <a:solidFill>
              <a:srgbClr val="FF0000"/>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cxnSp>
        <p:nvCxnSpPr>
          <p:cNvPr id="23" name="Straight Connector 22">
            <a:extLst>
              <a:ext uri="{FF2B5EF4-FFF2-40B4-BE49-F238E27FC236}">
                <a16:creationId xmlns:a16="http://schemas.microsoft.com/office/drawing/2014/main" id="{F3819C2B-33CD-4727-8D19-9778546E3FEE}"/>
              </a:ext>
            </a:extLst>
          </p:cNvPr>
          <p:cNvCxnSpPr>
            <a:cxnSpLocks/>
          </p:cNvCxnSpPr>
          <p:nvPr userDrawn="1"/>
        </p:nvCxnSpPr>
        <p:spPr>
          <a:xfrm>
            <a:off x="-97630" y="6848475"/>
            <a:ext cx="90487" cy="0"/>
          </a:xfrm>
          <a:prstGeom prst="line">
            <a:avLst/>
          </a:prstGeom>
          <a:noFill/>
          <a:ln cap="sq">
            <a:solidFill>
              <a:srgbClr val="FF0000"/>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cxnSp>
        <p:nvCxnSpPr>
          <p:cNvPr id="20" name="Straight Connector 19">
            <a:extLst>
              <a:ext uri="{FF2B5EF4-FFF2-40B4-BE49-F238E27FC236}">
                <a16:creationId xmlns:a16="http://schemas.microsoft.com/office/drawing/2014/main" id="{888E9C55-8D94-473F-8786-1C75C667BCFC}"/>
              </a:ext>
            </a:extLst>
          </p:cNvPr>
          <p:cNvCxnSpPr>
            <a:cxnSpLocks/>
          </p:cNvCxnSpPr>
          <p:nvPr userDrawn="1"/>
        </p:nvCxnSpPr>
        <p:spPr>
          <a:xfrm>
            <a:off x="-52387" y="5670550"/>
            <a:ext cx="0" cy="1177925"/>
          </a:xfrm>
          <a:prstGeom prst="line">
            <a:avLst/>
          </a:prstGeom>
          <a:noFill/>
          <a:ln cap="sq">
            <a:solidFill>
              <a:srgbClr val="FF0000"/>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grpSp>
        <p:nvGrpSpPr>
          <p:cNvPr id="9" name="Group 8">
            <a:extLst>
              <a:ext uri="{FF2B5EF4-FFF2-40B4-BE49-F238E27FC236}">
                <a16:creationId xmlns:a16="http://schemas.microsoft.com/office/drawing/2014/main" id="{EA917D29-CA57-449D-A8E9-0E701C224DA1}"/>
              </a:ext>
            </a:extLst>
          </p:cNvPr>
          <p:cNvGrpSpPr/>
          <p:nvPr userDrawn="1"/>
        </p:nvGrpSpPr>
        <p:grpSpPr>
          <a:xfrm rot="5400000">
            <a:off x="9114924" y="3156600"/>
            <a:ext cx="6843276" cy="530076"/>
            <a:chOff x="-2857775" y="8147048"/>
            <a:chExt cx="11623156" cy="1498603"/>
          </a:xfrm>
        </p:grpSpPr>
        <p:sp>
          <p:nvSpPr>
            <p:cNvPr id="10" name="Rectangle 9">
              <a:extLst>
                <a:ext uri="{FF2B5EF4-FFF2-40B4-BE49-F238E27FC236}">
                  <a16:creationId xmlns:a16="http://schemas.microsoft.com/office/drawing/2014/main" id="{D2C5D111-E096-49EA-AEE3-EB0914371B58}"/>
                </a:ext>
              </a:extLst>
            </p:cNvPr>
            <p:cNvSpPr/>
            <p:nvPr userDrawn="1"/>
          </p:nvSpPr>
          <p:spPr bwMode="auto">
            <a:xfrm>
              <a:off x="5983100" y="8147051"/>
              <a:ext cx="2782281" cy="1498598"/>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a:solidFill>
                    <a:schemeClr val="bg1"/>
                  </a:solidFill>
                  <a:ea typeface="Segoe UI" pitchFamily="34" charset="0"/>
                  <a:cs typeface="Segoe UI" pitchFamily="34" charset="0"/>
                </a:rPr>
                <a:t>Gray</a:t>
              </a:r>
            </a:p>
            <a:p>
              <a:pPr defTabSz="914102" fontAlgn="base">
                <a:spcBef>
                  <a:spcPct val="0"/>
                </a:spcBef>
                <a:spcAft>
                  <a:spcPts val="98"/>
                </a:spcAft>
              </a:pPr>
              <a:r>
                <a:rPr lang="en-US" sz="588">
                  <a:solidFill>
                    <a:schemeClr val="bg1"/>
                  </a:solidFill>
                  <a:ea typeface="Segoe UI" pitchFamily="34" charset="0"/>
                  <a:cs typeface="Segoe UI" pitchFamily="34" charset="0"/>
                </a:rPr>
                <a:t>R117 G117 B122</a:t>
              </a:r>
            </a:p>
            <a:p>
              <a:pPr defTabSz="914102" fontAlgn="base">
                <a:spcBef>
                  <a:spcPct val="0"/>
                </a:spcBef>
                <a:spcAft>
                  <a:spcPts val="98"/>
                </a:spcAft>
              </a:pPr>
              <a:r>
                <a:rPr lang="en-US" sz="588">
                  <a:solidFill>
                    <a:schemeClr val="bg1"/>
                  </a:solidFill>
                  <a:ea typeface="Segoe UI" pitchFamily="34" charset="0"/>
                  <a:cs typeface="Segoe UI" pitchFamily="34" charset="0"/>
                </a:rPr>
                <a:t>Hex #75757A</a:t>
              </a:r>
            </a:p>
          </p:txBody>
        </p:sp>
        <p:sp>
          <p:nvSpPr>
            <p:cNvPr id="11" name="Rectangle 10">
              <a:extLst>
                <a:ext uri="{FF2B5EF4-FFF2-40B4-BE49-F238E27FC236}">
                  <a16:creationId xmlns:a16="http://schemas.microsoft.com/office/drawing/2014/main" id="{5039965E-5253-4C55-AB99-1693A37AE765}"/>
                </a:ext>
              </a:extLst>
            </p:cNvPr>
            <p:cNvSpPr/>
            <p:nvPr userDrawn="1"/>
          </p:nvSpPr>
          <p:spPr bwMode="auto">
            <a:xfrm>
              <a:off x="3154167" y="8147050"/>
              <a:ext cx="2827669" cy="1498599"/>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a:solidFill>
                    <a:schemeClr val="bg1"/>
                  </a:solidFill>
                  <a:ea typeface="Segoe UI" pitchFamily="34" charset="0"/>
                  <a:cs typeface="Segoe UI" pitchFamily="34" charset="0"/>
                </a:rPr>
                <a:t>Blue-Gray</a:t>
              </a:r>
            </a:p>
            <a:p>
              <a:pPr defTabSz="914102" fontAlgn="base">
                <a:spcBef>
                  <a:spcPct val="0"/>
                </a:spcBef>
                <a:spcAft>
                  <a:spcPts val="98"/>
                </a:spcAft>
              </a:pPr>
              <a:r>
                <a:rPr lang="en-US" sz="588">
                  <a:solidFill>
                    <a:schemeClr val="bg1"/>
                  </a:solidFill>
                  <a:ea typeface="Segoe UI" pitchFamily="34" charset="0"/>
                  <a:cs typeface="Segoe UI" pitchFamily="34" charset="0"/>
                </a:rPr>
                <a:t>R36 G58 B94</a:t>
              </a:r>
            </a:p>
            <a:p>
              <a:pPr defTabSz="914102" fontAlgn="base">
                <a:spcBef>
                  <a:spcPct val="0"/>
                </a:spcBef>
                <a:spcAft>
                  <a:spcPts val="98"/>
                </a:spcAft>
              </a:pPr>
              <a:r>
                <a:rPr lang="en-US" sz="588">
                  <a:solidFill>
                    <a:schemeClr val="bg1"/>
                  </a:solidFill>
                  <a:ea typeface="Segoe UI" pitchFamily="34" charset="0"/>
                  <a:cs typeface="Segoe UI" pitchFamily="34" charset="0"/>
                </a:rPr>
                <a:t>Hex #243A5E</a:t>
              </a:r>
            </a:p>
          </p:txBody>
        </p:sp>
        <p:sp>
          <p:nvSpPr>
            <p:cNvPr id="12" name="Rectangle 11">
              <a:extLst>
                <a:ext uri="{FF2B5EF4-FFF2-40B4-BE49-F238E27FC236}">
                  <a16:creationId xmlns:a16="http://schemas.microsoft.com/office/drawing/2014/main" id="{AF311DF9-B4D5-4E0A-A6D1-44E590AD6C51}"/>
                </a:ext>
              </a:extLst>
            </p:cNvPr>
            <p:cNvSpPr/>
            <p:nvPr userDrawn="1"/>
          </p:nvSpPr>
          <p:spPr bwMode="auto">
            <a:xfrm>
              <a:off x="465139" y="8147051"/>
              <a:ext cx="2689028" cy="1498600"/>
            </a:xfrm>
            <a:prstGeom prst="rect">
              <a:avLst/>
            </a:prstGeom>
            <a:solidFill>
              <a:schemeClr val="tx2"/>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a:solidFill>
                    <a:schemeClr val="bg1"/>
                  </a:solidFill>
                  <a:ea typeface="Segoe UI" pitchFamily="34" charset="0"/>
                  <a:cs typeface="Segoe UI" pitchFamily="34" charset="0"/>
                </a:rPr>
                <a:t>Blue</a:t>
              </a:r>
            </a:p>
            <a:p>
              <a:pPr defTabSz="914102" fontAlgn="base">
                <a:spcBef>
                  <a:spcPct val="0"/>
                </a:spcBef>
                <a:spcAft>
                  <a:spcPts val="98"/>
                </a:spcAft>
              </a:pPr>
              <a:r>
                <a:rPr lang="en-US" sz="588">
                  <a:solidFill>
                    <a:schemeClr val="bg1"/>
                  </a:solidFill>
                  <a:ea typeface="Segoe UI" pitchFamily="34" charset="0"/>
                  <a:cs typeface="Segoe UI" pitchFamily="34" charset="0"/>
                </a:rPr>
                <a:t>R0 G120 B211</a:t>
              </a:r>
            </a:p>
            <a:p>
              <a:pPr defTabSz="914102" fontAlgn="base">
                <a:spcBef>
                  <a:spcPct val="0"/>
                </a:spcBef>
                <a:spcAft>
                  <a:spcPts val="98"/>
                </a:spcAft>
              </a:pPr>
              <a:r>
                <a:rPr lang="en-US" sz="588">
                  <a:solidFill>
                    <a:schemeClr val="bg1"/>
                  </a:solidFill>
                  <a:ea typeface="Segoe UI" pitchFamily="34" charset="0"/>
                  <a:cs typeface="Segoe UI" pitchFamily="34" charset="0"/>
                </a:rPr>
                <a:t>Hex #0078D4</a:t>
              </a:r>
            </a:p>
          </p:txBody>
        </p:sp>
        <p:grpSp>
          <p:nvGrpSpPr>
            <p:cNvPr id="14" name="Group 13">
              <a:extLst>
                <a:ext uri="{FF2B5EF4-FFF2-40B4-BE49-F238E27FC236}">
                  <a16:creationId xmlns:a16="http://schemas.microsoft.com/office/drawing/2014/main" id="{5C9B25FA-E6F8-40AF-93F8-58C7AF6BEB8A}"/>
                </a:ext>
              </a:extLst>
            </p:cNvPr>
            <p:cNvGrpSpPr/>
            <p:nvPr userDrawn="1"/>
          </p:nvGrpSpPr>
          <p:grpSpPr>
            <a:xfrm>
              <a:off x="-2857775" y="8147048"/>
              <a:ext cx="3321653" cy="1498596"/>
              <a:chOff x="-2857775" y="8250837"/>
              <a:chExt cx="3321653" cy="1394819"/>
            </a:xfrm>
          </p:grpSpPr>
          <p:sp>
            <p:nvSpPr>
              <p:cNvPr id="15" name="Rectangle 14">
                <a:extLst>
                  <a:ext uri="{FF2B5EF4-FFF2-40B4-BE49-F238E27FC236}">
                    <a16:creationId xmlns:a16="http://schemas.microsoft.com/office/drawing/2014/main" id="{D3D95A63-B9A0-4F7F-AFB5-98BD9D5D7C57}"/>
                  </a:ext>
                </a:extLst>
              </p:cNvPr>
              <p:cNvSpPr/>
              <p:nvPr userDrawn="1"/>
            </p:nvSpPr>
            <p:spPr bwMode="auto">
              <a:xfrm>
                <a:off x="-2857775" y="8250837"/>
                <a:ext cx="1660192" cy="1394818"/>
              </a:xfrm>
              <a:prstGeom prst="rect">
                <a:avLst/>
              </a:prstGeom>
              <a:solidFill>
                <a:schemeClr val="tx1"/>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a:solidFill>
                      <a:schemeClr val="bg1"/>
                    </a:solidFill>
                    <a:ea typeface="Segoe UI" pitchFamily="34" charset="0"/>
                    <a:cs typeface="Segoe UI" pitchFamily="34" charset="0"/>
                  </a:rPr>
                  <a:t>Black</a:t>
                </a:r>
              </a:p>
              <a:p>
                <a:pPr defTabSz="914102" fontAlgn="base">
                  <a:spcBef>
                    <a:spcPct val="0"/>
                  </a:spcBef>
                  <a:spcAft>
                    <a:spcPts val="98"/>
                  </a:spcAft>
                </a:pPr>
                <a:r>
                  <a:rPr lang="en-US" sz="588">
                    <a:solidFill>
                      <a:schemeClr val="bg1"/>
                    </a:solidFill>
                    <a:ea typeface="Segoe UI" pitchFamily="34" charset="0"/>
                    <a:cs typeface="Segoe UI" pitchFamily="34" charset="0"/>
                  </a:rPr>
                  <a:t>R0 G0 B0</a:t>
                </a:r>
              </a:p>
              <a:p>
                <a:pPr defTabSz="914102" fontAlgn="base">
                  <a:spcBef>
                    <a:spcPct val="0"/>
                  </a:spcBef>
                  <a:spcAft>
                    <a:spcPts val="98"/>
                  </a:spcAft>
                </a:pPr>
                <a:r>
                  <a:rPr lang="en-US" sz="588">
                    <a:solidFill>
                      <a:schemeClr val="bg1"/>
                    </a:solidFill>
                    <a:ea typeface="Segoe UI" pitchFamily="34" charset="0"/>
                    <a:cs typeface="Segoe UI" pitchFamily="34" charset="0"/>
                  </a:rPr>
                  <a:t>Hex #000000</a:t>
                </a:r>
              </a:p>
            </p:txBody>
          </p:sp>
          <p:sp>
            <p:nvSpPr>
              <p:cNvPr id="17" name="Rectangle 16">
                <a:extLst>
                  <a:ext uri="{FF2B5EF4-FFF2-40B4-BE49-F238E27FC236}">
                    <a16:creationId xmlns:a16="http://schemas.microsoft.com/office/drawing/2014/main" id="{0CC1517B-C8FA-41CB-889A-1B74C78210A7}"/>
                  </a:ext>
                </a:extLst>
              </p:cNvPr>
              <p:cNvSpPr/>
              <p:nvPr userDrawn="1"/>
            </p:nvSpPr>
            <p:spPr bwMode="auto">
              <a:xfrm>
                <a:off x="-1196315" y="8250841"/>
                <a:ext cx="1660193" cy="1394815"/>
              </a:xfrm>
              <a:prstGeom prst="rect">
                <a:avLst/>
              </a:prstGeom>
              <a:solidFill>
                <a:schemeClr val="bg2"/>
              </a:solidFill>
              <a:ln w="63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a:solidFill>
                      <a:schemeClr val="tx1"/>
                    </a:solidFill>
                    <a:ea typeface="Segoe UI" pitchFamily="34" charset="0"/>
                    <a:cs typeface="Segoe UI" pitchFamily="34" charset="0"/>
                  </a:rPr>
                  <a:t>White</a:t>
                </a:r>
              </a:p>
              <a:p>
                <a:pPr defTabSz="914102" fontAlgn="base">
                  <a:spcBef>
                    <a:spcPct val="0"/>
                  </a:spcBef>
                  <a:spcAft>
                    <a:spcPts val="98"/>
                  </a:spcAft>
                </a:pPr>
                <a:r>
                  <a:rPr lang="en-US" sz="588">
                    <a:solidFill>
                      <a:schemeClr val="tx1"/>
                    </a:solidFill>
                    <a:ea typeface="Segoe UI" pitchFamily="34" charset="0"/>
                    <a:cs typeface="Segoe UI" pitchFamily="34" charset="0"/>
                  </a:rPr>
                  <a:t>R255 G255 B255</a:t>
                </a:r>
              </a:p>
              <a:p>
                <a:pPr defTabSz="914102" fontAlgn="base">
                  <a:spcBef>
                    <a:spcPct val="0"/>
                  </a:spcBef>
                  <a:spcAft>
                    <a:spcPts val="98"/>
                  </a:spcAft>
                </a:pPr>
                <a:r>
                  <a:rPr lang="en-US" sz="588">
                    <a:solidFill>
                      <a:schemeClr val="tx1"/>
                    </a:solidFill>
                    <a:ea typeface="Segoe UI" pitchFamily="34" charset="0"/>
                    <a:cs typeface="Segoe UI" pitchFamily="34" charset="0"/>
                  </a:rPr>
                  <a:t>Hex #FFFFFF</a:t>
                </a:r>
              </a:p>
            </p:txBody>
          </p:sp>
        </p:grpSp>
      </p:grpSp>
    </p:spTree>
    <p:extLst>
      <p:ext uri="{BB962C8B-B14F-4D97-AF65-F5344CB8AC3E}">
        <p14:creationId xmlns:p14="http://schemas.microsoft.com/office/powerpoint/2010/main" val="3602872013"/>
      </p:ext>
    </p:extLst>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 id="2147483688" r:id="rId12"/>
    <p:sldLayoutId id="2147483689" r:id="rId13"/>
    <p:sldLayoutId id="2147483690" r:id="rId14"/>
    <p:sldLayoutId id="2147483691" r:id="rId15"/>
    <p:sldLayoutId id="2147483692" r:id="rId16"/>
    <p:sldLayoutId id="2147483693" r:id="rId17"/>
    <p:sldLayoutId id="2147483694" r:id="rId18"/>
    <p:sldLayoutId id="2147483695" r:id="rId19"/>
    <p:sldLayoutId id="2147483696" r:id="rId20"/>
    <p:sldLayoutId id="2147483697" r:id="rId21"/>
    <p:sldLayoutId id="2147483698" r:id="rId22"/>
    <p:sldLayoutId id="2147483699" r:id="rId23"/>
    <p:sldLayoutId id="2147483700" r:id="rId24"/>
    <p:sldLayoutId id="2147483701" r:id="rId25"/>
    <p:sldLayoutId id="2147483702" r:id="rId26"/>
    <p:sldLayoutId id="2147483703" r:id="rId27"/>
    <p:sldLayoutId id="2147483704" r:id="rId28"/>
    <p:sldLayoutId id="2147483705" r:id="rId29"/>
    <p:sldLayoutId id="2147483706" r:id="rId30"/>
    <p:sldLayoutId id="2147483707" r:id="rId31"/>
    <p:sldLayoutId id="2147483708" r:id="rId32"/>
    <p:sldLayoutId id="2147483709" r:id="rId33"/>
    <p:sldLayoutId id="2147483710" r:id="rId34"/>
    <p:sldLayoutId id="2147483711" r:id="rId35"/>
    <p:sldLayoutId id="2147483712" r:id="rId36"/>
    <p:sldLayoutId id="2147483713" r:id="rId37"/>
    <p:sldLayoutId id="2147483714" r:id="rId38"/>
    <p:sldLayoutId id="2147483715" r:id="rId39"/>
    <p:sldLayoutId id="2147483716" r:id="rId40"/>
    <p:sldLayoutId id="2147483717" r:id="rId41"/>
    <p:sldLayoutId id="2147483718" r:id="rId42"/>
    <p:sldLayoutId id="2147483719" r:id="rId43"/>
    <p:sldLayoutId id="2147483720" r:id="rId44"/>
    <p:sldLayoutId id="2147483721" r:id="rId45"/>
    <p:sldLayoutId id="2147483722" r:id="rId46"/>
    <p:sldLayoutId id="2147483723" r:id="rId47"/>
    <p:sldLayoutId id="2147483724" r:id="rId48"/>
    <p:sldLayoutId id="2147483725" r:id="rId49"/>
    <p:sldLayoutId id="2147483726" r:id="rId50"/>
    <p:sldLayoutId id="2147483727" r:id="rId51"/>
    <p:sldLayoutId id="2147483728" r:id="rId52"/>
    <p:sldLayoutId id="2147483729" r:id="rId53"/>
    <p:sldLayoutId id="2147483730" r:id="rId54"/>
    <p:sldLayoutId id="2147483731" r:id="rId55"/>
    <p:sldLayoutId id="2147483732" r:id="rId56"/>
    <p:sldLayoutId id="2147483733" r:id="rId57"/>
    <p:sldLayoutId id="2147483734" r:id="rId58"/>
    <p:sldLayoutId id="2147483735" r:id="rId59"/>
    <p:sldLayoutId id="2147483736" r:id="rId60"/>
    <p:sldLayoutId id="2147483737" r:id="rId61"/>
    <p:sldLayoutId id="2147483738" r:id="rId62"/>
    <p:sldLayoutId id="2147483739" r:id="rId63"/>
    <p:sldLayoutId id="2147483740" r:id="rId64"/>
    <p:sldLayoutId id="2147483741" r:id="rId65"/>
    <p:sldLayoutId id="2147483742" r:id="rId66"/>
    <p:sldLayoutId id="2147483743" r:id="rId67"/>
    <p:sldLayoutId id="2147483744" r:id="rId68"/>
    <p:sldLayoutId id="2147483745" r:id="rId69"/>
    <p:sldLayoutId id="2147483746" r:id="rId70"/>
    <p:sldLayoutId id="2147483747" r:id="rId71"/>
    <p:sldLayoutId id="2147483748" r:id="rId72"/>
    <p:sldLayoutId id="2147483749" r:id="rId73"/>
    <p:sldLayoutId id="2147483750" r:id="rId74"/>
    <p:sldLayoutId id="2147483751" r:id="rId75"/>
  </p:sldLayoutIdLst>
  <p:transition>
    <p:fade/>
  </p:transition>
  <p:hf sldNum="0" hdr="0" dt="0"/>
  <p:txStyles>
    <p:titleStyle>
      <a:lvl1pPr algn="l" defTabSz="914367" rtl="0" eaLnBrk="1" latinLnBrk="0" hangingPunct="1">
        <a:lnSpc>
          <a:spcPct val="90000"/>
        </a:lnSpc>
        <a:spcBef>
          <a:spcPct val="0"/>
        </a:spcBef>
        <a:buNone/>
        <a:defRPr lang="en-US" sz="3200" b="0" kern="1200" cap="none" spc="-49" baseline="0" dirty="0" smtClean="0">
          <a:ln w="3175">
            <a:noFill/>
          </a:ln>
          <a:solidFill>
            <a:srgbClr val="000000"/>
          </a:solidFill>
          <a:effectLst/>
          <a:latin typeface="+mj-lt"/>
          <a:ea typeface="+mn-ea"/>
          <a:cs typeface="Segoe UI" pitchFamily="34" charset="0"/>
        </a:defRPr>
      </a:lvl1pPr>
    </p:titleStyle>
    <p:bodyStyle>
      <a:lvl1pPr marL="0" marR="0" indent="0" algn="l" defTabSz="914367" rtl="0" eaLnBrk="1" fontAlgn="auto" latinLnBrk="0" hangingPunct="1">
        <a:lnSpc>
          <a:spcPct val="100000"/>
        </a:lnSpc>
        <a:spcBef>
          <a:spcPts val="200"/>
        </a:spcBef>
        <a:spcAft>
          <a:spcPts val="400"/>
        </a:spcAft>
        <a:buClrTx/>
        <a:buSzPct val="90000"/>
        <a:buFont typeface="Wingdings" panose="05000000000000000000" pitchFamily="2" charset="2"/>
        <a:buNone/>
        <a:tabLst/>
        <a:defRPr sz="2353" kern="1200" spc="-49" baseline="0">
          <a:solidFill>
            <a:srgbClr val="000000"/>
          </a:solidFill>
          <a:latin typeface="+mj-lt"/>
          <a:ea typeface="+mn-ea"/>
          <a:cs typeface="+mn-cs"/>
        </a:defRPr>
      </a:lvl1pPr>
      <a:lvl2pPr marL="0" marR="0" indent="0" algn="l" defTabSz="914367" rtl="0" eaLnBrk="1" fontAlgn="auto" latinLnBrk="0" hangingPunct="1">
        <a:lnSpc>
          <a:spcPct val="100000"/>
        </a:lnSpc>
        <a:spcBef>
          <a:spcPts val="200"/>
        </a:spcBef>
        <a:spcAft>
          <a:spcPts val="400"/>
        </a:spcAft>
        <a:buClrTx/>
        <a:buSzPct val="90000"/>
        <a:buFontTx/>
        <a:buNone/>
        <a:tabLst/>
        <a:defRPr sz="2000" kern="1200" spc="0" baseline="0">
          <a:solidFill>
            <a:schemeClr val="tx1"/>
          </a:solidFill>
          <a:latin typeface="+mn-lt"/>
          <a:ea typeface="+mn-ea"/>
          <a:cs typeface="+mn-cs"/>
        </a:defRPr>
      </a:lvl2pPr>
      <a:lvl3pPr marL="342900" marR="0" indent="-228600" algn="l" defTabSz="914367" rtl="0" eaLnBrk="1" fontAlgn="auto" latinLnBrk="0" hangingPunct="1">
        <a:lnSpc>
          <a:spcPct val="100000"/>
        </a:lnSpc>
        <a:spcBef>
          <a:spcPts val="200"/>
        </a:spcBef>
        <a:spcAft>
          <a:spcPts val="400"/>
        </a:spcAft>
        <a:buClrTx/>
        <a:buSzPct val="100000"/>
        <a:buFont typeface="Arial" panose="020B0604020202020204" pitchFamily="34" charset="0"/>
        <a:buChar char="•"/>
        <a:tabLst/>
        <a:defRPr sz="1800" kern="1200" spc="0" baseline="0">
          <a:solidFill>
            <a:schemeClr val="tx1"/>
          </a:solidFill>
          <a:latin typeface="+mn-lt"/>
          <a:ea typeface="+mn-ea"/>
          <a:cs typeface="+mn-cs"/>
        </a:defRPr>
      </a:lvl3pPr>
      <a:lvl4pPr marL="685800" marR="0" indent="-228600" algn="l" defTabSz="914367" rtl="0" eaLnBrk="1" fontAlgn="auto" latinLnBrk="0" hangingPunct="1">
        <a:lnSpc>
          <a:spcPct val="100000"/>
        </a:lnSpc>
        <a:spcBef>
          <a:spcPts val="200"/>
        </a:spcBef>
        <a:spcAft>
          <a:spcPts val="400"/>
        </a:spcAft>
        <a:buClrTx/>
        <a:buSzPct val="100000"/>
        <a:buFont typeface="Arial" panose="020B0604020202020204" pitchFamily="34" charset="0"/>
        <a:buChar char="‒"/>
        <a:tabLst/>
        <a:defRPr sz="1800" kern="1200" spc="0" baseline="0">
          <a:solidFill>
            <a:schemeClr val="tx1"/>
          </a:solidFill>
          <a:latin typeface="+mn-lt"/>
          <a:ea typeface="+mn-ea"/>
          <a:cs typeface="+mn-cs"/>
        </a:defRPr>
      </a:lvl4pPr>
      <a:lvl5pPr marL="685800" marR="0" indent="0" algn="l" defTabSz="914367" rtl="0" eaLnBrk="1" fontAlgn="auto" latinLnBrk="0" hangingPunct="1">
        <a:lnSpc>
          <a:spcPct val="100000"/>
        </a:lnSpc>
        <a:spcBef>
          <a:spcPts val="200"/>
        </a:spcBef>
        <a:spcAft>
          <a:spcPts val="400"/>
        </a:spcAft>
        <a:buClrTx/>
        <a:buSzPct val="100000"/>
        <a:buFont typeface="Arial" panose="020B0604020202020204" pitchFamily="34" charset="0"/>
        <a:buNone/>
        <a:tabLst/>
        <a:defRPr sz="1200" b="1" kern="1200" spc="0" baseline="0">
          <a:solidFill>
            <a:schemeClr val="tx1"/>
          </a:solidFill>
          <a:latin typeface="+mn-lt"/>
          <a:ea typeface="+mn-ea"/>
          <a:cs typeface="+mn-cs"/>
        </a:defRPr>
      </a:lvl5pPr>
      <a:lvl6pPr marL="2285916" indent="0" algn="l" defTabSz="914367" rtl="0" eaLnBrk="1" latinLnBrk="0" hangingPunct="1">
        <a:spcBef>
          <a:spcPct val="20000"/>
        </a:spcBef>
        <a:buFont typeface="Arial" pitchFamily="34" charset="0"/>
        <a:buNone/>
        <a:defRPr sz="1961" kern="1200">
          <a:solidFill>
            <a:schemeClr val="tx1"/>
          </a:solidFill>
          <a:latin typeface="+mn-lt"/>
          <a:ea typeface="+mn-ea"/>
          <a:cs typeface="+mn-cs"/>
        </a:defRPr>
      </a:lvl6pPr>
      <a:lvl7pPr marL="0" indent="0" algn="l" defTabSz="914367" rtl="0" eaLnBrk="1" latinLnBrk="0" hangingPunct="1">
        <a:lnSpc>
          <a:spcPct val="100000"/>
        </a:lnSpc>
        <a:spcBef>
          <a:spcPts val="392"/>
        </a:spcBef>
        <a:spcAft>
          <a:spcPts val="588"/>
        </a:spcAft>
        <a:buFont typeface="Arial" pitchFamily="34" charset="0"/>
        <a:buNone/>
        <a:defRPr sz="1200" kern="1200">
          <a:solidFill>
            <a:schemeClr val="tx1"/>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p:bodyStyle>
    <p:other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otherStyle>
  </p:txStyles>
  <p:extLst>
    <p:ext uri="{27BBF7A9-308A-43DC-89C8-2F10F3537804}">
      <p15:sldGuideLst xmlns:p15="http://schemas.microsoft.com/office/powerpoint/2012/main">
        <p15:guide id="31" pos="1322">
          <p15:clr>
            <a:srgbClr val="C35EA4"/>
          </p15:clr>
        </p15:guide>
        <p15:guide id="32" pos="1498">
          <p15:clr>
            <a:srgbClr val="C35EA4"/>
          </p15:clr>
        </p15:guide>
        <p15:guide id="33" pos="2569">
          <p15:clr>
            <a:srgbClr val="C35EA4"/>
          </p15:clr>
        </p15:guide>
        <p15:guide id="34" pos="2711">
          <p15:clr>
            <a:srgbClr val="C35EA4"/>
          </p15:clr>
        </p15:guide>
        <p15:guide id="35" pos="3778">
          <p15:clr>
            <a:srgbClr val="C35EA4"/>
          </p15:clr>
        </p15:guide>
        <p15:guide id="36" pos="3924">
          <p15:clr>
            <a:srgbClr val="C35EA4"/>
          </p15:clr>
        </p15:guide>
        <p15:guide id="37" pos="4983">
          <p15:clr>
            <a:srgbClr val="C35EA4"/>
          </p15:clr>
        </p15:guide>
        <p15:guide id="38" pos="5127">
          <p15:clr>
            <a:srgbClr val="C35EA4"/>
          </p15:clr>
        </p15:guide>
        <p15:guide id="39" pos="6199">
          <p15:clr>
            <a:srgbClr val="C35EA4"/>
          </p15:clr>
        </p15:guide>
        <p15:guide id="40" pos="6342">
          <p15:clr>
            <a:srgbClr val="C35EA4"/>
          </p15:clr>
        </p15:guide>
        <p15:guide id="41" pos="264">
          <p15:clr>
            <a:srgbClr val="F26B43"/>
          </p15:clr>
        </p15:guide>
        <p15:guide id="42" pos="7416">
          <p15:clr>
            <a:srgbClr val="F26B43"/>
          </p15:clr>
        </p15:guide>
        <p15:guide id="43" orient="horz" pos="736">
          <p15:clr>
            <a:srgbClr val="5ACBF0"/>
          </p15:clr>
        </p15:guide>
        <p15:guide id="44" orient="horz" pos="1360">
          <p15:clr>
            <a:srgbClr val="5ACBF0"/>
          </p15:clr>
        </p15:guide>
        <p15:guide id="45" orient="horz" pos="593">
          <p15:clr>
            <a:srgbClr val="5ACBF0"/>
          </p15:clr>
        </p15:guide>
        <p15:guide id="46" orient="horz" pos="1484">
          <p15:clr>
            <a:srgbClr val="5ACBF0"/>
          </p15:clr>
        </p15:guide>
        <p15:guide id="47" orient="horz" pos="2088">
          <p15:clr>
            <a:srgbClr val="5ACBF0"/>
          </p15:clr>
        </p15:guide>
        <p15:guide id="48" orient="horz" pos="2254">
          <p15:clr>
            <a:srgbClr val="5ACBF0"/>
          </p15:clr>
        </p15:guide>
        <p15:guide id="49" orient="horz" pos="277">
          <p15:clr>
            <a:srgbClr val="F26B43"/>
          </p15:clr>
        </p15:guide>
        <p15:guide id="50" orient="horz" pos="4043">
          <p15:clr>
            <a:srgbClr val="F26B43"/>
          </p15:clr>
        </p15:guide>
        <p15:guide id="51" orient="horz" pos="2835">
          <p15:clr>
            <a:srgbClr val="5ACBF0"/>
          </p15:clr>
        </p15:guide>
        <p15:guide id="52" orient="horz" pos="2960">
          <p15:clr>
            <a:srgbClr val="5ACBF0"/>
          </p15:clr>
        </p15:guide>
        <p15:guide id="54" orient="horz" pos="3690">
          <p15:clr>
            <a:srgbClr val="5ACBF0"/>
          </p15:clr>
        </p15:guide>
        <p15:guide id="55" orient="horz" pos="918">
          <p15:clr>
            <a:srgbClr val="F26B43"/>
          </p15:clr>
        </p15:guide>
        <p15:guide id="56" orient="horz" pos="3480">
          <p15:clr>
            <a:srgbClr val="F26B43"/>
          </p15:clr>
        </p15:guide>
        <p15:guide id="57" orient="horz" pos="3572">
          <p15:clr>
            <a:srgbClr val="000000"/>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2.xml"/><Relationship Id="rId1" Type="http://schemas.openxmlformats.org/officeDocument/2006/relationships/slideLayout" Target="../slideLayouts/slideLayout57.xml"/><Relationship Id="rId5" Type="http://schemas.openxmlformats.org/officeDocument/2006/relationships/image" Target="../media/image20.emf"/><Relationship Id="rId4" Type="http://schemas.openxmlformats.org/officeDocument/2006/relationships/image" Target="../media/image19.emf"/></Relationships>
</file>

<file path=ppt/slides/_rels/slide3.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notesSlide" Target="../notesSlides/notesSlide4.xml"/><Relationship Id="rId1" Type="http://schemas.openxmlformats.org/officeDocument/2006/relationships/slideLayout" Target="../slideLayouts/slideLayout31.xml"/><Relationship Id="rId6" Type="http://schemas.openxmlformats.org/officeDocument/2006/relationships/image" Target="../media/image22.emf"/><Relationship Id="rId5" Type="http://schemas.openxmlformats.org/officeDocument/2006/relationships/image" Target="../media/image21.emf"/><Relationship Id="rId4" Type="http://schemas.openxmlformats.org/officeDocument/2006/relationships/image" Target="../media/image18.emf"/></Relationships>
</file>

<file path=ppt/slides/_rels/slide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7.xml"/><Relationship Id="rId1" Type="http://schemas.openxmlformats.org/officeDocument/2006/relationships/slideLayout" Target="../slideLayouts/slideLayout13.xml"/><Relationship Id="rId4" Type="http://schemas.openxmlformats.org/officeDocument/2006/relationships/image" Target="../media/image26.png"/></Relationships>
</file>

<file path=ppt/slides/_rels/slide8.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notesSlide" Target="../notesSlides/notesSlide8.xml"/><Relationship Id="rId1" Type="http://schemas.openxmlformats.org/officeDocument/2006/relationships/slideLayout" Target="../slideLayouts/slideLayout13.xml"/><Relationship Id="rId4" Type="http://schemas.openxmlformats.org/officeDocument/2006/relationships/hyperlink" Target="https://docs.microsoft.com/en-us/azure/azure-monitor/insights/network-insights-overview"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8" Type="http://schemas.openxmlformats.org/officeDocument/2006/relationships/image" Target="../media/image30.emf"/><Relationship Id="rId3" Type="http://schemas.openxmlformats.org/officeDocument/2006/relationships/image" Target="../media/image19.emf"/><Relationship Id="rId7" Type="http://schemas.openxmlformats.org/officeDocument/2006/relationships/image" Target="../media/image29.emf"/><Relationship Id="rId2" Type="http://schemas.openxmlformats.org/officeDocument/2006/relationships/notesSlide" Target="../notesSlides/notesSlide12.xml"/><Relationship Id="rId1" Type="http://schemas.openxmlformats.org/officeDocument/2006/relationships/slideLayout" Target="../slideLayouts/slideLayout34.xml"/><Relationship Id="rId6" Type="http://schemas.openxmlformats.org/officeDocument/2006/relationships/image" Target="../media/image22.emf"/><Relationship Id="rId5" Type="http://schemas.openxmlformats.org/officeDocument/2006/relationships/image" Target="../media/image21.emf"/><Relationship Id="rId4" Type="http://schemas.openxmlformats.org/officeDocument/2006/relationships/image" Target="../media/image18.emf"/></Relationships>
</file>

<file path=ppt/slides/_rels/slide1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microsoft.com/office/2018/10/relationships/comments" Target="../comments/modernComment_9F1_F9DC56D1.xml"/><Relationship Id="rId2" Type="http://schemas.openxmlformats.org/officeDocument/2006/relationships/notesSlide" Target="../notesSlides/notesSlide16.xml"/><Relationship Id="rId1" Type="http://schemas.openxmlformats.org/officeDocument/2006/relationships/slideLayout" Target="../slideLayouts/slideLayout13.xml"/><Relationship Id="rId4" Type="http://schemas.openxmlformats.org/officeDocument/2006/relationships/image" Target="../media/image34.png"/></Relationships>
</file>

<file path=ppt/slides/_rels/slide1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notesSlide" Target="../notesSlides/notesSlide25.xml"/><Relationship Id="rId1" Type="http://schemas.openxmlformats.org/officeDocument/2006/relationships/slideLayout" Target="../slideLayouts/slideLayout13.xml"/><Relationship Id="rId5" Type="http://schemas.openxmlformats.org/officeDocument/2006/relationships/hyperlink" Target="https://docs.microsoft.com/en-us/azure/network-watcher/network-watcher-monitoring-overview" TargetMode="External"/><Relationship Id="rId4" Type="http://schemas.openxmlformats.org/officeDocument/2006/relationships/hyperlink" Target="https://docs.microsoft.com/en-us/azure/network-watcher/"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5C7C3CA-ED0D-43F4-B388-221F872F5C1D}"/>
              </a:ext>
            </a:extLst>
          </p:cNvPr>
          <p:cNvSpPr>
            <a:spLocks noGrp="1"/>
          </p:cNvSpPr>
          <p:nvPr>
            <p:ph type="title"/>
          </p:nvPr>
        </p:nvSpPr>
        <p:spPr>
          <a:xfrm>
            <a:off x="507119" y="1989274"/>
            <a:ext cx="5428936" cy="2879453"/>
          </a:xfrm>
        </p:spPr>
        <p:txBody>
          <a:bodyPr>
            <a:normAutofit fontScale="90000"/>
          </a:bodyPr>
          <a:lstStyle/>
          <a:p>
            <a:r>
              <a:rPr lang="en-US" sz="4800" spc="0">
                <a:ln w="3175">
                  <a:noFill/>
                </a:ln>
                <a:latin typeface="Segoe UI Semibold"/>
                <a:ea typeface="+mn-ea"/>
                <a:cs typeface="Segoe UI" pitchFamily="34" charset="0"/>
              </a:rPr>
              <a:t>AZ-700T00A</a:t>
            </a:r>
            <a:br>
              <a:rPr lang="en-US" sz="4800" spc="0">
                <a:ln w="3175">
                  <a:noFill/>
                </a:ln>
                <a:latin typeface="Segoe UI Semibold"/>
                <a:ea typeface="+mn-ea"/>
                <a:cs typeface="Segoe UI" pitchFamily="34" charset="0"/>
              </a:rPr>
            </a:br>
            <a:r>
              <a:rPr lang="en-US" sz="4800" spc="0">
                <a:ln w="3175">
                  <a:noFill/>
                </a:ln>
                <a:latin typeface="Segoe UI Semibold"/>
                <a:ea typeface="+mn-ea"/>
                <a:cs typeface="Segoe UI" pitchFamily="34" charset="0"/>
              </a:rPr>
              <a:t>Module 08: Design and Implement Network Monitoring </a:t>
            </a:r>
            <a:endParaRPr lang="en-US" sz="4509"/>
          </a:p>
        </p:txBody>
      </p:sp>
    </p:spTree>
    <p:extLst>
      <p:ext uri="{BB962C8B-B14F-4D97-AF65-F5344CB8AC3E}">
        <p14:creationId xmlns:p14="http://schemas.microsoft.com/office/powerpoint/2010/main" val="281107349"/>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dirty="0"/>
              <a:t>Module Overview</a:t>
            </a:r>
          </a:p>
        </p:txBody>
      </p:sp>
      <p:sp>
        <p:nvSpPr>
          <p:cNvPr id="6" name="Text Placeholder 5"/>
          <p:cNvSpPr>
            <a:spLocks noGrp="1"/>
          </p:cNvSpPr>
          <p:nvPr>
            <p:ph type="body" sz="quarter" idx="11"/>
          </p:nvPr>
        </p:nvSpPr>
        <p:spPr/>
        <p:txBody>
          <a:bodyPr/>
          <a:lstStyle/>
          <a:p>
            <a:pPr lvl="1"/>
            <a:r>
              <a:rPr lang="en-US" dirty="0"/>
              <a:t>Lesson 01: Monitor your networks using Azure Monitor </a:t>
            </a:r>
          </a:p>
        </p:txBody>
      </p:sp>
      <p:sp>
        <p:nvSpPr>
          <p:cNvPr id="2" name="Text Placeholder 1"/>
          <p:cNvSpPr>
            <a:spLocks noGrp="1"/>
          </p:cNvSpPr>
          <p:nvPr>
            <p:ph type="body" sz="quarter" idx="15"/>
          </p:nvPr>
        </p:nvSpPr>
        <p:spPr/>
        <p:txBody>
          <a:bodyPr/>
          <a:lstStyle/>
          <a:p>
            <a:pPr lvl="1"/>
            <a:r>
              <a:rPr lang="en-US" dirty="0"/>
              <a:t>Lesson 02: Exercise – Monitor a load balancer resource using Azure Monitor</a:t>
            </a:r>
          </a:p>
        </p:txBody>
      </p:sp>
      <p:sp>
        <p:nvSpPr>
          <p:cNvPr id="3" name="Text Placeholder 2"/>
          <p:cNvSpPr>
            <a:spLocks noGrp="1"/>
          </p:cNvSpPr>
          <p:nvPr>
            <p:ph type="body" sz="quarter" idx="17"/>
          </p:nvPr>
        </p:nvSpPr>
        <p:spPr/>
        <p:txBody>
          <a:bodyPr/>
          <a:lstStyle/>
          <a:p>
            <a:pPr lvl="1"/>
            <a:r>
              <a:rPr lang="en-US" dirty="0"/>
              <a:t>Lesson 03: Use Azure Network Watcher to troubleshoot and analyze your network </a:t>
            </a:r>
          </a:p>
        </p:txBody>
      </p:sp>
      <p:grpSp>
        <p:nvGrpSpPr>
          <p:cNvPr id="7" name="Group 6">
            <a:extLst>
              <a:ext uri="{FF2B5EF4-FFF2-40B4-BE49-F238E27FC236}">
                <a16:creationId xmlns:a16="http://schemas.microsoft.com/office/drawing/2014/main" id="{5736ECC2-A337-4EEE-B758-EFC4B7CE60E3}"/>
              </a:ext>
              <a:ext uri="{C183D7F6-B498-43B3-948B-1728B52AA6E4}">
                <adec:decorative xmlns:adec="http://schemas.microsoft.com/office/drawing/2017/decorative" val="1"/>
              </a:ext>
            </a:extLst>
          </p:cNvPr>
          <p:cNvGrpSpPr/>
          <p:nvPr/>
        </p:nvGrpSpPr>
        <p:grpSpPr>
          <a:xfrm>
            <a:off x="418643" y="1487929"/>
            <a:ext cx="717140" cy="2807562"/>
            <a:chOff x="418643" y="1487929"/>
            <a:chExt cx="717140" cy="2807562"/>
          </a:xfrm>
        </p:grpSpPr>
        <p:grpSp>
          <p:nvGrpSpPr>
            <p:cNvPr id="39" name="Group 38">
              <a:extLst>
                <a:ext uri="{FF2B5EF4-FFF2-40B4-BE49-F238E27FC236}">
                  <a16:creationId xmlns:a16="http://schemas.microsoft.com/office/drawing/2014/main" id="{6C226746-6BC1-4627-8FF8-BEC46BDF67A6}"/>
                </a:ext>
              </a:extLst>
            </p:cNvPr>
            <p:cNvGrpSpPr/>
            <p:nvPr/>
          </p:nvGrpSpPr>
          <p:grpSpPr>
            <a:xfrm>
              <a:off x="418643" y="2533089"/>
              <a:ext cx="717140" cy="717242"/>
              <a:chOff x="418643" y="2533089"/>
              <a:chExt cx="717140" cy="717242"/>
            </a:xfrm>
          </p:grpSpPr>
          <p:grpSp>
            <p:nvGrpSpPr>
              <p:cNvPr id="40" name="Group 39">
                <a:extLst>
                  <a:ext uri="{FF2B5EF4-FFF2-40B4-BE49-F238E27FC236}">
                    <a16:creationId xmlns:a16="http://schemas.microsoft.com/office/drawing/2014/main" id="{597E5993-105D-4FBD-BD7A-B29CB72DA65E}"/>
                  </a:ext>
                  <a:ext uri="{C183D7F6-B498-43B3-948B-1728B52AA6E4}">
                    <adec:decorative xmlns:adec="http://schemas.microsoft.com/office/drawing/2017/decorative" val="1"/>
                  </a:ext>
                </a:extLst>
              </p:cNvPr>
              <p:cNvGrpSpPr/>
              <p:nvPr/>
            </p:nvGrpSpPr>
            <p:grpSpPr>
              <a:xfrm>
                <a:off x="418643" y="2533089"/>
                <a:ext cx="717140" cy="717242"/>
                <a:chOff x="7962901" y="3032919"/>
                <a:chExt cx="981074" cy="981076"/>
              </a:xfrm>
            </p:grpSpPr>
            <p:sp>
              <p:nvSpPr>
                <p:cNvPr id="42" name="Freeform 5">
                  <a:extLst>
                    <a:ext uri="{FF2B5EF4-FFF2-40B4-BE49-F238E27FC236}">
                      <a16:creationId xmlns:a16="http://schemas.microsoft.com/office/drawing/2014/main" id="{460F1020-16D8-44F0-A5A1-352B19AFAE44}"/>
                    </a:ext>
                  </a:extLst>
                </p:cNvPr>
                <p:cNvSpPr>
                  <a:spLocks/>
                </p:cNvSpPr>
                <p:nvPr/>
              </p:nvSpPr>
              <p:spPr bwMode="auto">
                <a:xfrm>
                  <a:off x="7962901" y="3032919"/>
                  <a:ext cx="981074" cy="981076"/>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43" name="Freeform 6">
                  <a:extLst>
                    <a:ext uri="{FF2B5EF4-FFF2-40B4-BE49-F238E27FC236}">
                      <a16:creationId xmlns:a16="http://schemas.microsoft.com/office/drawing/2014/main" id="{C8CDC0A9-1C0A-4DA6-9574-978E9A620C0B}"/>
                    </a:ext>
                  </a:extLst>
                </p:cNvPr>
                <p:cNvSpPr>
                  <a:spLocks noEditPoints="1"/>
                </p:cNvSpPr>
                <p:nvPr/>
              </p:nvSpPr>
              <p:spPr bwMode="auto">
                <a:xfrm>
                  <a:off x="8031163" y="3102770"/>
                  <a:ext cx="846137" cy="844550"/>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41" name="Picture 40" descr="Icon of a arrow in a circular path with a timer inside the circle">
                <a:extLst>
                  <a:ext uri="{FF2B5EF4-FFF2-40B4-BE49-F238E27FC236}">
                    <a16:creationId xmlns:a16="http://schemas.microsoft.com/office/drawing/2014/main" id="{6B4B2348-1C16-432B-8EC8-C120734CADBD}"/>
                  </a:ext>
                </a:extLst>
              </p:cNvPr>
              <p:cNvPicPr>
                <a:picLocks noChangeAspect="1"/>
              </p:cNvPicPr>
              <p:nvPr/>
            </p:nvPicPr>
            <p:blipFill>
              <a:blip r:embed="rId3"/>
              <a:stretch>
                <a:fillRect/>
              </a:stretch>
            </p:blipFill>
            <p:spPr>
              <a:xfrm>
                <a:off x="566791" y="2681289"/>
                <a:ext cx="420846" cy="420844"/>
              </a:xfrm>
              <a:prstGeom prst="rect">
                <a:avLst/>
              </a:prstGeom>
            </p:spPr>
          </p:pic>
        </p:grpSp>
        <p:grpSp>
          <p:nvGrpSpPr>
            <p:cNvPr id="44" name="Group 43">
              <a:extLst>
                <a:ext uri="{FF2B5EF4-FFF2-40B4-BE49-F238E27FC236}">
                  <a16:creationId xmlns:a16="http://schemas.microsoft.com/office/drawing/2014/main" id="{CF12DC2D-2079-4FB0-AC15-3B33D96CCE21}"/>
                </a:ext>
              </a:extLst>
            </p:cNvPr>
            <p:cNvGrpSpPr/>
            <p:nvPr/>
          </p:nvGrpSpPr>
          <p:grpSpPr>
            <a:xfrm>
              <a:off x="418643" y="1487929"/>
              <a:ext cx="717140" cy="717242"/>
              <a:chOff x="418643" y="1487929"/>
              <a:chExt cx="717140" cy="717242"/>
            </a:xfrm>
          </p:grpSpPr>
          <p:grpSp>
            <p:nvGrpSpPr>
              <p:cNvPr id="45" name="Group 44">
                <a:extLst>
                  <a:ext uri="{FF2B5EF4-FFF2-40B4-BE49-F238E27FC236}">
                    <a16:creationId xmlns:a16="http://schemas.microsoft.com/office/drawing/2014/main" id="{52613AC9-7AB4-4C0E-BD42-B07C2D2D8330}"/>
                  </a:ext>
                </a:extLst>
              </p:cNvPr>
              <p:cNvGrpSpPr/>
              <p:nvPr/>
            </p:nvGrpSpPr>
            <p:grpSpPr>
              <a:xfrm>
                <a:off x="418643" y="1487929"/>
                <a:ext cx="717140" cy="717242"/>
                <a:chOff x="418643" y="1487929"/>
                <a:chExt cx="717140" cy="717242"/>
              </a:xfrm>
            </p:grpSpPr>
            <p:sp>
              <p:nvSpPr>
                <p:cNvPr id="47" name="Freeform 5">
                  <a:extLst>
                    <a:ext uri="{FF2B5EF4-FFF2-40B4-BE49-F238E27FC236}">
                      <a16:creationId xmlns:a16="http://schemas.microsoft.com/office/drawing/2014/main" id="{BDBA2347-1835-4AED-B0ED-4C31A3F8D717}"/>
                    </a:ext>
                  </a:extLst>
                </p:cNvPr>
                <p:cNvSpPr>
                  <a:spLocks/>
                </p:cNvSpPr>
                <p:nvPr/>
              </p:nvSpPr>
              <p:spPr bwMode="auto">
                <a:xfrm>
                  <a:off x="418643" y="1487929"/>
                  <a:ext cx="717140" cy="71724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48" name="Freeform 6">
                  <a:extLst>
                    <a:ext uri="{FF2B5EF4-FFF2-40B4-BE49-F238E27FC236}">
                      <a16:creationId xmlns:a16="http://schemas.microsoft.com/office/drawing/2014/main" id="{0BEE1023-F656-4A30-8988-36C789800196}"/>
                    </a:ext>
                  </a:extLst>
                </p:cNvPr>
                <p:cNvSpPr>
                  <a:spLocks noEditPoints="1"/>
                </p:cNvSpPr>
                <p:nvPr/>
              </p:nvSpPr>
              <p:spPr bwMode="auto">
                <a:xfrm>
                  <a:off x="467961" y="1537835"/>
                  <a:ext cx="618505" cy="617431"/>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46" name="Picture 45" descr="Icon of three concentric arcs">
                <a:extLst>
                  <a:ext uri="{FF2B5EF4-FFF2-40B4-BE49-F238E27FC236}">
                    <a16:creationId xmlns:a16="http://schemas.microsoft.com/office/drawing/2014/main" id="{39032385-E3F2-4948-85E9-446DC948765B}"/>
                  </a:ext>
                </a:extLst>
              </p:cNvPr>
              <p:cNvPicPr>
                <a:picLocks noChangeAspect="1"/>
              </p:cNvPicPr>
              <p:nvPr/>
            </p:nvPicPr>
            <p:blipFill>
              <a:blip r:embed="rId4"/>
              <a:stretch>
                <a:fillRect/>
              </a:stretch>
            </p:blipFill>
            <p:spPr>
              <a:xfrm>
                <a:off x="546738" y="1616076"/>
                <a:ext cx="460952" cy="460950"/>
              </a:xfrm>
              <a:prstGeom prst="rect">
                <a:avLst/>
              </a:prstGeom>
            </p:spPr>
          </p:pic>
        </p:grpSp>
        <p:grpSp>
          <p:nvGrpSpPr>
            <p:cNvPr id="5" name="Group 4">
              <a:extLst>
                <a:ext uri="{FF2B5EF4-FFF2-40B4-BE49-F238E27FC236}">
                  <a16:creationId xmlns:a16="http://schemas.microsoft.com/office/drawing/2014/main" id="{892108D1-E3AA-4139-AF4F-9F931BEE1806}"/>
                </a:ext>
              </a:extLst>
            </p:cNvPr>
            <p:cNvGrpSpPr/>
            <p:nvPr/>
          </p:nvGrpSpPr>
          <p:grpSpPr>
            <a:xfrm>
              <a:off x="418643" y="3578249"/>
              <a:ext cx="717140" cy="717242"/>
              <a:chOff x="418643" y="3578249"/>
              <a:chExt cx="717140" cy="717242"/>
            </a:xfrm>
          </p:grpSpPr>
          <p:grpSp>
            <p:nvGrpSpPr>
              <p:cNvPr id="50" name="Group 49">
                <a:extLst>
                  <a:ext uri="{FF2B5EF4-FFF2-40B4-BE49-F238E27FC236}">
                    <a16:creationId xmlns:a16="http://schemas.microsoft.com/office/drawing/2014/main" id="{A3CC6C6F-6AFC-4FD2-8F91-3121BE1CFEC0}"/>
                  </a:ext>
                  <a:ext uri="{C183D7F6-B498-43B3-948B-1728B52AA6E4}">
                    <adec:decorative xmlns:adec="http://schemas.microsoft.com/office/drawing/2017/decorative" val="1"/>
                  </a:ext>
                </a:extLst>
              </p:cNvPr>
              <p:cNvGrpSpPr/>
              <p:nvPr/>
            </p:nvGrpSpPr>
            <p:grpSpPr>
              <a:xfrm>
                <a:off x="418643" y="3578249"/>
                <a:ext cx="717140" cy="717242"/>
                <a:chOff x="7962901" y="3032919"/>
                <a:chExt cx="981074" cy="981076"/>
              </a:xfrm>
            </p:grpSpPr>
            <p:sp>
              <p:nvSpPr>
                <p:cNvPr id="52" name="Freeform 5">
                  <a:extLst>
                    <a:ext uri="{FF2B5EF4-FFF2-40B4-BE49-F238E27FC236}">
                      <a16:creationId xmlns:a16="http://schemas.microsoft.com/office/drawing/2014/main" id="{B6FF2329-A9D1-49A7-9C88-688B280BAA5E}"/>
                    </a:ext>
                  </a:extLst>
                </p:cNvPr>
                <p:cNvSpPr>
                  <a:spLocks/>
                </p:cNvSpPr>
                <p:nvPr/>
              </p:nvSpPr>
              <p:spPr bwMode="auto">
                <a:xfrm>
                  <a:off x="7962901" y="3032919"/>
                  <a:ext cx="981074" cy="981076"/>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53" name="Freeform 6">
                  <a:extLst>
                    <a:ext uri="{FF2B5EF4-FFF2-40B4-BE49-F238E27FC236}">
                      <a16:creationId xmlns:a16="http://schemas.microsoft.com/office/drawing/2014/main" id="{19A9A7AB-DF54-421D-ACA1-84456A076B2D}"/>
                    </a:ext>
                  </a:extLst>
                </p:cNvPr>
                <p:cNvSpPr>
                  <a:spLocks noEditPoints="1"/>
                </p:cNvSpPr>
                <p:nvPr/>
              </p:nvSpPr>
              <p:spPr bwMode="auto">
                <a:xfrm>
                  <a:off x="8031163" y="3102770"/>
                  <a:ext cx="846137" cy="844550"/>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4" name="Picture 3" descr="Icon of three dots and outward pointing chevrons on left and right">
                <a:extLst>
                  <a:ext uri="{FF2B5EF4-FFF2-40B4-BE49-F238E27FC236}">
                    <a16:creationId xmlns:a16="http://schemas.microsoft.com/office/drawing/2014/main" id="{478F68EF-E75F-4BF8-B7B1-BC85EEFD2AE6}"/>
                  </a:ext>
                </a:extLst>
              </p:cNvPr>
              <p:cNvPicPr>
                <a:picLocks noChangeAspect="1"/>
              </p:cNvPicPr>
              <p:nvPr/>
            </p:nvPicPr>
            <p:blipFill>
              <a:blip r:embed="rId5"/>
              <a:stretch>
                <a:fillRect/>
              </a:stretch>
            </p:blipFill>
            <p:spPr>
              <a:xfrm>
                <a:off x="532902" y="3829050"/>
                <a:ext cx="488622" cy="215640"/>
              </a:xfrm>
              <a:prstGeom prst="rect">
                <a:avLst/>
              </a:prstGeom>
            </p:spPr>
          </p:pic>
        </p:grpSp>
      </p:grpSp>
    </p:spTree>
    <p:extLst>
      <p:ext uri="{BB962C8B-B14F-4D97-AF65-F5344CB8AC3E}">
        <p14:creationId xmlns:p14="http://schemas.microsoft.com/office/powerpoint/2010/main" val="13582565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CD8665D-5A50-4F07-9D33-48CCD3FD74C7}"/>
              </a:ext>
            </a:extLst>
          </p:cNvPr>
          <p:cNvSpPr>
            <a:spLocks noGrp="1"/>
          </p:cNvSpPr>
          <p:nvPr>
            <p:ph type="title"/>
          </p:nvPr>
        </p:nvSpPr>
        <p:spPr>
          <a:xfrm>
            <a:off x="585217" y="2940213"/>
            <a:ext cx="8892608" cy="977575"/>
          </a:xfrm>
        </p:spPr>
        <p:txBody>
          <a:bodyPr/>
          <a:lstStyle/>
          <a:p>
            <a:r>
              <a:rPr lang="en-US"/>
              <a:t>Lesson 01: Monitor your networks using Azure Monitor </a:t>
            </a:r>
          </a:p>
        </p:txBody>
      </p:sp>
      <p:grpSp>
        <p:nvGrpSpPr>
          <p:cNvPr id="5" name="Group 4">
            <a:extLst>
              <a:ext uri="{FF2B5EF4-FFF2-40B4-BE49-F238E27FC236}">
                <a16:creationId xmlns:a16="http://schemas.microsoft.com/office/drawing/2014/main" id="{504873D1-1AD4-47E6-87CC-571C7CD8ED9A}"/>
              </a:ext>
              <a:ext uri="{C183D7F6-B498-43B3-948B-1728B52AA6E4}">
                <adec:decorative xmlns:adec="http://schemas.microsoft.com/office/drawing/2017/decorative" val="1"/>
              </a:ext>
            </a:extLst>
          </p:cNvPr>
          <p:cNvGrpSpPr/>
          <p:nvPr/>
        </p:nvGrpSpPr>
        <p:grpSpPr>
          <a:xfrm>
            <a:off x="10338820" y="3070379"/>
            <a:ext cx="717140" cy="717242"/>
            <a:chOff x="418643" y="1487929"/>
            <a:chExt cx="717140" cy="717242"/>
          </a:xfrm>
        </p:grpSpPr>
        <p:grpSp>
          <p:nvGrpSpPr>
            <p:cNvPr id="6" name="Group 5">
              <a:extLst>
                <a:ext uri="{FF2B5EF4-FFF2-40B4-BE49-F238E27FC236}">
                  <a16:creationId xmlns:a16="http://schemas.microsoft.com/office/drawing/2014/main" id="{4042F065-58D2-4EE8-A680-FE680E7AB113}"/>
                </a:ext>
              </a:extLst>
            </p:cNvPr>
            <p:cNvGrpSpPr/>
            <p:nvPr/>
          </p:nvGrpSpPr>
          <p:grpSpPr>
            <a:xfrm>
              <a:off x="418643" y="1487929"/>
              <a:ext cx="717140" cy="717242"/>
              <a:chOff x="418643" y="1487929"/>
              <a:chExt cx="717140" cy="717242"/>
            </a:xfrm>
          </p:grpSpPr>
          <p:sp>
            <p:nvSpPr>
              <p:cNvPr id="8" name="Freeform 5">
                <a:extLst>
                  <a:ext uri="{FF2B5EF4-FFF2-40B4-BE49-F238E27FC236}">
                    <a16:creationId xmlns:a16="http://schemas.microsoft.com/office/drawing/2014/main" id="{ECB27619-A0A1-41B7-9D9C-CBC57D30D0F6}"/>
                  </a:ext>
                </a:extLst>
              </p:cNvPr>
              <p:cNvSpPr>
                <a:spLocks/>
              </p:cNvSpPr>
              <p:nvPr/>
            </p:nvSpPr>
            <p:spPr bwMode="auto">
              <a:xfrm>
                <a:off x="418643" y="1487929"/>
                <a:ext cx="717140" cy="71724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9" name="Freeform 6">
                <a:extLst>
                  <a:ext uri="{FF2B5EF4-FFF2-40B4-BE49-F238E27FC236}">
                    <a16:creationId xmlns:a16="http://schemas.microsoft.com/office/drawing/2014/main" id="{49C72A29-BEC7-4085-8A0A-2AF537A8F57F}"/>
                  </a:ext>
                </a:extLst>
              </p:cNvPr>
              <p:cNvSpPr>
                <a:spLocks noEditPoints="1"/>
              </p:cNvSpPr>
              <p:nvPr/>
            </p:nvSpPr>
            <p:spPr bwMode="auto">
              <a:xfrm>
                <a:off x="467961" y="1537835"/>
                <a:ext cx="618505" cy="617431"/>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7" name="Picture 6" descr="Icon of three concentric arcs">
              <a:extLst>
                <a:ext uri="{FF2B5EF4-FFF2-40B4-BE49-F238E27FC236}">
                  <a16:creationId xmlns:a16="http://schemas.microsoft.com/office/drawing/2014/main" id="{4C5B9F22-D48E-4C5A-9BD3-48EC46384F98}"/>
                </a:ext>
              </a:extLst>
            </p:cNvPr>
            <p:cNvPicPr>
              <a:picLocks noChangeAspect="1"/>
            </p:cNvPicPr>
            <p:nvPr/>
          </p:nvPicPr>
          <p:blipFill>
            <a:blip r:embed="rId3"/>
            <a:stretch>
              <a:fillRect/>
            </a:stretch>
          </p:blipFill>
          <p:spPr>
            <a:xfrm>
              <a:off x="546738" y="1616076"/>
              <a:ext cx="460952" cy="460950"/>
            </a:xfrm>
            <a:prstGeom prst="rect">
              <a:avLst/>
            </a:prstGeom>
          </p:spPr>
        </p:pic>
      </p:grpSp>
    </p:spTree>
    <p:extLst>
      <p:ext uri="{BB962C8B-B14F-4D97-AF65-F5344CB8AC3E}">
        <p14:creationId xmlns:p14="http://schemas.microsoft.com/office/powerpoint/2010/main" val="3332933065"/>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322949" y="3088902"/>
            <a:ext cx="2268537" cy="680196"/>
          </a:xfrm>
        </p:spPr>
        <p:txBody>
          <a:bodyPr/>
          <a:lstStyle/>
          <a:p>
            <a:r>
              <a:rPr lang="en-US" dirty="0"/>
              <a:t>Monitor your networks using Azure Monitor  Overview</a:t>
            </a:r>
          </a:p>
        </p:txBody>
      </p:sp>
      <p:sp>
        <p:nvSpPr>
          <p:cNvPr id="6" name="Text Placeholder 5"/>
          <p:cNvSpPr>
            <a:spLocks noGrp="1"/>
          </p:cNvSpPr>
          <p:nvPr>
            <p:ph type="body" sz="quarter" idx="11"/>
          </p:nvPr>
        </p:nvSpPr>
        <p:spPr/>
        <p:txBody>
          <a:bodyPr/>
          <a:lstStyle/>
          <a:p>
            <a:pPr lvl="1"/>
            <a:r>
              <a:rPr lang="en-US" dirty="0"/>
              <a:t>What is Azure Monitor? </a:t>
            </a:r>
          </a:p>
        </p:txBody>
      </p:sp>
      <p:sp>
        <p:nvSpPr>
          <p:cNvPr id="2" name="Text Placeholder 1"/>
          <p:cNvSpPr>
            <a:spLocks noGrp="1"/>
          </p:cNvSpPr>
          <p:nvPr>
            <p:ph type="body" sz="quarter" idx="15"/>
          </p:nvPr>
        </p:nvSpPr>
        <p:spPr/>
        <p:txBody>
          <a:bodyPr/>
          <a:lstStyle/>
          <a:p>
            <a:pPr lvl="1"/>
            <a:r>
              <a:rPr lang="en-US" dirty="0"/>
              <a:t>Metrics explorer </a:t>
            </a:r>
          </a:p>
        </p:txBody>
      </p:sp>
      <p:sp>
        <p:nvSpPr>
          <p:cNvPr id="3" name="Text Placeholder 2"/>
          <p:cNvSpPr>
            <a:spLocks noGrp="1"/>
          </p:cNvSpPr>
          <p:nvPr>
            <p:ph type="body" sz="quarter" idx="17"/>
          </p:nvPr>
        </p:nvSpPr>
        <p:spPr/>
        <p:txBody>
          <a:bodyPr/>
          <a:lstStyle/>
          <a:p>
            <a:pPr lvl="1"/>
            <a:r>
              <a:rPr lang="en-US" dirty="0"/>
              <a:t>Azure Monitor Network Insights</a:t>
            </a:r>
          </a:p>
        </p:txBody>
      </p:sp>
      <p:sp>
        <p:nvSpPr>
          <p:cNvPr id="4" name="Text Placeholder 3">
            <a:extLst>
              <a:ext uri="{FF2B5EF4-FFF2-40B4-BE49-F238E27FC236}">
                <a16:creationId xmlns:a16="http://schemas.microsoft.com/office/drawing/2014/main" id="{5314F318-BBD2-4B03-8429-65A4F541D189}"/>
              </a:ext>
            </a:extLst>
          </p:cNvPr>
          <p:cNvSpPr>
            <a:spLocks noGrp="1"/>
          </p:cNvSpPr>
          <p:nvPr>
            <p:ph type="body" sz="quarter" idx="21"/>
          </p:nvPr>
        </p:nvSpPr>
        <p:spPr/>
        <p:txBody>
          <a:bodyPr/>
          <a:lstStyle/>
          <a:p>
            <a:pPr lvl="1"/>
            <a:r>
              <a:rPr lang="en-US" dirty="0"/>
              <a:t>Review</a:t>
            </a:r>
          </a:p>
        </p:txBody>
      </p:sp>
      <p:grpSp>
        <p:nvGrpSpPr>
          <p:cNvPr id="20" name="Group 19">
            <a:extLst>
              <a:ext uri="{FF2B5EF4-FFF2-40B4-BE49-F238E27FC236}">
                <a16:creationId xmlns:a16="http://schemas.microsoft.com/office/drawing/2014/main" id="{2CE859ED-9F1D-E916-1BE6-61EBE614D5D5}"/>
              </a:ext>
              <a:ext uri="{C183D7F6-B498-43B3-948B-1728B52AA6E4}">
                <adec:decorative xmlns:adec="http://schemas.microsoft.com/office/drawing/2017/decorative" val="1"/>
              </a:ext>
            </a:extLst>
          </p:cNvPr>
          <p:cNvGrpSpPr/>
          <p:nvPr/>
        </p:nvGrpSpPr>
        <p:grpSpPr>
          <a:xfrm>
            <a:off x="3031668" y="1045773"/>
            <a:ext cx="702132" cy="4381567"/>
            <a:chOff x="3031668" y="1045773"/>
            <a:chExt cx="702132" cy="4381567"/>
          </a:xfrm>
        </p:grpSpPr>
        <p:grpSp>
          <p:nvGrpSpPr>
            <p:cNvPr id="15" name="Group 14">
              <a:extLst>
                <a:ext uri="{FF2B5EF4-FFF2-40B4-BE49-F238E27FC236}">
                  <a16:creationId xmlns:a16="http://schemas.microsoft.com/office/drawing/2014/main" id="{7403CD60-83C2-4F7E-BCA7-2B7C55B1FFAC}"/>
                </a:ext>
              </a:extLst>
            </p:cNvPr>
            <p:cNvGrpSpPr/>
            <p:nvPr/>
          </p:nvGrpSpPr>
          <p:grpSpPr>
            <a:xfrm>
              <a:off x="3031668" y="1045773"/>
              <a:ext cx="702132" cy="702232"/>
              <a:chOff x="3031668" y="1045773"/>
              <a:chExt cx="702132" cy="702232"/>
            </a:xfrm>
          </p:grpSpPr>
          <p:grpSp>
            <p:nvGrpSpPr>
              <p:cNvPr id="11" name="Group 10">
                <a:extLst>
                  <a:ext uri="{FF2B5EF4-FFF2-40B4-BE49-F238E27FC236}">
                    <a16:creationId xmlns:a16="http://schemas.microsoft.com/office/drawing/2014/main" id="{438E17F6-4130-4B22-967F-3025A3FB14F0}"/>
                  </a:ext>
                </a:extLst>
              </p:cNvPr>
              <p:cNvGrpSpPr/>
              <p:nvPr/>
            </p:nvGrpSpPr>
            <p:grpSpPr>
              <a:xfrm>
                <a:off x="3031668" y="1045773"/>
                <a:ext cx="702132" cy="702232"/>
                <a:chOff x="3031668" y="1045773"/>
                <a:chExt cx="702132" cy="702232"/>
              </a:xfrm>
            </p:grpSpPr>
            <p:sp>
              <p:nvSpPr>
                <p:cNvPr id="39" name="Freeform 5">
                  <a:extLst>
                    <a:ext uri="{FF2B5EF4-FFF2-40B4-BE49-F238E27FC236}">
                      <a16:creationId xmlns:a16="http://schemas.microsoft.com/office/drawing/2014/main" id="{0ACE14DD-2FF6-43F0-A08C-5CD4C0B7BF1C}"/>
                    </a:ext>
                  </a:extLst>
                </p:cNvPr>
                <p:cNvSpPr>
                  <a:spLocks/>
                </p:cNvSpPr>
                <p:nvPr/>
              </p:nvSpPr>
              <p:spPr bwMode="auto">
                <a:xfrm>
                  <a:off x="3031668" y="1045773"/>
                  <a:ext cx="702132" cy="70223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40" name="Freeform 6">
                  <a:extLst>
                    <a:ext uri="{FF2B5EF4-FFF2-40B4-BE49-F238E27FC236}">
                      <a16:creationId xmlns:a16="http://schemas.microsoft.com/office/drawing/2014/main" id="{F37E8C3B-2DF2-4F1B-8FD6-36506ADCCE3D}"/>
                    </a:ext>
                  </a:extLst>
                </p:cNvPr>
                <p:cNvSpPr>
                  <a:spLocks noEditPoints="1"/>
                </p:cNvSpPr>
                <p:nvPr/>
              </p:nvSpPr>
              <p:spPr bwMode="auto">
                <a:xfrm>
                  <a:off x="3080522" y="1095771"/>
                  <a:ext cx="605561" cy="604510"/>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7" name="Picture 6" descr="Icon of three concentric arcs">
                <a:extLst>
                  <a:ext uri="{FF2B5EF4-FFF2-40B4-BE49-F238E27FC236}">
                    <a16:creationId xmlns:a16="http://schemas.microsoft.com/office/drawing/2014/main" id="{8652296A-D3A2-448E-819B-C8C32005F581}"/>
                  </a:ext>
                </a:extLst>
              </p:cNvPr>
              <p:cNvPicPr>
                <a:picLocks noChangeAspect="1"/>
              </p:cNvPicPr>
              <p:nvPr/>
            </p:nvPicPr>
            <p:blipFill>
              <a:blip r:embed="rId3"/>
              <a:stretch>
                <a:fillRect/>
              </a:stretch>
            </p:blipFill>
            <p:spPr>
              <a:xfrm>
                <a:off x="3196572" y="1210727"/>
                <a:ext cx="372325" cy="372325"/>
              </a:xfrm>
              <a:prstGeom prst="rect">
                <a:avLst/>
              </a:prstGeom>
            </p:spPr>
          </p:pic>
        </p:grpSp>
        <p:grpSp>
          <p:nvGrpSpPr>
            <p:cNvPr id="16" name="Group 15">
              <a:extLst>
                <a:ext uri="{FF2B5EF4-FFF2-40B4-BE49-F238E27FC236}">
                  <a16:creationId xmlns:a16="http://schemas.microsoft.com/office/drawing/2014/main" id="{B342EB39-18E2-43D8-8590-8D580CE3CAD7}"/>
                </a:ext>
              </a:extLst>
            </p:cNvPr>
            <p:cNvGrpSpPr/>
            <p:nvPr/>
          </p:nvGrpSpPr>
          <p:grpSpPr>
            <a:xfrm>
              <a:off x="3031668" y="2272218"/>
              <a:ext cx="702132" cy="702232"/>
              <a:chOff x="3031668" y="2272218"/>
              <a:chExt cx="702132" cy="702232"/>
            </a:xfrm>
          </p:grpSpPr>
          <p:grpSp>
            <p:nvGrpSpPr>
              <p:cNvPr id="12" name="Group 11">
                <a:extLst>
                  <a:ext uri="{FF2B5EF4-FFF2-40B4-BE49-F238E27FC236}">
                    <a16:creationId xmlns:a16="http://schemas.microsoft.com/office/drawing/2014/main" id="{28351FB6-3E23-4C63-9B46-683ECBA5ECEB}"/>
                  </a:ext>
                </a:extLst>
              </p:cNvPr>
              <p:cNvGrpSpPr/>
              <p:nvPr/>
            </p:nvGrpSpPr>
            <p:grpSpPr>
              <a:xfrm>
                <a:off x="3031668" y="2272218"/>
                <a:ext cx="702132" cy="702232"/>
                <a:chOff x="3031668" y="2272218"/>
                <a:chExt cx="702132" cy="702232"/>
              </a:xfrm>
            </p:grpSpPr>
            <p:sp>
              <p:nvSpPr>
                <p:cNvPr id="55" name="Freeform 5">
                  <a:extLst>
                    <a:ext uri="{FF2B5EF4-FFF2-40B4-BE49-F238E27FC236}">
                      <a16:creationId xmlns:a16="http://schemas.microsoft.com/office/drawing/2014/main" id="{C38D0AF8-061C-4F9F-9491-28BBF70A89E9}"/>
                    </a:ext>
                  </a:extLst>
                </p:cNvPr>
                <p:cNvSpPr>
                  <a:spLocks/>
                </p:cNvSpPr>
                <p:nvPr/>
              </p:nvSpPr>
              <p:spPr bwMode="auto">
                <a:xfrm>
                  <a:off x="3031668" y="2272218"/>
                  <a:ext cx="702132" cy="70223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56" name="Freeform 6">
                  <a:extLst>
                    <a:ext uri="{FF2B5EF4-FFF2-40B4-BE49-F238E27FC236}">
                      <a16:creationId xmlns:a16="http://schemas.microsoft.com/office/drawing/2014/main" id="{34FEA54E-4069-4201-BAA1-B8D61035BBB0}"/>
                    </a:ext>
                  </a:extLst>
                </p:cNvPr>
                <p:cNvSpPr>
                  <a:spLocks noEditPoints="1"/>
                </p:cNvSpPr>
                <p:nvPr/>
              </p:nvSpPr>
              <p:spPr bwMode="auto">
                <a:xfrm>
                  <a:off x="3080522" y="2322216"/>
                  <a:ext cx="605561" cy="604510"/>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8" name="Picture 7" descr="Icon of a arrow in a circular path with a timer inside the circle">
                <a:extLst>
                  <a:ext uri="{FF2B5EF4-FFF2-40B4-BE49-F238E27FC236}">
                    <a16:creationId xmlns:a16="http://schemas.microsoft.com/office/drawing/2014/main" id="{F74D1AD5-AD28-4530-8E05-5F445670A21C}"/>
                  </a:ext>
                </a:extLst>
              </p:cNvPr>
              <p:cNvPicPr>
                <a:picLocks noChangeAspect="1"/>
              </p:cNvPicPr>
              <p:nvPr/>
            </p:nvPicPr>
            <p:blipFill>
              <a:blip r:embed="rId4"/>
              <a:stretch>
                <a:fillRect/>
              </a:stretch>
            </p:blipFill>
            <p:spPr>
              <a:xfrm>
                <a:off x="3196572" y="2437172"/>
                <a:ext cx="372325" cy="372325"/>
              </a:xfrm>
              <a:prstGeom prst="rect">
                <a:avLst/>
              </a:prstGeom>
            </p:spPr>
          </p:pic>
        </p:grpSp>
        <p:grpSp>
          <p:nvGrpSpPr>
            <p:cNvPr id="18" name="Group 17">
              <a:extLst>
                <a:ext uri="{FF2B5EF4-FFF2-40B4-BE49-F238E27FC236}">
                  <a16:creationId xmlns:a16="http://schemas.microsoft.com/office/drawing/2014/main" id="{C7B39E84-E8FE-4BED-9C9C-E5905E0B3F06}"/>
                </a:ext>
              </a:extLst>
            </p:cNvPr>
            <p:cNvGrpSpPr/>
            <p:nvPr/>
          </p:nvGrpSpPr>
          <p:grpSpPr>
            <a:xfrm>
              <a:off x="3031668" y="3498663"/>
              <a:ext cx="702132" cy="702232"/>
              <a:chOff x="3031668" y="3498663"/>
              <a:chExt cx="702132" cy="702232"/>
            </a:xfrm>
          </p:grpSpPr>
          <p:grpSp>
            <p:nvGrpSpPr>
              <p:cNvPr id="13" name="Group 12">
                <a:extLst>
                  <a:ext uri="{FF2B5EF4-FFF2-40B4-BE49-F238E27FC236}">
                    <a16:creationId xmlns:a16="http://schemas.microsoft.com/office/drawing/2014/main" id="{F23DFA05-31C9-446E-8AE4-77D0991F3CC4}"/>
                  </a:ext>
                </a:extLst>
              </p:cNvPr>
              <p:cNvGrpSpPr/>
              <p:nvPr/>
            </p:nvGrpSpPr>
            <p:grpSpPr>
              <a:xfrm>
                <a:off x="3031668" y="3498663"/>
                <a:ext cx="702132" cy="702232"/>
                <a:chOff x="3031668" y="3498663"/>
                <a:chExt cx="702132" cy="702232"/>
              </a:xfrm>
            </p:grpSpPr>
            <p:sp>
              <p:nvSpPr>
                <p:cNvPr id="62" name="Freeform 5">
                  <a:extLst>
                    <a:ext uri="{FF2B5EF4-FFF2-40B4-BE49-F238E27FC236}">
                      <a16:creationId xmlns:a16="http://schemas.microsoft.com/office/drawing/2014/main" id="{5006225B-4396-4525-AB55-9913674500E5}"/>
                    </a:ext>
                  </a:extLst>
                </p:cNvPr>
                <p:cNvSpPr>
                  <a:spLocks/>
                </p:cNvSpPr>
                <p:nvPr/>
              </p:nvSpPr>
              <p:spPr bwMode="auto">
                <a:xfrm>
                  <a:off x="3031668" y="3498663"/>
                  <a:ext cx="702132" cy="70223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63" name="Freeform 6">
                  <a:extLst>
                    <a:ext uri="{FF2B5EF4-FFF2-40B4-BE49-F238E27FC236}">
                      <a16:creationId xmlns:a16="http://schemas.microsoft.com/office/drawing/2014/main" id="{AB3EFC98-34E6-4B81-BA39-77E612CE99DB}"/>
                    </a:ext>
                  </a:extLst>
                </p:cNvPr>
                <p:cNvSpPr>
                  <a:spLocks noEditPoints="1"/>
                </p:cNvSpPr>
                <p:nvPr/>
              </p:nvSpPr>
              <p:spPr bwMode="auto">
                <a:xfrm>
                  <a:off x="3080522" y="3548661"/>
                  <a:ext cx="605561" cy="604510"/>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9" name="Picture 8" descr="Icon of a gear inside a circle">
                <a:extLst>
                  <a:ext uri="{FF2B5EF4-FFF2-40B4-BE49-F238E27FC236}">
                    <a16:creationId xmlns:a16="http://schemas.microsoft.com/office/drawing/2014/main" id="{2F30D263-79FE-4058-94AE-F1CA909DAE0A}"/>
                  </a:ext>
                </a:extLst>
              </p:cNvPr>
              <p:cNvPicPr>
                <a:picLocks noChangeAspect="1"/>
              </p:cNvPicPr>
              <p:nvPr/>
            </p:nvPicPr>
            <p:blipFill>
              <a:blip r:embed="rId5"/>
              <a:stretch>
                <a:fillRect/>
              </a:stretch>
            </p:blipFill>
            <p:spPr>
              <a:xfrm>
                <a:off x="3196572" y="3663617"/>
                <a:ext cx="372325" cy="372325"/>
              </a:xfrm>
              <a:prstGeom prst="rect">
                <a:avLst/>
              </a:prstGeom>
            </p:spPr>
          </p:pic>
        </p:grpSp>
        <p:grpSp>
          <p:nvGrpSpPr>
            <p:cNvPr id="19" name="Group 18">
              <a:extLst>
                <a:ext uri="{FF2B5EF4-FFF2-40B4-BE49-F238E27FC236}">
                  <a16:creationId xmlns:a16="http://schemas.microsoft.com/office/drawing/2014/main" id="{04EA41AE-66FC-4562-BD52-83262BF29AAF}"/>
                </a:ext>
              </a:extLst>
            </p:cNvPr>
            <p:cNvGrpSpPr/>
            <p:nvPr/>
          </p:nvGrpSpPr>
          <p:grpSpPr>
            <a:xfrm>
              <a:off x="3031668" y="4725108"/>
              <a:ext cx="702132" cy="702232"/>
              <a:chOff x="3031668" y="4725108"/>
              <a:chExt cx="702132" cy="702232"/>
            </a:xfrm>
          </p:grpSpPr>
          <p:grpSp>
            <p:nvGrpSpPr>
              <p:cNvPr id="14" name="Group 13">
                <a:extLst>
                  <a:ext uri="{FF2B5EF4-FFF2-40B4-BE49-F238E27FC236}">
                    <a16:creationId xmlns:a16="http://schemas.microsoft.com/office/drawing/2014/main" id="{F73677D7-9B45-4357-A08F-C849E68113A6}"/>
                  </a:ext>
                </a:extLst>
              </p:cNvPr>
              <p:cNvGrpSpPr/>
              <p:nvPr/>
            </p:nvGrpSpPr>
            <p:grpSpPr>
              <a:xfrm>
                <a:off x="3031668" y="4725108"/>
                <a:ext cx="702132" cy="702232"/>
                <a:chOff x="3031668" y="4725108"/>
                <a:chExt cx="702132" cy="702232"/>
              </a:xfrm>
            </p:grpSpPr>
            <p:sp>
              <p:nvSpPr>
                <p:cNvPr id="25" name="Freeform 5">
                  <a:extLst>
                    <a:ext uri="{FF2B5EF4-FFF2-40B4-BE49-F238E27FC236}">
                      <a16:creationId xmlns:a16="http://schemas.microsoft.com/office/drawing/2014/main" id="{176F770A-F08D-4439-952C-9F4034E2A163}"/>
                    </a:ext>
                  </a:extLst>
                </p:cNvPr>
                <p:cNvSpPr>
                  <a:spLocks/>
                </p:cNvSpPr>
                <p:nvPr/>
              </p:nvSpPr>
              <p:spPr bwMode="auto">
                <a:xfrm>
                  <a:off x="3031668" y="4725108"/>
                  <a:ext cx="702132" cy="70223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26" name="Freeform 6">
                  <a:extLst>
                    <a:ext uri="{FF2B5EF4-FFF2-40B4-BE49-F238E27FC236}">
                      <a16:creationId xmlns:a16="http://schemas.microsoft.com/office/drawing/2014/main" id="{B4A5B2AA-4B40-4633-8696-F894CB71F10E}"/>
                    </a:ext>
                  </a:extLst>
                </p:cNvPr>
                <p:cNvSpPr>
                  <a:spLocks noEditPoints="1"/>
                </p:cNvSpPr>
                <p:nvPr/>
              </p:nvSpPr>
              <p:spPr bwMode="auto">
                <a:xfrm>
                  <a:off x="3080522" y="4775106"/>
                  <a:ext cx="605561" cy="604510"/>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10" name="Picture 9" descr="Icon of a bulb">
                <a:extLst>
                  <a:ext uri="{FF2B5EF4-FFF2-40B4-BE49-F238E27FC236}">
                    <a16:creationId xmlns:a16="http://schemas.microsoft.com/office/drawing/2014/main" id="{BD8A27FC-C3FC-4D9B-AED7-5D4C9191B0AA}"/>
                  </a:ext>
                </a:extLst>
              </p:cNvPr>
              <p:cNvPicPr>
                <a:picLocks noChangeAspect="1"/>
              </p:cNvPicPr>
              <p:nvPr/>
            </p:nvPicPr>
            <p:blipFill>
              <a:blip r:embed="rId6"/>
              <a:stretch>
                <a:fillRect/>
              </a:stretch>
            </p:blipFill>
            <p:spPr>
              <a:xfrm>
                <a:off x="3248882" y="4890062"/>
                <a:ext cx="267705" cy="372325"/>
              </a:xfrm>
              <a:prstGeom prst="rect">
                <a:avLst/>
              </a:prstGeom>
            </p:spPr>
          </p:pic>
        </p:grpSp>
      </p:grpSp>
    </p:spTree>
    <p:extLst>
      <p:ext uri="{BB962C8B-B14F-4D97-AF65-F5344CB8AC3E}">
        <p14:creationId xmlns:p14="http://schemas.microsoft.com/office/powerpoint/2010/main" val="1239365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5E0F2C8-2BB6-4BB3-9F18-5F5FBAC9C105}"/>
              </a:ext>
            </a:extLst>
          </p:cNvPr>
          <p:cNvSpPr>
            <a:spLocks noGrp="1"/>
          </p:cNvSpPr>
          <p:nvPr>
            <p:ph type="title"/>
          </p:nvPr>
        </p:nvSpPr>
        <p:spPr/>
        <p:txBody>
          <a:bodyPr/>
          <a:lstStyle/>
          <a:p>
            <a:r>
              <a:rPr lang="en-US"/>
              <a:t>Azure Monitor </a:t>
            </a:r>
          </a:p>
        </p:txBody>
      </p:sp>
      <p:sp>
        <p:nvSpPr>
          <p:cNvPr id="6" name="Rectangle 5">
            <a:extLst>
              <a:ext uri="{FF2B5EF4-FFF2-40B4-BE49-F238E27FC236}">
                <a16:creationId xmlns:a16="http://schemas.microsoft.com/office/drawing/2014/main" id="{BEBD28DE-4571-485A-941B-5A8F210801C1}"/>
              </a:ext>
              <a:ext uri="{C183D7F6-B498-43B3-948B-1728B52AA6E4}">
                <adec:decorative xmlns:adec="http://schemas.microsoft.com/office/drawing/2017/decorative" val="1"/>
              </a:ext>
            </a:extLst>
          </p:cNvPr>
          <p:cNvSpPr/>
          <p:nvPr/>
        </p:nvSpPr>
        <p:spPr bwMode="auto">
          <a:xfrm>
            <a:off x="5101949" y="2132905"/>
            <a:ext cx="7002915" cy="3549310"/>
          </a:xfrm>
          <a:prstGeom prst="rect">
            <a:avLst/>
          </a:prstGeom>
          <a:no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ct val="0"/>
              </a:spcAft>
            </a:pPr>
            <a:endParaRPr lang="en-IN" sz="2400">
              <a:gradFill>
                <a:gsLst>
                  <a:gs pos="0">
                    <a:srgbClr val="FFFFFF"/>
                  </a:gs>
                  <a:gs pos="100000">
                    <a:srgbClr val="FFFFFF"/>
                  </a:gs>
                </a:gsLst>
                <a:lin ang="5400000" scaled="0"/>
              </a:gradFill>
              <a:cs typeface="Segoe UI" pitchFamily="34" charset="0"/>
            </a:endParaRPr>
          </a:p>
        </p:txBody>
      </p:sp>
      <p:sp>
        <p:nvSpPr>
          <p:cNvPr id="8" name="Rectangle 7">
            <a:extLst>
              <a:ext uri="{FF2B5EF4-FFF2-40B4-BE49-F238E27FC236}">
                <a16:creationId xmlns:a16="http://schemas.microsoft.com/office/drawing/2014/main" id="{8A397835-083D-4444-9D5D-06E549A068BD}"/>
              </a:ext>
              <a:ext uri="{C183D7F6-B498-43B3-948B-1728B52AA6E4}">
                <adec:decorative xmlns:adec="http://schemas.microsoft.com/office/drawing/2017/decorative" val="0"/>
              </a:ext>
            </a:extLst>
          </p:cNvPr>
          <p:cNvSpPr/>
          <p:nvPr/>
        </p:nvSpPr>
        <p:spPr bwMode="auto">
          <a:xfrm>
            <a:off x="249011" y="1192213"/>
            <a:ext cx="4691062" cy="598487"/>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91440" rIns="137160" bIns="91440" numCol="1" spcCol="0" rtlCol="0" fromWordArt="0" anchor="ctr" anchorCtr="0" forceAA="0" compatLnSpc="1">
            <a:prstTxWarp prst="textNoShape">
              <a:avLst/>
            </a:prstTxWarp>
            <a:noAutofit/>
          </a:bodyPr>
          <a:lstStyle/>
          <a:p>
            <a:pPr>
              <a:spcBef>
                <a:spcPts val="1200"/>
              </a:spcBef>
            </a:pPr>
            <a:r>
              <a:rPr lang="en-US" sz="2200">
                <a:solidFill>
                  <a:schemeClr val="tx2">
                    <a:lumMod val="50000"/>
                  </a:schemeClr>
                </a:solidFill>
                <a:latin typeface="+mj-lt"/>
              </a:rPr>
              <a:t>Monitoring data types: </a:t>
            </a:r>
            <a:r>
              <a:rPr lang="en-US" sz="2200" b="1">
                <a:solidFill>
                  <a:schemeClr val="tx2">
                    <a:lumMod val="50000"/>
                  </a:schemeClr>
                </a:solidFill>
                <a:latin typeface="+mj-lt"/>
              </a:rPr>
              <a:t>Metrics &amp; Logs</a:t>
            </a:r>
            <a:endParaRPr lang="en-US" sz="2200" b="1">
              <a:solidFill>
                <a:schemeClr val="tx1"/>
              </a:solidFill>
            </a:endParaRPr>
          </a:p>
        </p:txBody>
      </p:sp>
      <p:sp>
        <p:nvSpPr>
          <p:cNvPr id="14" name="Rectangle 13">
            <a:extLst>
              <a:ext uri="{FF2B5EF4-FFF2-40B4-BE49-F238E27FC236}">
                <a16:creationId xmlns:a16="http://schemas.microsoft.com/office/drawing/2014/main" id="{16604E8A-16FE-40F3-A474-C7159E44C2D4}"/>
              </a:ext>
            </a:extLst>
          </p:cNvPr>
          <p:cNvSpPr/>
          <p:nvPr/>
        </p:nvSpPr>
        <p:spPr>
          <a:xfrm>
            <a:off x="249011" y="1963498"/>
            <a:ext cx="4691062" cy="2151302"/>
          </a:xfrm>
          <a:prstGeom prst="rect">
            <a:avLst/>
          </a:prstGeom>
          <a:solidFill>
            <a:schemeClr val="bg1">
              <a:lumMod val="95000"/>
            </a:schemeClr>
          </a:solidFill>
          <a:ln w="6350">
            <a:solidFill>
              <a:schemeClr val="bg1">
                <a:lumMod val="95000"/>
              </a:schemeClr>
            </a:solidFill>
          </a:ln>
          <a:effectLst/>
        </p:spPr>
        <p:style>
          <a:lnRef idx="0">
            <a:scrgbClr r="0" g="0" b="0"/>
          </a:lnRef>
          <a:fillRef idx="0">
            <a:scrgbClr r="0" g="0" b="0"/>
          </a:fillRef>
          <a:effectRef idx="0">
            <a:scrgbClr r="0" g="0" b="0"/>
          </a:effectRef>
          <a:fontRef idx="major"/>
        </p:style>
        <p:txBody>
          <a:bodyPr spcFirstLastPara="0" vert="horz" wrap="square" lIns="186521" tIns="139891" rIns="186521" bIns="139891" numCol="1" spcCol="1270" anchor="t" anchorCtr="0">
            <a:noAutofit/>
          </a:bodyPr>
          <a:lstStyle/>
          <a:p>
            <a:pPr defTabSz="1088029">
              <a:spcBef>
                <a:spcPct val="0"/>
              </a:spcBef>
              <a:spcAft>
                <a:spcPct val="35000"/>
              </a:spcAft>
              <a:defRPr/>
            </a:pPr>
            <a:r>
              <a:rPr lang="en-US" sz="2040" kern="0">
                <a:solidFill>
                  <a:srgbClr val="1A1A1A"/>
                </a:solidFill>
                <a:latin typeface="Segoe UI"/>
              </a:rPr>
              <a:t>Metrics are numerical values that describe some aspect of a system at a point in time </a:t>
            </a:r>
          </a:p>
          <a:p>
            <a:pPr defTabSz="1088029">
              <a:spcBef>
                <a:spcPct val="0"/>
              </a:spcBef>
              <a:spcAft>
                <a:spcPct val="35000"/>
              </a:spcAft>
              <a:defRPr/>
            </a:pPr>
            <a:r>
              <a:rPr lang="en-US" sz="2040" kern="0">
                <a:solidFill>
                  <a:srgbClr val="1A1A1A"/>
                </a:solidFill>
                <a:latin typeface="Segoe UI"/>
              </a:rPr>
              <a:t>They are lightweight and capable of supporting near real-time scenarios</a:t>
            </a:r>
          </a:p>
        </p:txBody>
      </p:sp>
      <p:sp>
        <p:nvSpPr>
          <p:cNvPr id="16" name="Rectangle 15">
            <a:extLst>
              <a:ext uri="{FF2B5EF4-FFF2-40B4-BE49-F238E27FC236}">
                <a16:creationId xmlns:a16="http://schemas.microsoft.com/office/drawing/2014/main" id="{7FB9BE4A-6266-4BF6-A542-21093A50AEFC}"/>
              </a:ext>
            </a:extLst>
          </p:cNvPr>
          <p:cNvSpPr/>
          <p:nvPr/>
        </p:nvSpPr>
        <p:spPr>
          <a:xfrm>
            <a:off x="249011" y="4245506"/>
            <a:ext cx="4691062" cy="2320394"/>
          </a:xfrm>
          <a:prstGeom prst="rect">
            <a:avLst/>
          </a:prstGeom>
          <a:solidFill>
            <a:schemeClr val="bg1">
              <a:lumMod val="95000"/>
            </a:schemeClr>
          </a:solidFill>
          <a:ln w="6350">
            <a:solidFill>
              <a:schemeClr val="bg1">
                <a:lumMod val="95000"/>
              </a:schemeClr>
            </a:solidFill>
          </a:ln>
          <a:effectLst/>
        </p:spPr>
        <p:style>
          <a:lnRef idx="0">
            <a:scrgbClr r="0" g="0" b="0"/>
          </a:lnRef>
          <a:fillRef idx="0">
            <a:scrgbClr r="0" g="0" b="0"/>
          </a:fillRef>
          <a:effectRef idx="0">
            <a:scrgbClr r="0" g="0" b="0"/>
          </a:effectRef>
          <a:fontRef idx="major"/>
        </p:style>
        <p:txBody>
          <a:bodyPr spcFirstLastPara="0" vert="horz" wrap="square" lIns="186521" tIns="139891" rIns="186521" bIns="139891" numCol="1" spcCol="1270" anchor="ctr" anchorCtr="0">
            <a:noAutofit/>
          </a:bodyPr>
          <a:lstStyle/>
          <a:p>
            <a:pPr defTabSz="1088029">
              <a:spcBef>
                <a:spcPct val="0"/>
              </a:spcBef>
              <a:spcAft>
                <a:spcPct val="35000"/>
              </a:spcAft>
              <a:defRPr/>
            </a:pPr>
            <a:r>
              <a:rPr lang="en-US" sz="2040" kern="0">
                <a:solidFill>
                  <a:srgbClr val="1A1A1A"/>
                </a:solidFill>
                <a:latin typeface="Segoe UI"/>
              </a:rPr>
              <a:t>Logs contain different kinds of data organized into records with different sets of properties for each type</a:t>
            </a:r>
          </a:p>
          <a:p>
            <a:pPr defTabSz="1088029">
              <a:spcBef>
                <a:spcPct val="0"/>
              </a:spcBef>
              <a:spcAft>
                <a:spcPct val="35000"/>
              </a:spcAft>
              <a:defRPr/>
            </a:pPr>
            <a:r>
              <a:rPr lang="en-US" sz="2040" kern="0">
                <a:solidFill>
                  <a:srgbClr val="1A1A1A"/>
                </a:solidFill>
                <a:latin typeface="Segoe UI"/>
              </a:rPr>
              <a:t>Telemetry (events, traces) and performance data can be combined for analysis</a:t>
            </a:r>
          </a:p>
        </p:txBody>
      </p:sp>
      <p:pic>
        <p:nvPicPr>
          <p:cNvPr id="9" name="Picture 8" descr="azure monitor diagram illustrating the data sources as inputs into metrics and logs">
            <a:extLst>
              <a:ext uri="{FF2B5EF4-FFF2-40B4-BE49-F238E27FC236}">
                <a16:creationId xmlns:a16="http://schemas.microsoft.com/office/drawing/2014/main" id="{CD6D064D-F02E-4E7E-86D2-87B6CF7F6C20}"/>
              </a:ext>
            </a:extLst>
          </p:cNvPr>
          <p:cNvPicPr>
            <a:picLocks noChangeAspect="1"/>
          </p:cNvPicPr>
          <p:nvPr/>
        </p:nvPicPr>
        <p:blipFill>
          <a:blip r:embed="rId3"/>
          <a:stretch>
            <a:fillRect/>
          </a:stretch>
        </p:blipFill>
        <p:spPr>
          <a:xfrm>
            <a:off x="5339533" y="2251881"/>
            <a:ext cx="6603456" cy="3225618"/>
          </a:xfrm>
          <a:prstGeom prst="rect">
            <a:avLst/>
          </a:prstGeom>
        </p:spPr>
      </p:pic>
    </p:spTree>
    <p:extLst>
      <p:ext uri="{BB962C8B-B14F-4D97-AF65-F5344CB8AC3E}">
        <p14:creationId xmlns:p14="http://schemas.microsoft.com/office/powerpoint/2010/main" val="3866513582"/>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58B027-09C3-4A5B-B63D-CAB79577E30E}"/>
              </a:ext>
            </a:extLst>
          </p:cNvPr>
          <p:cNvSpPr>
            <a:spLocks noGrp="1"/>
          </p:cNvSpPr>
          <p:nvPr>
            <p:ph type="title"/>
          </p:nvPr>
        </p:nvSpPr>
        <p:spPr>
          <a:xfrm>
            <a:off x="424090" y="466096"/>
            <a:ext cx="11343820" cy="397545"/>
          </a:xfrm>
        </p:spPr>
        <p:txBody>
          <a:bodyPr/>
          <a:lstStyle/>
          <a:p>
            <a:r>
              <a:rPr lang="en-US" sz="2800">
                <a:solidFill>
                  <a:schemeClr val="tx1"/>
                </a:solidFill>
              </a:rPr>
              <a:t>Metrics explorer </a:t>
            </a:r>
            <a:endParaRPr lang="en-US"/>
          </a:p>
        </p:txBody>
      </p:sp>
      <p:pic>
        <p:nvPicPr>
          <p:cNvPr id="3" name="Picture 2" descr="The Metrics pane for a virtual network in Azure Monitor">
            <a:extLst>
              <a:ext uri="{FF2B5EF4-FFF2-40B4-BE49-F238E27FC236}">
                <a16:creationId xmlns:a16="http://schemas.microsoft.com/office/drawing/2014/main" id="{4F55E77C-564E-4F16-8CF6-377C689AAC15}"/>
              </a:ext>
            </a:extLst>
          </p:cNvPr>
          <p:cNvPicPr/>
          <p:nvPr/>
        </p:nvPicPr>
        <p:blipFill>
          <a:blip r:embed="rId3"/>
          <a:stretch>
            <a:fillRect/>
          </a:stretch>
        </p:blipFill>
        <p:spPr bwMode="auto">
          <a:xfrm>
            <a:off x="1454150" y="1334608"/>
            <a:ext cx="9283700" cy="4914900"/>
          </a:xfrm>
          <a:prstGeom prst="rect">
            <a:avLst/>
          </a:prstGeom>
          <a:noFill/>
          <a:ln>
            <a:noFill/>
          </a:ln>
        </p:spPr>
      </p:pic>
      <p:sp>
        <p:nvSpPr>
          <p:cNvPr id="5" name="Rectangle 4">
            <a:extLst>
              <a:ext uri="{FF2B5EF4-FFF2-40B4-BE49-F238E27FC236}">
                <a16:creationId xmlns:a16="http://schemas.microsoft.com/office/drawing/2014/main" id="{F2C08569-1608-489B-A0E1-FD09DAA86F6C}"/>
              </a:ext>
              <a:ext uri="{C183D7F6-B498-43B3-948B-1728B52AA6E4}">
                <adec:decorative xmlns:adec="http://schemas.microsoft.com/office/drawing/2017/decorative" val="1"/>
              </a:ext>
            </a:extLst>
          </p:cNvPr>
          <p:cNvSpPr/>
          <p:nvPr/>
        </p:nvSpPr>
        <p:spPr bwMode="auto">
          <a:xfrm>
            <a:off x="1054099" y="1104900"/>
            <a:ext cx="10312401" cy="5287005"/>
          </a:xfrm>
          <a:prstGeom prst="rect">
            <a:avLst/>
          </a:prstGeom>
          <a:no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ct val="0"/>
              </a:spcAft>
            </a:pPr>
            <a:endParaRPr lang="en-IN" sz="2400">
              <a:gradFill>
                <a:gsLst>
                  <a:gs pos="0">
                    <a:srgbClr val="FFFFFF"/>
                  </a:gs>
                  <a:gs pos="100000">
                    <a:srgbClr val="FFFFFF"/>
                  </a:gs>
                </a:gsLst>
                <a:lin ang="5400000" scaled="0"/>
              </a:gradFill>
              <a:cs typeface="Segoe UI" pitchFamily="34" charset="0"/>
            </a:endParaRPr>
          </a:p>
        </p:txBody>
      </p:sp>
    </p:spTree>
    <p:extLst>
      <p:ext uri="{BB962C8B-B14F-4D97-AF65-F5344CB8AC3E}">
        <p14:creationId xmlns:p14="http://schemas.microsoft.com/office/powerpoint/2010/main" val="3609120076"/>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88DBF4-D58C-4AE3-8538-C8FAE8BA0CB2}"/>
              </a:ext>
            </a:extLst>
          </p:cNvPr>
          <p:cNvSpPr>
            <a:spLocks noGrp="1"/>
          </p:cNvSpPr>
          <p:nvPr>
            <p:ph type="title"/>
          </p:nvPr>
        </p:nvSpPr>
        <p:spPr>
          <a:xfrm>
            <a:off x="424090" y="375110"/>
            <a:ext cx="11343820" cy="579518"/>
          </a:xfrm>
        </p:spPr>
        <p:txBody>
          <a:bodyPr/>
          <a:lstStyle/>
          <a:p>
            <a:pPr defTabSz="1002210">
              <a:lnSpc>
                <a:spcPct val="150000"/>
              </a:lnSpc>
              <a:spcBef>
                <a:spcPct val="0"/>
              </a:spcBef>
              <a:spcAft>
                <a:spcPts val="1176"/>
              </a:spcAft>
            </a:pPr>
            <a:r>
              <a:rPr lang="en-US" sz="2800">
                <a:solidFill>
                  <a:schemeClr val="tx1"/>
                </a:solidFill>
              </a:rPr>
              <a:t>Azure Monitor Network Insights </a:t>
            </a:r>
          </a:p>
        </p:txBody>
      </p:sp>
      <p:sp>
        <p:nvSpPr>
          <p:cNvPr id="10" name="Rectangle 9">
            <a:extLst>
              <a:ext uri="{FF2B5EF4-FFF2-40B4-BE49-F238E27FC236}">
                <a16:creationId xmlns:a16="http://schemas.microsoft.com/office/drawing/2014/main" id="{09EB6839-4D39-43BB-9D1B-9F288828A4E6}"/>
              </a:ext>
              <a:ext uri="{C183D7F6-B498-43B3-948B-1728B52AA6E4}">
                <adec:decorative xmlns:adec="http://schemas.microsoft.com/office/drawing/2017/decorative" val="0"/>
              </a:ext>
            </a:extLst>
          </p:cNvPr>
          <p:cNvSpPr/>
          <p:nvPr/>
        </p:nvSpPr>
        <p:spPr bwMode="auto">
          <a:xfrm>
            <a:off x="427037" y="1321653"/>
            <a:ext cx="4613628" cy="1030281"/>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91440" rIns="137160" bIns="91440" numCol="1" spcCol="0" rtlCol="0" fromWordArt="0" anchor="ctr" anchorCtr="0" forceAA="0" compatLnSpc="1">
            <a:prstTxWarp prst="textNoShape">
              <a:avLst/>
            </a:prstTxWarp>
            <a:noAutofit/>
          </a:bodyPr>
          <a:lstStyle/>
          <a:p>
            <a:pPr>
              <a:spcBef>
                <a:spcPts val="1200"/>
              </a:spcBef>
            </a:pPr>
            <a:r>
              <a:rPr lang="en-US" sz="2000">
                <a:solidFill>
                  <a:schemeClr val="tx1"/>
                </a:solidFill>
              </a:rPr>
              <a:t>Network health and metrics</a:t>
            </a:r>
          </a:p>
        </p:txBody>
      </p:sp>
      <p:sp>
        <p:nvSpPr>
          <p:cNvPr id="12" name="Rectangle 11">
            <a:extLst>
              <a:ext uri="{FF2B5EF4-FFF2-40B4-BE49-F238E27FC236}">
                <a16:creationId xmlns:a16="http://schemas.microsoft.com/office/drawing/2014/main" id="{7591533E-C3C6-4D5F-9A94-734A4784C345}"/>
              </a:ext>
              <a:ext uri="{C183D7F6-B498-43B3-948B-1728B52AA6E4}">
                <adec:decorative xmlns:adec="http://schemas.microsoft.com/office/drawing/2017/decorative" val="0"/>
              </a:ext>
            </a:extLst>
          </p:cNvPr>
          <p:cNvSpPr/>
          <p:nvPr/>
        </p:nvSpPr>
        <p:spPr bwMode="auto">
          <a:xfrm>
            <a:off x="427038" y="2571965"/>
            <a:ext cx="4613628" cy="1030280"/>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91440" rIns="137160" bIns="91440" numCol="1" spcCol="0" rtlCol="0" fromWordArt="0" anchor="ctr" anchorCtr="0" forceAA="0" compatLnSpc="1">
            <a:prstTxWarp prst="textNoShape">
              <a:avLst/>
            </a:prstTxWarp>
            <a:noAutofit/>
          </a:bodyPr>
          <a:lstStyle/>
          <a:p>
            <a:pPr>
              <a:spcBef>
                <a:spcPts val="1200"/>
              </a:spcBef>
            </a:pPr>
            <a:r>
              <a:rPr lang="en-US" sz="2000">
                <a:solidFill>
                  <a:schemeClr val="tx1"/>
                </a:solidFill>
              </a:rPr>
              <a:t>Connectivity</a:t>
            </a:r>
          </a:p>
        </p:txBody>
      </p:sp>
      <p:sp>
        <p:nvSpPr>
          <p:cNvPr id="14" name="Rectangle 13">
            <a:extLst>
              <a:ext uri="{FF2B5EF4-FFF2-40B4-BE49-F238E27FC236}">
                <a16:creationId xmlns:a16="http://schemas.microsoft.com/office/drawing/2014/main" id="{101EA2B1-31DD-4F66-A808-46A7B8BA5F69}"/>
              </a:ext>
              <a:ext uri="{C183D7F6-B498-43B3-948B-1728B52AA6E4}">
                <adec:decorative xmlns:adec="http://schemas.microsoft.com/office/drawing/2017/decorative" val="0"/>
              </a:ext>
            </a:extLst>
          </p:cNvPr>
          <p:cNvSpPr/>
          <p:nvPr/>
        </p:nvSpPr>
        <p:spPr bwMode="auto">
          <a:xfrm>
            <a:off x="427037" y="3879958"/>
            <a:ext cx="4613628" cy="1030280"/>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91440" rIns="137160" bIns="91440" numCol="1" spcCol="0" rtlCol="0" fromWordArt="0" anchor="ctr" anchorCtr="0" forceAA="0" compatLnSpc="1">
            <a:prstTxWarp prst="textNoShape">
              <a:avLst/>
            </a:prstTxWarp>
            <a:noAutofit/>
          </a:bodyPr>
          <a:lstStyle/>
          <a:p>
            <a:pPr>
              <a:spcBef>
                <a:spcPts val="1200"/>
              </a:spcBef>
            </a:pPr>
            <a:r>
              <a:rPr lang="en-US" sz="2000">
                <a:solidFill>
                  <a:schemeClr val="tx1"/>
                </a:solidFill>
              </a:rPr>
              <a:t>Traffic</a:t>
            </a:r>
          </a:p>
        </p:txBody>
      </p:sp>
      <p:sp>
        <p:nvSpPr>
          <p:cNvPr id="16" name="Rectangle 15">
            <a:extLst>
              <a:ext uri="{FF2B5EF4-FFF2-40B4-BE49-F238E27FC236}">
                <a16:creationId xmlns:a16="http://schemas.microsoft.com/office/drawing/2014/main" id="{12F7AC66-AE9D-4D30-A432-07D4CE1E0D13}"/>
              </a:ext>
              <a:ext uri="{C183D7F6-B498-43B3-948B-1728B52AA6E4}">
                <adec:decorative xmlns:adec="http://schemas.microsoft.com/office/drawing/2017/decorative" val="0"/>
              </a:ext>
            </a:extLst>
          </p:cNvPr>
          <p:cNvSpPr/>
          <p:nvPr/>
        </p:nvSpPr>
        <p:spPr bwMode="auto">
          <a:xfrm>
            <a:off x="427037" y="5187951"/>
            <a:ext cx="4613628" cy="1030280"/>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91440" rIns="137160" bIns="91440" numCol="1" spcCol="0" rtlCol="0" fromWordArt="0" anchor="ctr" anchorCtr="0" forceAA="0" compatLnSpc="1">
            <a:prstTxWarp prst="textNoShape">
              <a:avLst/>
            </a:prstTxWarp>
            <a:noAutofit/>
          </a:bodyPr>
          <a:lstStyle/>
          <a:p>
            <a:pPr>
              <a:spcBef>
                <a:spcPts val="1200"/>
              </a:spcBef>
            </a:pPr>
            <a:r>
              <a:rPr lang="en-US" sz="2000">
                <a:solidFill>
                  <a:schemeClr val="tx1"/>
                </a:solidFill>
              </a:rPr>
              <a:t>Diagnostic Toolkit</a:t>
            </a:r>
          </a:p>
        </p:txBody>
      </p:sp>
      <p:pic>
        <p:nvPicPr>
          <p:cNvPr id="7" name="Picture 6" descr="monitoring overview page for Networks">
            <a:extLst>
              <a:ext uri="{FF2B5EF4-FFF2-40B4-BE49-F238E27FC236}">
                <a16:creationId xmlns:a16="http://schemas.microsoft.com/office/drawing/2014/main" id="{6A210F92-D89A-4B27-93E2-3763A2820270}"/>
              </a:ext>
            </a:extLst>
          </p:cNvPr>
          <p:cNvPicPr/>
          <p:nvPr/>
        </p:nvPicPr>
        <p:blipFill>
          <a:blip r:embed="rId3"/>
          <a:stretch>
            <a:fillRect/>
          </a:stretch>
        </p:blipFill>
        <p:spPr bwMode="auto">
          <a:xfrm>
            <a:off x="5817870" y="1012825"/>
            <a:ext cx="6043930" cy="2739817"/>
          </a:xfrm>
          <a:prstGeom prst="rect">
            <a:avLst/>
          </a:prstGeom>
          <a:noFill/>
          <a:ln>
            <a:noFill/>
          </a:ln>
        </p:spPr>
      </p:pic>
      <p:pic>
        <p:nvPicPr>
          <p:cNvPr id="8" name="Picture 7" descr="Network health for ER and VPN connections in the Azure portal ">
            <a:extLst>
              <a:ext uri="{FF2B5EF4-FFF2-40B4-BE49-F238E27FC236}">
                <a16:creationId xmlns:a16="http://schemas.microsoft.com/office/drawing/2014/main" id="{F80B6694-B0BD-4855-A8D0-7744BE83C88B}"/>
              </a:ext>
            </a:extLst>
          </p:cNvPr>
          <p:cNvPicPr/>
          <p:nvPr/>
        </p:nvPicPr>
        <p:blipFill>
          <a:blip r:embed="rId4"/>
          <a:stretch>
            <a:fillRect/>
          </a:stretch>
        </p:blipFill>
        <p:spPr bwMode="auto">
          <a:xfrm>
            <a:off x="5614511" y="3810838"/>
            <a:ext cx="6247289" cy="2739816"/>
          </a:xfrm>
          <a:prstGeom prst="rect">
            <a:avLst/>
          </a:prstGeom>
          <a:noFill/>
          <a:ln>
            <a:noFill/>
          </a:ln>
        </p:spPr>
      </p:pic>
      <p:sp>
        <p:nvSpPr>
          <p:cNvPr id="6" name="Rectangle 5">
            <a:extLst>
              <a:ext uri="{FF2B5EF4-FFF2-40B4-BE49-F238E27FC236}">
                <a16:creationId xmlns:a16="http://schemas.microsoft.com/office/drawing/2014/main" id="{0FBF197F-FCF9-4641-B29A-4C9DD3B25791}"/>
              </a:ext>
              <a:ext uri="{C183D7F6-B498-43B3-948B-1728B52AA6E4}">
                <adec:decorative xmlns:adec="http://schemas.microsoft.com/office/drawing/2017/decorative" val="1"/>
              </a:ext>
            </a:extLst>
          </p:cNvPr>
          <p:cNvSpPr/>
          <p:nvPr/>
        </p:nvSpPr>
        <p:spPr bwMode="auto">
          <a:xfrm>
            <a:off x="5448300" y="866437"/>
            <a:ext cx="6561137" cy="5851863"/>
          </a:xfrm>
          <a:prstGeom prst="rect">
            <a:avLst/>
          </a:prstGeom>
          <a:no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ct val="0"/>
              </a:spcAft>
            </a:pPr>
            <a:endParaRPr lang="en-IN" sz="2400">
              <a:gradFill>
                <a:gsLst>
                  <a:gs pos="0">
                    <a:srgbClr val="FFFFFF"/>
                  </a:gs>
                  <a:gs pos="100000">
                    <a:srgbClr val="FFFFFF"/>
                  </a:gs>
                </a:gsLst>
                <a:lin ang="5400000" scaled="0"/>
              </a:gradFill>
              <a:cs typeface="Segoe UI" pitchFamily="34" charset="0"/>
            </a:endParaRPr>
          </a:p>
        </p:txBody>
      </p:sp>
    </p:spTree>
    <p:extLst>
      <p:ext uri="{BB962C8B-B14F-4D97-AF65-F5344CB8AC3E}">
        <p14:creationId xmlns:p14="http://schemas.microsoft.com/office/powerpoint/2010/main" val="1856963817"/>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AEBD2-4AD6-4182-BF38-A3DE71D14CCF}"/>
              </a:ext>
            </a:extLst>
          </p:cNvPr>
          <p:cNvSpPr>
            <a:spLocks noGrp="1"/>
          </p:cNvSpPr>
          <p:nvPr>
            <p:ph type="title"/>
          </p:nvPr>
        </p:nvSpPr>
        <p:spPr/>
        <p:txBody>
          <a:bodyPr/>
          <a:lstStyle/>
          <a:p>
            <a:r>
              <a:rPr lang="en-US"/>
              <a:t>Monitor your networks using Azure Monitor </a:t>
            </a:r>
            <a:r>
              <a:rPr lang="en-US">
                <a:solidFill>
                  <a:schemeClr val="tx1"/>
                </a:solidFill>
              </a:rPr>
              <a:t>- Review</a:t>
            </a:r>
          </a:p>
        </p:txBody>
      </p:sp>
      <p:sp>
        <p:nvSpPr>
          <p:cNvPr id="4" name="Rectangle 3">
            <a:extLst>
              <a:ext uri="{FF2B5EF4-FFF2-40B4-BE49-F238E27FC236}">
                <a16:creationId xmlns:a16="http://schemas.microsoft.com/office/drawing/2014/main" id="{2966B463-01CD-4B75-BB8C-E0B3A0BA3BB5}"/>
              </a:ext>
            </a:extLst>
          </p:cNvPr>
          <p:cNvSpPr/>
          <p:nvPr/>
        </p:nvSpPr>
        <p:spPr bwMode="auto">
          <a:xfrm>
            <a:off x="392161" y="1473565"/>
            <a:ext cx="4212885" cy="627497"/>
          </a:xfrm>
          <a:prstGeom prst="rect">
            <a:avLst/>
          </a:prstGeom>
          <a:solidFill>
            <a:srgbClr val="243A5E"/>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179285" bIns="134464" numCol="1" spcCol="1270" anchor="ctr" anchorCtr="0">
            <a:noAutofit/>
          </a:bodyPr>
          <a:lstStyle/>
          <a:p>
            <a:pPr algn="ctr"/>
            <a:r>
              <a:rPr lang="en-US" sz="1961">
                <a:latin typeface="+mj-lt"/>
              </a:rPr>
              <a:t>Knowledge Check</a:t>
            </a:r>
          </a:p>
        </p:txBody>
      </p:sp>
      <p:sp>
        <p:nvSpPr>
          <p:cNvPr id="5" name="Rectangle 4">
            <a:extLst>
              <a:ext uri="{FF2B5EF4-FFF2-40B4-BE49-F238E27FC236}">
                <a16:creationId xmlns:a16="http://schemas.microsoft.com/office/drawing/2014/main" id="{518F38BA-DC8B-40A2-8C01-D6C0048EF654}"/>
              </a:ext>
            </a:extLst>
          </p:cNvPr>
          <p:cNvSpPr/>
          <p:nvPr/>
        </p:nvSpPr>
        <p:spPr bwMode="auto">
          <a:xfrm>
            <a:off x="4754449" y="1473565"/>
            <a:ext cx="7008015" cy="627497"/>
          </a:xfrm>
          <a:prstGeom prst="rect">
            <a:avLst/>
          </a:prstGeom>
          <a:solidFill>
            <a:srgbClr val="243A5E"/>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179285" bIns="134464" numCol="1" spcCol="1270" anchor="ctr" anchorCtr="0">
            <a:noAutofit/>
          </a:bodyPr>
          <a:lstStyle/>
          <a:p>
            <a:r>
              <a:rPr lang="en-US" sz="1961">
                <a:latin typeface="+mj-lt"/>
              </a:rPr>
              <a:t>Microsoft Learn Modules (docs.microsoft.com/Learn)</a:t>
            </a:r>
          </a:p>
        </p:txBody>
      </p:sp>
      <p:pic>
        <p:nvPicPr>
          <p:cNvPr id="3" name="Picture 2">
            <a:extLst>
              <a:ext uri="{FF2B5EF4-FFF2-40B4-BE49-F238E27FC236}">
                <a16:creationId xmlns:a16="http://schemas.microsoft.com/office/drawing/2014/main" id="{74131A59-8C9B-415F-B4A2-CA8A0ECC781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680878" y="2817694"/>
            <a:ext cx="1465263" cy="2130976"/>
          </a:xfrm>
          <a:prstGeom prst="rect">
            <a:avLst/>
          </a:prstGeom>
        </p:spPr>
      </p:pic>
      <p:cxnSp>
        <p:nvCxnSpPr>
          <p:cNvPr id="7" name="Straight Connector 6">
            <a:extLst>
              <a:ext uri="{FF2B5EF4-FFF2-40B4-BE49-F238E27FC236}">
                <a16:creationId xmlns:a16="http://schemas.microsoft.com/office/drawing/2014/main" id="{89B8E96B-AC97-4A2B-A595-8C929A5499F5}"/>
              </a:ext>
              <a:ext uri="{C183D7F6-B498-43B3-948B-1728B52AA6E4}">
                <adec:decorative xmlns:adec="http://schemas.microsoft.com/office/drawing/2017/decorative" val="1"/>
              </a:ext>
            </a:extLst>
          </p:cNvPr>
          <p:cNvCxnSpPr>
            <a:cxnSpLocks/>
          </p:cNvCxnSpPr>
          <p:nvPr/>
        </p:nvCxnSpPr>
        <p:spPr>
          <a:xfrm>
            <a:off x="4841850" y="2817693"/>
            <a:ext cx="692061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6405F86E-B39B-45B9-BDCD-E146DC04BC31}"/>
              </a:ext>
            </a:extLst>
          </p:cNvPr>
          <p:cNvSpPr txBox="1"/>
          <p:nvPr/>
        </p:nvSpPr>
        <p:spPr>
          <a:xfrm>
            <a:off x="4754449" y="2274711"/>
            <a:ext cx="6920613" cy="369332"/>
          </a:xfrm>
          <a:prstGeom prst="rect">
            <a:avLst/>
          </a:prstGeom>
          <a:noFill/>
        </p:spPr>
        <p:txBody>
          <a:bodyPr wrap="square">
            <a:spAutoFit/>
          </a:bodyPr>
          <a:lstStyle/>
          <a:p>
            <a:r>
              <a:rPr lang="en-US" dirty="0">
                <a:hlinkClick r:id="rId4"/>
              </a:rPr>
              <a:t>Azure Monitor Network Insights - Azure Monitor | Microsoft Docs</a:t>
            </a:r>
            <a:endParaRPr lang="en-US" dirty="0"/>
          </a:p>
        </p:txBody>
      </p:sp>
    </p:spTree>
    <p:extLst>
      <p:ext uri="{BB962C8B-B14F-4D97-AF65-F5344CB8AC3E}">
        <p14:creationId xmlns:p14="http://schemas.microsoft.com/office/powerpoint/2010/main" val="4228905362"/>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CD8665D-5A50-4F07-9D33-48CCD3FD74C7}"/>
              </a:ext>
            </a:extLst>
          </p:cNvPr>
          <p:cNvSpPr>
            <a:spLocks noGrp="1"/>
          </p:cNvSpPr>
          <p:nvPr>
            <p:ph type="title"/>
          </p:nvPr>
        </p:nvSpPr>
        <p:spPr>
          <a:xfrm>
            <a:off x="585217" y="2930402"/>
            <a:ext cx="8892608" cy="997196"/>
          </a:xfrm>
        </p:spPr>
        <p:txBody>
          <a:bodyPr/>
          <a:lstStyle/>
          <a:p>
            <a:r>
              <a:rPr lang="en-US" dirty="0"/>
              <a:t>Lesson 02: </a:t>
            </a:r>
            <a:r>
              <a:rPr lang="en-US" sz="3600" dirty="0"/>
              <a:t>Exercise – Monitor a load balancer resource using Azure Monitor</a:t>
            </a:r>
            <a:endParaRPr lang="en-US" dirty="0"/>
          </a:p>
        </p:txBody>
      </p:sp>
      <p:grpSp>
        <p:nvGrpSpPr>
          <p:cNvPr id="5" name="Group 4">
            <a:extLst>
              <a:ext uri="{FF2B5EF4-FFF2-40B4-BE49-F238E27FC236}">
                <a16:creationId xmlns:a16="http://schemas.microsoft.com/office/drawing/2014/main" id="{77C5026F-827A-45B2-9D02-1FFFBBED8A11}"/>
              </a:ext>
              <a:ext uri="{C183D7F6-B498-43B3-948B-1728B52AA6E4}">
                <adec:decorative xmlns:adec="http://schemas.microsoft.com/office/drawing/2017/decorative" val="1"/>
              </a:ext>
            </a:extLst>
          </p:cNvPr>
          <p:cNvGrpSpPr/>
          <p:nvPr/>
        </p:nvGrpSpPr>
        <p:grpSpPr>
          <a:xfrm>
            <a:off x="10317555" y="3070379"/>
            <a:ext cx="717140" cy="717242"/>
            <a:chOff x="418643" y="2533089"/>
            <a:chExt cx="717140" cy="717242"/>
          </a:xfrm>
        </p:grpSpPr>
        <p:grpSp>
          <p:nvGrpSpPr>
            <p:cNvPr id="6" name="Group 5">
              <a:extLst>
                <a:ext uri="{FF2B5EF4-FFF2-40B4-BE49-F238E27FC236}">
                  <a16:creationId xmlns:a16="http://schemas.microsoft.com/office/drawing/2014/main" id="{E2B5738C-3600-4FF5-9268-422FA0C82F3F}"/>
                </a:ext>
                <a:ext uri="{C183D7F6-B498-43B3-948B-1728B52AA6E4}">
                  <adec:decorative xmlns:adec="http://schemas.microsoft.com/office/drawing/2017/decorative" val="1"/>
                </a:ext>
              </a:extLst>
            </p:cNvPr>
            <p:cNvGrpSpPr/>
            <p:nvPr/>
          </p:nvGrpSpPr>
          <p:grpSpPr>
            <a:xfrm>
              <a:off x="418643" y="2533089"/>
              <a:ext cx="717140" cy="717242"/>
              <a:chOff x="7962901" y="3032919"/>
              <a:chExt cx="981074" cy="981076"/>
            </a:xfrm>
          </p:grpSpPr>
          <p:sp>
            <p:nvSpPr>
              <p:cNvPr id="8" name="Freeform 5">
                <a:extLst>
                  <a:ext uri="{FF2B5EF4-FFF2-40B4-BE49-F238E27FC236}">
                    <a16:creationId xmlns:a16="http://schemas.microsoft.com/office/drawing/2014/main" id="{E063C290-4E49-4787-9913-4F8FA99CA0AA}"/>
                  </a:ext>
                </a:extLst>
              </p:cNvPr>
              <p:cNvSpPr>
                <a:spLocks/>
              </p:cNvSpPr>
              <p:nvPr/>
            </p:nvSpPr>
            <p:spPr bwMode="auto">
              <a:xfrm>
                <a:off x="7962901" y="3032919"/>
                <a:ext cx="981074" cy="981076"/>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9" name="Freeform 6">
                <a:extLst>
                  <a:ext uri="{FF2B5EF4-FFF2-40B4-BE49-F238E27FC236}">
                    <a16:creationId xmlns:a16="http://schemas.microsoft.com/office/drawing/2014/main" id="{D3A75AF6-73B0-402B-9CF6-E58DCA6C6A32}"/>
                  </a:ext>
                </a:extLst>
              </p:cNvPr>
              <p:cNvSpPr>
                <a:spLocks noEditPoints="1"/>
              </p:cNvSpPr>
              <p:nvPr/>
            </p:nvSpPr>
            <p:spPr bwMode="auto">
              <a:xfrm>
                <a:off x="8031163" y="3102770"/>
                <a:ext cx="846137" cy="844550"/>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7" name="Picture 6" descr="Icon of a arrow in a circular path with a timer inside the circle">
              <a:extLst>
                <a:ext uri="{FF2B5EF4-FFF2-40B4-BE49-F238E27FC236}">
                  <a16:creationId xmlns:a16="http://schemas.microsoft.com/office/drawing/2014/main" id="{1F7BAC5A-DB66-47FA-B5A9-0E99D81C68DE}"/>
                </a:ext>
              </a:extLst>
            </p:cNvPr>
            <p:cNvPicPr>
              <a:picLocks noChangeAspect="1"/>
            </p:cNvPicPr>
            <p:nvPr/>
          </p:nvPicPr>
          <p:blipFill>
            <a:blip r:embed="rId3"/>
            <a:stretch>
              <a:fillRect/>
            </a:stretch>
          </p:blipFill>
          <p:spPr>
            <a:xfrm>
              <a:off x="566791" y="2681289"/>
              <a:ext cx="420846" cy="420844"/>
            </a:xfrm>
            <a:prstGeom prst="rect">
              <a:avLst/>
            </a:prstGeom>
          </p:spPr>
        </p:pic>
      </p:grpSp>
    </p:spTree>
    <p:extLst>
      <p:ext uri="{BB962C8B-B14F-4D97-AF65-F5344CB8AC3E}">
        <p14:creationId xmlns:p14="http://schemas.microsoft.com/office/powerpoint/2010/main" val="3621704768"/>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FD5DC37-2A11-4AFF-AE9A-09299F8CA71A}"/>
              </a:ext>
            </a:extLst>
          </p:cNvPr>
          <p:cNvSpPr>
            <a:spLocks noGrp="1"/>
          </p:cNvSpPr>
          <p:nvPr>
            <p:ph type="title"/>
          </p:nvPr>
        </p:nvSpPr>
        <p:spPr/>
        <p:txBody>
          <a:bodyPr/>
          <a:lstStyle/>
          <a:p>
            <a:r>
              <a:rPr lang="en-US" sz="2800" dirty="0"/>
              <a:t>Exercise – Monitor a load balancer resource using Azure Monitor</a:t>
            </a:r>
            <a:endParaRPr lang="en-US" dirty="0"/>
          </a:p>
        </p:txBody>
      </p:sp>
      <p:pic>
        <p:nvPicPr>
          <p:cNvPr id="3" name="Picture 2" descr="Diagram illustrating the load balancer architecture that will be created in the exercise - includes load balancer, VNet, subnet, Bastionsubnet, and VMs">
            <a:extLst>
              <a:ext uri="{FF2B5EF4-FFF2-40B4-BE49-F238E27FC236}">
                <a16:creationId xmlns:a16="http://schemas.microsoft.com/office/drawing/2014/main" id="{BC400FBF-AEEF-4392-B207-BBB36A40E8DF}"/>
              </a:ext>
            </a:extLst>
          </p:cNvPr>
          <p:cNvPicPr/>
          <p:nvPr/>
        </p:nvPicPr>
        <p:blipFill>
          <a:blip r:embed="rId3"/>
          <a:stretch>
            <a:fillRect/>
          </a:stretch>
        </p:blipFill>
        <p:spPr bwMode="auto">
          <a:xfrm>
            <a:off x="1103134" y="1460069"/>
            <a:ext cx="6575837" cy="3937862"/>
          </a:xfrm>
          <a:prstGeom prst="rect">
            <a:avLst/>
          </a:prstGeom>
          <a:noFill/>
          <a:ln>
            <a:noFill/>
          </a:ln>
        </p:spPr>
      </p:pic>
    </p:spTree>
    <p:extLst>
      <p:ext uri="{BB962C8B-B14F-4D97-AF65-F5344CB8AC3E}">
        <p14:creationId xmlns:p14="http://schemas.microsoft.com/office/powerpoint/2010/main" val="109857222"/>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3AF917B-5B52-4F42-907A-1ECDBF6B9454}"/>
              </a:ext>
            </a:extLst>
          </p:cNvPr>
          <p:cNvSpPr>
            <a:spLocks noGrp="1"/>
          </p:cNvSpPr>
          <p:nvPr>
            <p:ph type="title"/>
          </p:nvPr>
        </p:nvSpPr>
        <p:spPr>
          <a:xfrm>
            <a:off x="585217" y="2930402"/>
            <a:ext cx="8892608" cy="997196"/>
          </a:xfrm>
        </p:spPr>
        <p:txBody>
          <a:bodyPr/>
          <a:lstStyle/>
          <a:p>
            <a:r>
              <a:rPr lang="en-US"/>
              <a:t>Lesson 03: </a:t>
            </a:r>
            <a:r>
              <a:rPr kumimoji="0" lang="en-US" b="0" i="0" u="none" strike="noStrike" kern="1200" cap="none" spc="0" normalizeH="0" baseline="0" noProof="0">
                <a:ln>
                  <a:noFill/>
                </a:ln>
                <a:effectLst/>
                <a:uLnTx/>
                <a:uFillTx/>
                <a:ea typeface="+mn-ea"/>
                <a:cs typeface="+mn-cs"/>
              </a:rPr>
              <a:t>Monitor your networks using Azure Network Watcher</a:t>
            </a:r>
            <a:endParaRPr lang="en-US"/>
          </a:p>
        </p:txBody>
      </p:sp>
      <p:grpSp>
        <p:nvGrpSpPr>
          <p:cNvPr id="4" name="Group 3">
            <a:extLst>
              <a:ext uri="{FF2B5EF4-FFF2-40B4-BE49-F238E27FC236}">
                <a16:creationId xmlns:a16="http://schemas.microsoft.com/office/drawing/2014/main" id="{0B5B22DC-15F8-4144-8256-7D0B7DA7ADF2}"/>
              </a:ext>
              <a:ext uri="{C183D7F6-B498-43B3-948B-1728B52AA6E4}">
                <adec:decorative xmlns:adec="http://schemas.microsoft.com/office/drawing/2017/decorative" val="1"/>
              </a:ext>
            </a:extLst>
          </p:cNvPr>
          <p:cNvGrpSpPr/>
          <p:nvPr/>
        </p:nvGrpSpPr>
        <p:grpSpPr>
          <a:xfrm>
            <a:off x="10338820" y="3070379"/>
            <a:ext cx="717140" cy="717242"/>
            <a:chOff x="418643" y="3578249"/>
            <a:chExt cx="717140" cy="717242"/>
          </a:xfrm>
        </p:grpSpPr>
        <p:grpSp>
          <p:nvGrpSpPr>
            <p:cNvPr id="5" name="Group 4">
              <a:extLst>
                <a:ext uri="{FF2B5EF4-FFF2-40B4-BE49-F238E27FC236}">
                  <a16:creationId xmlns:a16="http://schemas.microsoft.com/office/drawing/2014/main" id="{A6DC8BF5-7DCF-419F-85F6-5A630A83ED96}"/>
                </a:ext>
                <a:ext uri="{C183D7F6-B498-43B3-948B-1728B52AA6E4}">
                  <adec:decorative xmlns:adec="http://schemas.microsoft.com/office/drawing/2017/decorative" val="1"/>
                </a:ext>
              </a:extLst>
            </p:cNvPr>
            <p:cNvGrpSpPr/>
            <p:nvPr/>
          </p:nvGrpSpPr>
          <p:grpSpPr>
            <a:xfrm>
              <a:off x="418643" y="3578249"/>
              <a:ext cx="717140" cy="717242"/>
              <a:chOff x="7962901" y="3032919"/>
              <a:chExt cx="981074" cy="981076"/>
            </a:xfrm>
          </p:grpSpPr>
          <p:sp>
            <p:nvSpPr>
              <p:cNvPr id="7" name="Freeform 5">
                <a:extLst>
                  <a:ext uri="{FF2B5EF4-FFF2-40B4-BE49-F238E27FC236}">
                    <a16:creationId xmlns:a16="http://schemas.microsoft.com/office/drawing/2014/main" id="{0A4B9FE4-260B-4738-AF00-EE29C8C0538A}"/>
                  </a:ext>
                </a:extLst>
              </p:cNvPr>
              <p:cNvSpPr>
                <a:spLocks/>
              </p:cNvSpPr>
              <p:nvPr/>
            </p:nvSpPr>
            <p:spPr bwMode="auto">
              <a:xfrm>
                <a:off x="7962901" y="3032919"/>
                <a:ext cx="981074" cy="981076"/>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8" name="Freeform 6">
                <a:extLst>
                  <a:ext uri="{FF2B5EF4-FFF2-40B4-BE49-F238E27FC236}">
                    <a16:creationId xmlns:a16="http://schemas.microsoft.com/office/drawing/2014/main" id="{1555D34D-18B3-4669-83FC-9767A164F3D4}"/>
                  </a:ext>
                </a:extLst>
              </p:cNvPr>
              <p:cNvSpPr>
                <a:spLocks noEditPoints="1"/>
              </p:cNvSpPr>
              <p:nvPr/>
            </p:nvSpPr>
            <p:spPr bwMode="auto">
              <a:xfrm>
                <a:off x="8031163" y="3102770"/>
                <a:ext cx="846137" cy="844550"/>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6" name="Picture 5" descr="Icon of three dots and outward pointing chevrons on left and right">
              <a:extLst>
                <a:ext uri="{FF2B5EF4-FFF2-40B4-BE49-F238E27FC236}">
                  <a16:creationId xmlns:a16="http://schemas.microsoft.com/office/drawing/2014/main" id="{53033836-2AE1-4F5C-AC63-396DA23DC4C7}"/>
                </a:ext>
              </a:extLst>
            </p:cNvPr>
            <p:cNvPicPr>
              <a:picLocks noChangeAspect="1"/>
            </p:cNvPicPr>
            <p:nvPr/>
          </p:nvPicPr>
          <p:blipFill>
            <a:blip r:embed="rId3"/>
            <a:stretch>
              <a:fillRect/>
            </a:stretch>
          </p:blipFill>
          <p:spPr>
            <a:xfrm>
              <a:off x="532902" y="3829050"/>
              <a:ext cx="488622" cy="215640"/>
            </a:xfrm>
            <a:prstGeom prst="rect">
              <a:avLst/>
            </a:prstGeom>
          </p:spPr>
        </p:pic>
      </p:grpSp>
    </p:spTree>
    <p:extLst>
      <p:ext uri="{BB962C8B-B14F-4D97-AF65-F5344CB8AC3E}">
        <p14:creationId xmlns:p14="http://schemas.microsoft.com/office/powerpoint/2010/main" val="3539913999"/>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dirty="0"/>
              <a:t>Monitor your networks using Azure Network Watcher overview</a:t>
            </a:r>
          </a:p>
        </p:txBody>
      </p:sp>
      <p:sp>
        <p:nvSpPr>
          <p:cNvPr id="6" name="Text Placeholder 5"/>
          <p:cNvSpPr>
            <a:spLocks noGrp="1"/>
          </p:cNvSpPr>
          <p:nvPr>
            <p:ph type="body" sz="quarter" idx="11"/>
          </p:nvPr>
        </p:nvSpPr>
        <p:spPr/>
        <p:txBody>
          <a:bodyPr/>
          <a:lstStyle/>
          <a:p>
            <a:pPr lvl="1"/>
            <a:r>
              <a:rPr lang="en-US" dirty="0"/>
              <a:t>Azure Network Watcher </a:t>
            </a:r>
          </a:p>
        </p:txBody>
      </p:sp>
      <p:sp>
        <p:nvSpPr>
          <p:cNvPr id="2" name="Text Placeholder 1"/>
          <p:cNvSpPr>
            <a:spLocks noGrp="1"/>
          </p:cNvSpPr>
          <p:nvPr>
            <p:ph type="body" sz="quarter" idx="15"/>
          </p:nvPr>
        </p:nvSpPr>
        <p:spPr/>
        <p:txBody>
          <a:bodyPr/>
          <a:lstStyle/>
          <a:p>
            <a:pPr lvl="1"/>
            <a:r>
              <a:rPr lang="en-US" altLang="zh-CN" dirty="0"/>
              <a:t>Topology 	</a:t>
            </a:r>
            <a:endParaRPr lang="en-US" dirty="0"/>
          </a:p>
        </p:txBody>
      </p:sp>
      <p:sp>
        <p:nvSpPr>
          <p:cNvPr id="3" name="Text Placeholder 2"/>
          <p:cNvSpPr>
            <a:spLocks noGrp="1"/>
          </p:cNvSpPr>
          <p:nvPr>
            <p:ph type="body" sz="quarter" idx="17"/>
          </p:nvPr>
        </p:nvSpPr>
        <p:spPr/>
        <p:txBody>
          <a:bodyPr/>
          <a:lstStyle/>
          <a:p>
            <a:pPr lvl="1"/>
            <a:r>
              <a:rPr lang="en-US" dirty="0"/>
              <a:t>Connection Monitor</a:t>
            </a:r>
          </a:p>
        </p:txBody>
      </p:sp>
      <p:sp>
        <p:nvSpPr>
          <p:cNvPr id="4" name="Text Placeholder 3"/>
          <p:cNvSpPr>
            <a:spLocks noGrp="1"/>
          </p:cNvSpPr>
          <p:nvPr>
            <p:ph type="body" sz="quarter" idx="19"/>
          </p:nvPr>
        </p:nvSpPr>
        <p:spPr/>
        <p:txBody>
          <a:bodyPr/>
          <a:lstStyle/>
          <a:p>
            <a:pPr lvl="1"/>
            <a:r>
              <a:rPr lang="en-US" dirty="0"/>
              <a:t>IP Flow Verify</a:t>
            </a:r>
          </a:p>
        </p:txBody>
      </p:sp>
      <p:sp>
        <p:nvSpPr>
          <p:cNvPr id="5" name="Text Placeholder 4"/>
          <p:cNvSpPr>
            <a:spLocks noGrp="1"/>
          </p:cNvSpPr>
          <p:nvPr>
            <p:ph type="body" sz="quarter" idx="21"/>
          </p:nvPr>
        </p:nvSpPr>
        <p:spPr/>
        <p:txBody>
          <a:bodyPr/>
          <a:lstStyle/>
          <a:p>
            <a:pPr lvl="1"/>
            <a:r>
              <a:rPr lang="en-US" dirty="0"/>
              <a:t>NSG Diagnostics</a:t>
            </a:r>
          </a:p>
        </p:txBody>
      </p:sp>
      <p:sp>
        <p:nvSpPr>
          <p:cNvPr id="7" name="Text Placeholder 6">
            <a:extLst>
              <a:ext uri="{FF2B5EF4-FFF2-40B4-BE49-F238E27FC236}">
                <a16:creationId xmlns:a16="http://schemas.microsoft.com/office/drawing/2014/main" id="{F614785D-84F2-4E5E-8457-0AB1E0C75508}"/>
              </a:ext>
            </a:extLst>
          </p:cNvPr>
          <p:cNvSpPr>
            <a:spLocks noGrp="1"/>
          </p:cNvSpPr>
          <p:nvPr>
            <p:ph type="body" sz="quarter" idx="22"/>
          </p:nvPr>
        </p:nvSpPr>
        <p:spPr/>
        <p:txBody>
          <a:bodyPr/>
          <a:lstStyle/>
          <a:p>
            <a:pPr lvl="1"/>
            <a:r>
              <a:rPr lang="en-US" dirty="0"/>
              <a:t>Next Hop</a:t>
            </a:r>
          </a:p>
        </p:txBody>
      </p:sp>
      <p:sp>
        <p:nvSpPr>
          <p:cNvPr id="33" name="Text Placeholder 32">
            <a:extLst>
              <a:ext uri="{FF2B5EF4-FFF2-40B4-BE49-F238E27FC236}">
                <a16:creationId xmlns:a16="http://schemas.microsoft.com/office/drawing/2014/main" id="{9FB4CA60-E833-4C8E-B701-0CE6B78FE809}"/>
              </a:ext>
            </a:extLst>
          </p:cNvPr>
          <p:cNvSpPr>
            <a:spLocks noGrp="1"/>
          </p:cNvSpPr>
          <p:nvPr>
            <p:ph type="body" sz="quarter" idx="24"/>
          </p:nvPr>
        </p:nvSpPr>
        <p:spPr/>
        <p:txBody>
          <a:bodyPr/>
          <a:lstStyle/>
          <a:p>
            <a:pPr lvl="1"/>
            <a:r>
              <a:rPr lang="en-US" dirty="0"/>
              <a:t>Effective Security Rules</a:t>
            </a:r>
          </a:p>
        </p:txBody>
      </p:sp>
      <p:sp>
        <p:nvSpPr>
          <p:cNvPr id="96" name="Text Placeholder 95">
            <a:extLst>
              <a:ext uri="{FF2B5EF4-FFF2-40B4-BE49-F238E27FC236}">
                <a16:creationId xmlns:a16="http://schemas.microsoft.com/office/drawing/2014/main" id="{1D55D3DF-CA9F-4510-A000-D8F91802EEB6}"/>
              </a:ext>
            </a:extLst>
          </p:cNvPr>
          <p:cNvSpPr>
            <a:spLocks noGrp="1"/>
          </p:cNvSpPr>
          <p:nvPr>
            <p:ph type="body" sz="quarter" idx="25"/>
          </p:nvPr>
        </p:nvSpPr>
        <p:spPr/>
        <p:txBody>
          <a:bodyPr/>
          <a:lstStyle/>
          <a:p>
            <a:pPr lvl="1"/>
            <a:r>
              <a:rPr lang="en-US" dirty="0"/>
              <a:t>VPN Troubleshoot</a:t>
            </a:r>
          </a:p>
        </p:txBody>
      </p:sp>
      <p:sp>
        <p:nvSpPr>
          <p:cNvPr id="97" name="Text Placeholder 96">
            <a:extLst>
              <a:ext uri="{FF2B5EF4-FFF2-40B4-BE49-F238E27FC236}">
                <a16:creationId xmlns:a16="http://schemas.microsoft.com/office/drawing/2014/main" id="{A1AE85CF-944E-45AF-932E-A23D5EC8BC42}"/>
              </a:ext>
            </a:extLst>
          </p:cNvPr>
          <p:cNvSpPr>
            <a:spLocks noGrp="1"/>
          </p:cNvSpPr>
          <p:nvPr>
            <p:ph type="body" sz="quarter" idx="26"/>
          </p:nvPr>
        </p:nvSpPr>
        <p:spPr/>
        <p:txBody>
          <a:bodyPr/>
          <a:lstStyle/>
          <a:p>
            <a:pPr lvl="1"/>
            <a:r>
              <a:rPr lang="en-US" dirty="0"/>
              <a:t>Packet Capture</a:t>
            </a:r>
          </a:p>
        </p:txBody>
      </p:sp>
      <p:sp>
        <p:nvSpPr>
          <p:cNvPr id="98" name="Text Placeholder 97">
            <a:extLst>
              <a:ext uri="{FF2B5EF4-FFF2-40B4-BE49-F238E27FC236}">
                <a16:creationId xmlns:a16="http://schemas.microsoft.com/office/drawing/2014/main" id="{5730627D-2E75-4982-9D94-E57D2121967E}"/>
              </a:ext>
            </a:extLst>
          </p:cNvPr>
          <p:cNvSpPr>
            <a:spLocks noGrp="1"/>
          </p:cNvSpPr>
          <p:nvPr>
            <p:ph type="body" sz="quarter" idx="27"/>
          </p:nvPr>
        </p:nvSpPr>
        <p:spPr/>
        <p:txBody>
          <a:bodyPr/>
          <a:lstStyle/>
          <a:p>
            <a:pPr lvl="1"/>
            <a:r>
              <a:rPr lang="en-US" dirty="0"/>
              <a:t>Connection Troubleshoot</a:t>
            </a:r>
            <a:endParaRPr lang="en-US" altLang="zh-CN" dirty="0"/>
          </a:p>
        </p:txBody>
      </p:sp>
      <p:sp>
        <p:nvSpPr>
          <p:cNvPr id="99" name="Text Placeholder 98">
            <a:extLst>
              <a:ext uri="{FF2B5EF4-FFF2-40B4-BE49-F238E27FC236}">
                <a16:creationId xmlns:a16="http://schemas.microsoft.com/office/drawing/2014/main" id="{9D82B098-BD37-4658-BAAB-A95CD4F98789}"/>
              </a:ext>
            </a:extLst>
          </p:cNvPr>
          <p:cNvSpPr>
            <a:spLocks noGrp="1"/>
          </p:cNvSpPr>
          <p:nvPr>
            <p:ph type="body" sz="quarter" idx="28"/>
          </p:nvPr>
        </p:nvSpPr>
        <p:spPr/>
        <p:txBody>
          <a:bodyPr/>
          <a:lstStyle/>
          <a:p>
            <a:pPr lvl="1"/>
            <a:r>
              <a:rPr lang="en-US" dirty="0"/>
              <a:t>NSG Flow logs</a:t>
            </a:r>
          </a:p>
          <a:p>
            <a:pPr lvl="1"/>
            <a:endParaRPr lang="en-US" dirty="0"/>
          </a:p>
        </p:txBody>
      </p:sp>
      <p:sp>
        <p:nvSpPr>
          <p:cNvPr id="77" name="Text Placeholder 99">
            <a:extLst>
              <a:ext uri="{FF2B5EF4-FFF2-40B4-BE49-F238E27FC236}">
                <a16:creationId xmlns:a16="http://schemas.microsoft.com/office/drawing/2014/main" id="{2AF48F1A-6961-8E31-EF82-DBAD875B50B9}"/>
              </a:ext>
            </a:extLst>
          </p:cNvPr>
          <p:cNvSpPr txBox="1">
            <a:spLocks/>
          </p:cNvSpPr>
          <p:nvPr/>
        </p:nvSpPr>
        <p:spPr>
          <a:xfrm>
            <a:off x="8331200" y="4677668"/>
            <a:ext cx="3442157" cy="675889"/>
          </a:xfrm>
          <a:prstGeom prst="rect">
            <a:avLst/>
          </a:prstGeom>
        </p:spPr>
        <p:txBody>
          <a:bodyPr vert="horz" wrap="square" lIns="0" tIns="0" rIns="0" bIns="0" rtlCol="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400" b="0" kern="1200" spc="0" baseline="0">
                <a:solidFill>
                  <a:schemeClr val="tx1"/>
                </a:solidFill>
                <a:latin typeface="+mn-lt"/>
                <a:ea typeface="+mn-ea"/>
                <a:cs typeface="+mn-cs"/>
              </a:defRPr>
            </a:lvl2pPr>
            <a:lvl3pPr marL="448193" marR="0" indent="0" algn="l" defTabSz="914367" rtl="0" eaLnBrk="1" fontAlgn="auto" latinLnBrk="0" hangingPunct="1">
              <a:lnSpc>
                <a:spcPct val="100000"/>
              </a:lnSpc>
              <a:spcBef>
                <a:spcPts val="200"/>
              </a:spcBef>
              <a:spcAft>
                <a:spcPts val="400"/>
              </a:spcAft>
              <a:buClrTx/>
              <a:buSzPct val="100000"/>
              <a:buFont typeface="Arial" panose="020B0604020202020204" pitchFamily="34" charset="0"/>
              <a:buNone/>
              <a:tabLst/>
              <a:defRPr sz="1800" kern="1200" spc="0" baseline="0">
                <a:solidFill>
                  <a:schemeClr val="tx1"/>
                </a:solidFill>
                <a:latin typeface="+mn-lt"/>
                <a:ea typeface="+mn-ea"/>
                <a:cs typeface="+mn-cs"/>
              </a:defRPr>
            </a:lvl3pPr>
            <a:lvl4pPr marL="672290" marR="0" indent="0" algn="l" defTabSz="914367" rtl="0" eaLnBrk="1" fontAlgn="auto" latinLnBrk="0" hangingPunct="1">
              <a:lnSpc>
                <a:spcPct val="100000"/>
              </a:lnSpc>
              <a:spcBef>
                <a:spcPts val="200"/>
              </a:spcBef>
              <a:spcAft>
                <a:spcPts val="400"/>
              </a:spcAft>
              <a:buClrTx/>
              <a:buSzPct val="100000"/>
              <a:buFont typeface="Arial" panose="020B0604020202020204" pitchFamily="34" charset="0"/>
              <a:buNone/>
              <a:tabLst/>
              <a:defRPr sz="1800" kern="1200" spc="0" baseline="0">
                <a:solidFill>
                  <a:schemeClr val="tx1"/>
                </a:solidFill>
                <a:latin typeface="+mn-lt"/>
                <a:ea typeface="+mn-ea"/>
                <a:cs typeface="+mn-cs"/>
              </a:defRPr>
            </a:lvl4pPr>
            <a:lvl5pPr marL="896386" marR="0" indent="0" algn="l" defTabSz="914367" rtl="0" eaLnBrk="1" fontAlgn="auto" latinLnBrk="0" hangingPunct="1">
              <a:lnSpc>
                <a:spcPct val="100000"/>
              </a:lnSpc>
              <a:spcBef>
                <a:spcPts val="200"/>
              </a:spcBef>
              <a:spcAft>
                <a:spcPts val="400"/>
              </a:spcAft>
              <a:buClrTx/>
              <a:buSzPct val="100000"/>
              <a:buFont typeface="Arial" panose="020B0604020202020204" pitchFamily="34" charset="0"/>
              <a:buNone/>
              <a:tabLst/>
              <a:defRPr sz="1200" b="1" kern="1200" spc="0" baseline="0">
                <a:solidFill>
                  <a:schemeClr val="tx1"/>
                </a:solidFill>
                <a:latin typeface="+mn-lt"/>
                <a:ea typeface="+mn-ea"/>
                <a:cs typeface="+mn-cs"/>
              </a:defRPr>
            </a:lvl5pPr>
            <a:lvl6pPr marL="2285916" indent="0" algn="l" defTabSz="914367" rtl="0" eaLnBrk="1" latinLnBrk="0" hangingPunct="1">
              <a:spcBef>
                <a:spcPct val="20000"/>
              </a:spcBef>
              <a:buFont typeface="Arial" pitchFamily="34" charset="0"/>
              <a:buNone/>
              <a:defRPr sz="1961" kern="1200">
                <a:solidFill>
                  <a:schemeClr val="tx1"/>
                </a:solidFill>
                <a:latin typeface="+mn-lt"/>
                <a:ea typeface="+mn-ea"/>
                <a:cs typeface="+mn-cs"/>
              </a:defRPr>
            </a:lvl6pPr>
            <a:lvl7pPr marL="0" indent="0" algn="l" defTabSz="914367" rtl="0" eaLnBrk="1" latinLnBrk="0" hangingPunct="1">
              <a:lnSpc>
                <a:spcPct val="100000"/>
              </a:lnSpc>
              <a:spcBef>
                <a:spcPts val="392"/>
              </a:spcBef>
              <a:spcAft>
                <a:spcPts val="588"/>
              </a:spcAft>
              <a:buFont typeface="Arial" pitchFamily="34" charset="0"/>
              <a:buNone/>
              <a:defRPr sz="1200" kern="1200">
                <a:solidFill>
                  <a:schemeClr val="tx1"/>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a:lstStyle>
          <a:p>
            <a:pPr lvl="1"/>
            <a:r>
              <a:rPr lang="en-US"/>
              <a:t>Traffic Analytics </a:t>
            </a:r>
            <a:endParaRPr lang="en-US" dirty="0"/>
          </a:p>
        </p:txBody>
      </p:sp>
      <p:sp>
        <p:nvSpPr>
          <p:cNvPr id="100" name="Text Placeholder 99">
            <a:extLst>
              <a:ext uri="{FF2B5EF4-FFF2-40B4-BE49-F238E27FC236}">
                <a16:creationId xmlns:a16="http://schemas.microsoft.com/office/drawing/2014/main" id="{6EF95933-6DD1-41F4-B770-08F385DC1B8B}"/>
              </a:ext>
            </a:extLst>
          </p:cNvPr>
          <p:cNvSpPr>
            <a:spLocks noGrp="1"/>
          </p:cNvSpPr>
          <p:nvPr>
            <p:ph type="body" sz="quarter" idx="29"/>
          </p:nvPr>
        </p:nvSpPr>
        <p:spPr>
          <a:xfrm>
            <a:off x="8331200" y="5584070"/>
            <a:ext cx="3442157" cy="675889"/>
          </a:xfrm>
        </p:spPr>
        <p:txBody>
          <a:bodyPr/>
          <a:lstStyle/>
          <a:p>
            <a:pPr lvl="1"/>
            <a:r>
              <a:rPr lang="en-US" dirty="0"/>
              <a:t>Review</a:t>
            </a:r>
          </a:p>
        </p:txBody>
      </p:sp>
      <p:grpSp>
        <p:nvGrpSpPr>
          <p:cNvPr id="47" name="Group 46">
            <a:extLst>
              <a:ext uri="{FF2B5EF4-FFF2-40B4-BE49-F238E27FC236}">
                <a16:creationId xmlns:a16="http://schemas.microsoft.com/office/drawing/2014/main" id="{FC57D768-3FBC-44C6-8B7A-8DD8C52C4808}"/>
              </a:ext>
              <a:ext uri="{C183D7F6-B498-43B3-948B-1728B52AA6E4}">
                <adec:decorative xmlns:adec="http://schemas.microsoft.com/office/drawing/2017/decorative" val="1"/>
              </a:ext>
            </a:extLst>
          </p:cNvPr>
          <p:cNvGrpSpPr/>
          <p:nvPr/>
        </p:nvGrpSpPr>
        <p:grpSpPr>
          <a:xfrm>
            <a:off x="2744702" y="480082"/>
            <a:ext cx="648329" cy="4859741"/>
            <a:chOff x="2744702" y="480082"/>
            <a:chExt cx="648329" cy="4859741"/>
          </a:xfrm>
        </p:grpSpPr>
        <p:grpSp>
          <p:nvGrpSpPr>
            <p:cNvPr id="22" name="Group 21">
              <a:extLst>
                <a:ext uri="{FF2B5EF4-FFF2-40B4-BE49-F238E27FC236}">
                  <a16:creationId xmlns:a16="http://schemas.microsoft.com/office/drawing/2014/main" id="{204B5399-A43E-4092-B45A-8C78C5FAF293}"/>
                </a:ext>
              </a:extLst>
            </p:cNvPr>
            <p:cNvGrpSpPr/>
            <p:nvPr/>
          </p:nvGrpSpPr>
          <p:grpSpPr>
            <a:xfrm>
              <a:off x="2744702" y="480082"/>
              <a:ext cx="648329" cy="648421"/>
              <a:chOff x="2744702" y="480082"/>
              <a:chExt cx="648329" cy="648421"/>
            </a:xfrm>
          </p:grpSpPr>
          <p:grpSp>
            <p:nvGrpSpPr>
              <p:cNvPr id="21" name="Group 20">
                <a:extLst>
                  <a:ext uri="{FF2B5EF4-FFF2-40B4-BE49-F238E27FC236}">
                    <a16:creationId xmlns:a16="http://schemas.microsoft.com/office/drawing/2014/main" id="{CE4DF085-32CE-4720-9E44-607B924EFE11}"/>
                  </a:ext>
                </a:extLst>
              </p:cNvPr>
              <p:cNvGrpSpPr/>
              <p:nvPr/>
            </p:nvGrpSpPr>
            <p:grpSpPr>
              <a:xfrm>
                <a:off x="2744702" y="480082"/>
                <a:ext cx="648329" cy="648421"/>
                <a:chOff x="2744702" y="480082"/>
                <a:chExt cx="648329" cy="648421"/>
              </a:xfrm>
            </p:grpSpPr>
            <p:sp>
              <p:nvSpPr>
                <p:cNvPr id="102" name="Freeform 5">
                  <a:extLst>
                    <a:ext uri="{FF2B5EF4-FFF2-40B4-BE49-F238E27FC236}">
                      <a16:creationId xmlns:a16="http://schemas.microsoft.com/office/drawing/2014/main" id="{64E369D0-09B4-4225-A6A0-8F0806DF1504}"/>
                    </a:ext>
                  </a:extLst>
                </p:cNvPr>
                <p:cNvSpPr>
                  <a:spLocks/>
                </p:cNvSpPr>
                <p:nvPr/>
              </p:nvSpPr>
              <p:spPr bwMode="auto">
                <a:xfrm>
                  <a:off x="2744702" y="480082"/>
                  <a:ext cx="648329" cy="648421"/>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103" name="Freeform 6">
                  <a:extLst>
                    <a:ext uri="{FF2B5EF4-FFF2-40B4-BE49-F238E27FC236}">
                      <a16:creationId xmlns:a16="http://schemas.microsoft.com/office/drawing/2014/main" id="{7832EB4A-0718-4AB1-AD45-365DA0ECE835}"/>
                    </a:ext>
                  </a:extLst>
                </p:cNvPr>
                <p:cNvSpPr>
                  <a:spLocks noEditPoints="1"/>
                </p:cNvSpPr>
                <p:nvPr/>
              </p:nvSpPr>
              <p:spPr bwMode="auto">
                <a:xfrm>
                  <a:off x="2789287" y="525199"/>
                  <a:ext cx="559158" cy="558187"/>
                </a:xfrm>
                <a:prstGeom prst="ellipse">
                  <a:avLst/>
                </a:prstGeom>
                <a:noFill/>
                <a:ln w="19050">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8" name="Picture 7" descr="Icon of three concentric arcs">
                <a:extLst>
                  <a:ext uri="{FF2B5EF4-FFF2-40B4-BE49-F238E27FC236}">
                    <a16:creationId xmlns:a16="http://schemas.microsoft.com/office/drawing/2014/main" id="{466844BE-B585-4087-B292-C5DD5794EAFC}"/>
                  </a:ext>
                </a:extLst>
              </p:cNvPr>
              <p:cNvPicPr>
                <a:picLocks noChangeAspect="1"/>
              </p:cNvPicPr>
              <p:nvPr/>
            </p:nvPicPr>
            <p:blipFill>
              <a:blip r:embed="rId3"/>
              <a:stretch>
                <a:fillRect/>
              </a:stretch>
            </p:blipFill>
            <p:spPr>
              <a:xfrm>
                <a:off x="2896970" y="632395"/>
                <a:ext cx="343794" cy="343794"/>
              </a:xfrm>
              <a:prstGeom prst="rect">
                <a:avLst/>
              </a:prstGeom>
            </p:spPr>
          </p:pic>
        </p:grpSp>
        <p:grpSp>
          <p:nvGrpSpPr>
            <p:cNvPr id="24" name="Group 23">
              <a:extLst>
                <a:ext uri="{FF2B5EF4-FFF2-40B4-BE49-F238E27FC236}">
                  <a16:creationId xmlns:a16="http://schemas.microsoft.com/office/drawing/2014/main" id="{D01EA723-2D9D-465E-BDF0-C446B21A5226}"/>
                </a:ext>
              </a:extLst>
            </p:cNvPr>
            <p:cNvGrpSpPr/>
            <p:nvPr/>
          </p:nvGrpSpPr>
          <p:grpSpPr>
            <a:xfrm>
              <a:off x="2744702" y="1322346"/>
              <a:ext cx="648329" cy="648421"/>
              <a:chOff x="2744702" y="1322346"/>
              <a:chExt cx="648329" cy="648421"/>
            </a:xfrm>
          </p:grpSpPr>
          <p:grpSp>
            <p:nvGrpSpPr>
              <p:cNvPr id="23" name="Group 22">
                <a:extLst>
                  <a:ext uri="{FF2B5EF4-FFF2-40B4-BE49-F238E27FC236}">
                    <a16:creationId xmlns:a16="http://schemas.microsoft.com/office/drawing/2014/main" id="{1120E625-64C4-478B-A446-B66EAF967212}"/>
                  </a:ext>
                </a:extLst>
              </p:cNvPr>
              <p:cNvGrpSpPr/>
              <p:nvPr/>
            </p:nvGrpSpPr>
            <p:grpSpPr>
              <a:xfrm>
                <a:off x="2744702" y="1322346"/>
                <a:ext cx="648329" cy="648421"/>
                <a:chOff x="2744702" y="1322346"/>
                <a:chExt cx="648329" cy="648421"/>
              </a:xfrm>
            </p:grpSpPr>
            <p:sp>
              <p:nvSpPr>
                <p:cNvPr id="115" name="Freeform 5">
                  <a:extLst>
                    <a:ext uri="{FF2B5EF4-FFF2-40B4-BE49-F238E27FC236}">
                      <a16:creationId xmlns:a16="http://schemas.microsoft.com/office/drawing/2014/main" id="{0F9EA0B3-F8A7-4544-A4CB-C6278812FEA4}"/>
                    </a:ext>
                  </a:extLst>
                </p:cNvPr>
                <p:cNvSpPr>
                  <a:spLocks/>
                </p:cNvSpPr>
                <p:nvPr/>
              </p:nvSpPr>
              <p:spPr bwMode="auto">
                <a:xfrm>
                  <a:off x="2744702" y="1322346"/>
                  <a:ext cx="648329" cy="648421"/>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116" name="Freeform 6">
                  <a:extLst>
                    <a:ext uri="{FF2B5EF4-FFF2-40B4-BE49-F238E27FC236}">
                      <a16:creationId xmlns:a16="http://schemas.microsoft.com/office/drawing/2014/main" id="{6EEBBF9F-9136-4D4F-B8E3-F83373417461}"/>
                    </a:ext>
                  </a:extLst>
                </p:cNvPr>
                <p:cNvSpPr>
                  <a:spLocks noEditPoints="1"/>
                </p:cNvSpPr>
                <p:nvPr/>
              </p:nvSpPr>
              <p:spPr bwMode="auto">
                <a:xfrm>
                  <a:off x="2789287" y="1367463"/>
                  <a:ext cx="559158" cy="558187"/>
                </a:xfrm>
                <a:prstGeom prst="ellipse">
                  <a:avLst/>
                </a:prstGeom>
                <a:noFill/>
                <a:ln w="19050">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9" name="Picture 8" descr="Icon of a arrow in a circular path with a timer inside the circle">
                <a:extLst>
                  <a:ext uri="{FF2B5EF4-FFF2-40B4-BE49-F238E27FC236}">
                    <a16:creationId xmlns:a16="http://schemas.microsoft.com/office/drawing/2014/main" id="{C041E934-8D6C-4586-A86A-09C8400C57BA}"/>
                  </a:ext>
                </a:extLst>
              </p:cNvPr>
              <p:cNvPicPr>
                <a:picLocks noChangeAspect="1"/>
              </p:cNvPicPr>
              <p:nvPr/>
            </p:nvPicPr>
            <p:blipFill>
              <a:blip r:embed="rId4"/>
              <a:stretch>
                <a:fillRect/>
              </a:stretch>
            </p:blipFill>
            <p:spPr>
              <a:xfrm>
                <a:off x="2896969" y="1474659"/>
                <a:ext cx="343794" cy="343794"/>
              </a:xfrm>
              <a:prstGeom prst="rect">
                <a:avLst/>
              </a:prstGeom>
            </p:spPr>
          </p:pic>
        </p:grpSp>
        <p:grpSp>
          <p:nvGrpSpPr>
            <p:cNvPr id="26" name="Group 25">
              <a:extLst>
                <a:ext uri="{FF2B5EF4-FFF2-40B4-BE49-F238E27FC236}">
                  <a16:creationId xmlns:a16="http://schemas.microsoft.com/office/drawing/2014/main" id="{06A56B65-6A6C-424B-BB12-C57220C2E0CC}"/>
                </a:ext>
              </a:extLst>
            </p:cNvPr>
            <p:cNvGrpSpPr/>
            <p:nvPr/>
          </p:nvGrpSpPr>
          <p:grpSpPr>
            <a:xfrm>
              <a:off x="2744702" y="2164610"/>
              <a:ext cx="648329" cy="648421"/>
              <a:chOff x="2744702" y="2164610"/>
              <a:chExt cx="648329" cy="648421"/>
            </a:xfrm>
          </p:grpSpPr>
          <p:grpSp>
            <p:nvGrpSpPr>
              <p:cNvPr id="25" name="Group 24">
                <a:extLst>
                  <a:ext uri="{FF2B5EF4-FFF2-40B4-BE49-F238E27FC236}">
                    <a16:creationId xmlns:a16="http://schemas.microsoft.com/office/drawing/2014/main" id="{6D7C2B52-DB73-42EA-AE95-458C77C5B973}"/>
                  </a:ext>
                </a:extLst>
              </p:cNvPr>
              <p:cNvGrpSpPr/>
              <p:nvPr/>
            </p:nvGrpSpPr>
            <p:grpSpPr>
              <a:xfrm>
                <a:off x="2744702" y="2164610"/>
                <a:ext cx="648329" cy="648421"/>
                <a:chOff x="2744702" y="2164610"/>
                <a:chExt cx="648329" cy="648421"/>
              </a:xfrm>
            </p:grpSpPr>
            <p:sp>
              <p:nvSpPr>
                <p:cNvPr id="127" name="Freeform 5">
                  <a:extLst>
                    <a:ext uri="{FF2B5EF4-FFF2-40B4-BE49-F238E27FC236}">
                      <a16:creationId xmlns:a16="http://schemas.microsoft.com/office/drawing/2014/main" id="{BD418F4B-C5AC-41FE-90C4-0CBDC6F67679}"/>
                    </a:ext>
                  </a:extLst>
                </p:cNvPr>
                <p:cNvSpPr>
                  <a:spLocks/>
                </p:cNvSpPr>
                <p:nvPr/>
              </p:nvSpPr>
              <p:spPr bwMode="auto">
                <a:xfrm>
                  <a:off x="2744702" y="2164610"/>
                  <a:ext cx="648329" cy="648421"/>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129" name="Freeform 6">
                  <a:extLst>
                    <a:ext uri="{FF2B5EF4-FFF2-40B4-BE49-F238E27FC236}">
                      <a16:creationId xmlns:a16="http://schemas.microsoft.com/office/drawing/2014/main" id="{4D213CC6-4D71-444D-86E7-980D05CFD496}"/>
                    </a:ext>
                  </a:extLst>
                </p:cNvPr>
                <p:cNvSpPr>
                  <a:spLocks noEditPoints="1"/>
                </p:cNvSpPr>
                <p:nvPr/>
              </p:nvSpPr>
              <p:spPr bwMode="auto">
                <a:xfrm>
                  <a:off x="2789287" y="2209727"/>
                  <a:ext cx="559158" cy="558187"/>
                </a:xfrm>
                <a:prstGeom prst="ellipse">
                  <a:avLst/>
                </a:prstGeom>
                <a:noFill/>
                <a:ln w="19050">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10" name="Picture 9" descr="Icon of a gear inside a circle">
                <a:extLst>
                  <a:ext uri="{FF2B5EF4-FFF2-40B4-BE49-F238E27FC236}">
                    <a16:creationId xmlns:a16="http://schemas.microsoft.com/office/drawing/2014/main" id="{D4D76706-6DBF-4640-9C93-14B9423D3757}"/>
                  </a:ext>
                </a:extLst>
              </p:cNvPr>
              <p:cNvPicPr>
                <a:picLocks noChangeAspect="1"/>
              </p:cNvPicPr>
              <p:nvPr/>
            </p:nvPicPr>
            <p:blipFill>
              <a:blip r:embed="rId5"/>
              <a:stretch>
                <a:fillRect/>
              </a:stretch>
            </p:blipFill>
            <p:spPr>
              <a:xfrm>
                <a:off x="2896970" y="2316856"/>
                <a:ext cx="343794" cy="343794"/>
              </a:xfrm>
              <a:prstGeom prst="rect">
                <a:avLst/>
              </a:prstGeom>
            </p:spPr>
          </p:pic>
        </p:grpSp>
        <p:grpSp>
          <p:nvGrpSpPr>
            <p:cNvPr id="29" name="Group 28">
              <a:extLst>
                <a:ext uri="{FF2B5EF4-FFF2-40B4-BE49-F238E27FC236}">
                  <a16:creationId xmlns:a16="http://schemas.microsoft.com/office/drawing/2014/main" id="{CF1C27DF-2C00-4A45-ADDE-DF01E309475E}"/>
                </a:ext>
              </a:extLst>
            </p:cNvPr>
            <p:cNvGrpSpPr/>
            <p:nvPr/>
          </p:nvGrpSpPr>
          <p:grpSpPr>
            <a:xfrm>
              <a:off x="2744702" y="3006874"/>
              <a:ext cx="648329" cy="648421"/>
              <a:chOff x="2744702" y="3006874"/>
              <a:chExt cx="648329" cy="648421"/>
            </a:xfrm>
          </p:grpSpPr>
          <p:grpSp>
            <p:nvGrpSpPr>
              <p:cNvPr id="28" name="Group 27">
                <a:extLst>
                  <a:ext uri="{FF2B5EF4-FFF2-40B4-BE49-F238E27FC236}">
                    <a16:creationId xmlns:a16="http://schemas.microsoft.com/office/drawing/2014/main" id="{F0CE17E5-0A70-4749-8B1D-C69988842CCA}"/>
                  </a:ext>
                </a:extLst>
              </p:cNvPr>
              <p:cNvGrpSpPr/>
              <p:nvPr/>
            </p:nvGrpSpPr>
            <p:grpSpPr>
              <a:xfrm>
                <a:off x="2744702" y="3006874"/>
                <a:ext cx="648329" cy="648421"/>
                <a:chOff x="2744702" y="3006874"/>
                <a:chExt cx="648329" cy="648421"/>
              </a:xfrm>
            </p:grpSpPr>
            <p:sp>
              <p:nvSpPr>
                <p:cNvPr id="158" name="Freeform 5">
                  <a:extLst>
                    <a:ext uri="{FF2B5EF4-FFF2-40B4-BE49-F238E27FC236}">
                      <a16:creationId xmlns:a16="http://schemas.microsoft.com/office/drawing/2014/main" id="{9CF42A4E-EB4F-44F1-BFCB-2057B0D31F06}"/>
                    </a:ext>
                  </a:extLst>
                </p:cNvPr>
                <p:cNvSpPr>
                  <a:spLocks/>
                </p:cNvSpPr>
                <p:nvPr/>
              </p:nvSpPr>
              <p:spPr bwMode="auto">
                <a:xfrm>
                  <a:off x="2744702" y="3006874"/>
                  <a:ext cx="648329" cy="648421"/>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160" name="Freeform 6">
                  <a:extLst>
                    <a:ext uri="{FF2B5EF4-FFF2-40B4-BE49-F238E27FC236}">
                      <a16:creationId xmlns:a16="http://schemas.microsoft.com/office/drawing/2014/main" id="{DBD82E7C-DF60-416D-95A1-9F29ECA1BD16}"/>
                    </a:ext>
                  </a:extLst>
                </p:cNvPr>
                <p:cNvSpPr>
                  <a:spLocks noEditPoints="1"/>
                </p:cNvSpPr>
                <p:nvPr/>
              </p:nvSpPr>
              <p:spPr bwMode="auto">
                <a:xfrm>
                  <a:off x="2789287" y="3051991"/>
                  <a:ext cx="559158" cy="558187"/>
                </a:xfrm>
                <a:prstGeom prst="ellipse">
                  <a:avLst/>
                </a:prstGeom>
                <a:noFill/>
                <a:ln w="19050">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11" name="Picture 10" descr="Icon of a bulb">
                <a:extLst>
                  <a:ext uri="{FF2B5EF4-FFF2-40B4-BE49-F238E27FC236}">
                    <a16:creationId xmlns:a16="http://schemas.microsoft.com/office/drawing/2014/main" id="{10619E75-2DB9-4804-AD98-96A2B9188EED}"/>
                  </a:ext>
                </a:extLst>
              </p:cNvPr>
              <p:cNvPicPr>
                <a:picLocks noChangeAspect="1"/>
              </p:cNvPicPr>
              <p:nvPr/>
            </p:nvPicPr>
            <p:blipFill>
              <a:blip r:embed="rId6"/>
              <a:stretch>
                <a:fillRect/>
              </a:stretch>
            </p:blipFill>
            <p:spPr>
              <a:xfrm>
                <a:off x="2945272" y="3159187"/>
                <a:ext cx="247191" cy="343794"/>
              </a:xfrm>
              <a:prstGeom prst="rect">
                <a:avLst/>
              </a:prstGeom>
            </p:spPr>
          </p:pic>
        </p:grpSp>
        <p:grpSp>
          <p:nvGrpSpPr>
            <p:cNvPr id="31" name="Group 30">
              <a:extLst>
                <a:ext uri="{FF2B5EF4-FFF2-40B4-BE49-F238E27FC236}">
                  <a16:creationId xmlns:a16="http://schemas.microsoft.com/office/drawing/2014/main" id="{5FCBCBA0-2D4A-4E80-9B7F-8C503DC68F17}"/>
                </a:ext>
              </a:extLst>
            </p:cNvPr>
            <p:cNvGrpSpPr/>
            <p:nvPr/>
          </p:nvGrpSpPr>
          <p:grpSpPr>
            <a:xfrm>
              <a:off x="2744702" y="3849138"/>
              <a:ext cx="648329" cy="648421"/>
              <a:chOff x="2744702" y="3849138"/>
              <a:chExt cx="648329" cy="648421"/>
            </a:xfrm>
          </p:grpSpPr>
          <p:grpSp>
            <p:nvGrpSpPr>
              <p:cNvPr id="30" name="Group 29">
                <a:extLst>
                  <a:ext uri="{FF2B5EF4-FFF2-40B4-BE49-F238E27FC236}">
                    <a16:creationId xmlns:a16="http://schemas.microsoft.com/office/drawing/2014/main" id="{8937348B-CC1B-4A60-A129-B846017B9F46}"/>
                  </a:ext>
                </a:extLst>
              </p:cNvPr>
              <p:cNvGrpSpPr/>
              <p:nvPr/>
            </p:nvGrpSpPr>
            <p:grpSpPr>
              <a:xfrm>
                <a:off x="2744702" y="3849138"/>
                <a:ext cx="648329" cy="648421"/>
                <a:chOff x="2744702" y="3849138"/>
                <a:chExt cx="648329" cy="648421"/>
              </a:xfrm>
            </p:grpSpPr>
            <p:sp>
              <p:nvSpPr>
                <p:cNvPr id="172" name="Freeform 5">
                  <a:extLst>
                    <a:ext uri="{FF2B5EF4-FFF2-40B4-BE49-F238E27FC236}">
                      <a16:creationId xmlns:a16="http://schemas.microsoft.com/office/drawing/2014/main" id="{E3809A20-017B-4B88-86C5-C5074965D327}"/>
                    </a:ext>
                  </a:extLst>
                </p:cNvPr>
                <p:cNvSpPr>
                  <a:spLocks/>
                </p:cNvSpPr>
                <p:nvPr/>
              </p:nvSpPr>
              <p:spPr bwMode="auto">
                <a:xfrm>
                  <a:off x="2744702" y="3849138"/>
                  <a:ext cx="648329" cy="648421"/>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173" name="Freeform 6">
                  <a:extLst>
                    <a:ext uri="{FF2B5EF4-FFF2-40B4-BE49-F238E27FC236}">
                      <a16:creationId xmlns:a16="http://schemas.microsoft.com/office/drawing/2014/main" id="{3778FB8E-D7E5-4F26-9C8E-CFB30C3C9617}"/>
                    </a:ext>
                  </a:extLst>
                </p:cNvPr>
                <p:cNvSpPr>
                  <a:spLocks noEditPoints="1"/>
                </p:cNvSpPr>
                <p:nvPr/>
              </p:nvSpPr>
              <p:spPr bwMode="auto">
                <a:xfrm>
                  <a:off x="2789287" y="3894255"/>
                  <a:ext cx="559158" cy="558187"/>
                </a:xfrm>
                <a:prstGeom prst="ellipse">
                  <a:avLst/>
                </a:prstGeom>
                <a:noFill/>
                <a:ln w="19050">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12" name="Picture 11" descr="Icon of a screen with dots">
                <a:extLst>
                  <a:ext uri="{FF2B5EF4-FFF2-40B4-BE49-F238E27FC236}">
                    <a16:creationId xmlns:a16="http://schemas.microsoft.com/office/drawing/2014/main" id="{E7064263-D8DA-43D1-8BA3-A8EE0085D643}"/>
                  </a:ext>
                </a:extLst>
              </p:cNvPr>
              <p:cNvPicPr>
                <a:picLocks noChangeAspect="1"/>
              </p:cNvPicPr>
              <p:nvPr/>
            </p:nvPicPr>
            <p:blipFill>
              <a:blip r:embed="rId7"/>
              <a:stretch>
                <a:fillRect/>
              </a:stretch>
            </p:blipFill>
            <p:spPr>
              <a:xfrm>
                <a:off x="2900000" y="4046628"/>
                <a:ext cx="337732" cy="253437"/>
              </a:xfrm>
              <a:prstGeom prst="rect">
                <a:avLst/>
              </a:prstGeom>
            </p:spPr>
          </p:pic>
        </p:grpSp>
        <p:grpSp>
          <p:nvGrpSpPr>
            <p:cNvPr id="34" name="Group 33">
              <a:extLst>
                <a:ext uri="{FF2B5EF4-FFF2-40B4-BE49-F238E27FC236}">
                  <a16:creationId xmlns:a16="http://schemas.microsoft.com/office/drawing/2014/main" id="{32623F37-69BB-457C-BC7F-E582E6729645}"/>
                </a:ext>
              </a:extLst>
            </p:cNvPr>
            <p:cNvGrpSpPr/>
            <p:nvPr/>
          </p:nvGrpSpPr>
          <p:grpSpPr>
            <a:xfrm>
              <a:off x="2744702" y="4691402"/>
              <a:ext cx="648329" cy="648421"/>
              <a:chOff x="2744702" y="4691402"/>
              <a:chExt cx="648329" cy="648421"/>
            </a:xfrm>
          </p:grpSpPr>
          <p:grpSp>
            <p:nvGrpSpPr>
              <p:cNvPr id="32" name="Group 31">
                <a:extLst>
                  <a:ext uri="{FF2B5EF4-FFF2-40B4-BE49-F238E27FC236}">
                    <a16:creationId xmlns:a16="http://schemas.microsoft.com/office/drawing/2014/main" id="{FA81CEC7-5642-4708-9362-AA580144D854}"/>
                  </a:ext>
                </a:extLst>
              </p:cNvPr>
              <p:cNvGrpSpPr/>
              <p:nvPr/>
            </p:nvGrpSpPr>
            <p:grpSpPr>
              <a:xfrm>
                <a:off x="2744702" y="4691402"/>
                <a:ext cx="648329" cy="648421"/>
                <a:chOff x="2744702" y="4691402"/>
                <a:chExt cx="648329" cy="648421"/>
              </a:xfrm>
            </p:grpSpPr>
            <p:sp>
              <p:nvSpPr>
                <p:cNvPr id="181" name="Freeform 5">
                  <a:extLst>
                    <a:ext uri="{FF2B5EF4-FFF2-40B4-BE49-F238E27FC236}">
                      <a16:creationId xmlns:a16="http://schemas.microsoft.com/office/drawing/2014/main" id="{689DC39C-8F39-4654-8719-EA8E15139FAF}"/>
                    </a:ext>
                  </a:extLst>
                </p:cNvPr>
                <p:cNvSpPr>
                  <a:spLocks/>
                </p:cNvSpPr>
                <p:nvPr/>
              </p:nvSpPr>
              <p:spPr bwMode="auto">
                <a:xfrm>
                  <a:off x="2744702" y="4691402"/>
                  <a:ext cx="648329" cy="648421"/>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182" name="Freeform 6">
                  <a:extLst>
                    <a:ext uri="{FF2B5EF4-FFF2-40B4-BE49-F238E27FC236}">
                      <a16:creationId xmlns:a16="http://schemas.microsoft.com/office/drawing/2014/main" id="{1156CFFA-F629-4BBD-953A-57E679EAD741}"/>
                    </a:ext>
                  </a:extLst>
                </p:cNvPr>
                <p:cNvSpPr>
                  <a:spLocks noEditPoints="1"/>
                </p:cNvSpPr>
                <p:nvPr/>
              </p:nvSpPr>
              <p:spPr bwMode="auto">
                <a:xfrm>
                  <a:off x="2789287" y="4736519"/>
                  <a:ext cx="559158" cy="558187"/>
                </a:xfrm>
                <a:prstGeom prst="ellipse">
                  <a:avLst/>
                </a:prstGeom>
                <a:noFill/>
                <a:ln w="19050">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13" name="Picture 12" descr="Icon of coding brackets">
                <a:extLst>
                  <a:ext uri="{FF2B5EF4-FFF2-40B4-BE49-F238E27FC236}">
                    <a16:creationId xmlns:a16="http://schemas.microsoft.com/office/drawing/2014/main" id="{729115E6-0421-4003-BD11-0D1DA14BE9DD}"/>
                  </a:ext>
                </a:extLst>
              </p:cNvPr>
              <p:cNvPicPr>
                <a:picLocks noChangeAspect="1"/>
              </p:cNvPicPr>
              <p:nvPr/>
            </p:nvPicPr>
            <p:blipFill>
              <a:blip r:embed="rId8"/>
              <a:stretch>
                <a:fillRect/>
              </a:stretch>
            </p:blipFill>
            <p:spPr>
              <a:xfrm>
                <a:off x="2897349" y="4844094"/>
                <a:ext cx="343035" cy="343035"/>
              </a:xfrm>
              <a:prstGeom prst="rect">
                <a:avLst/>
              </a:prstGeom>
            </p:spPr>
          </p:pic>
        </p:grpSp>
      </p:grpSp>
      <p:grpSp>
        <p:nvGrpSpPr>
          <p:cNvPr id="48" name="Group 47">
            <a:extLst>
              <a:ext uri="{FF2B5EF4-FFF2-40B4-BE49-F238E27FC236}">
                <a16:creationId xmlns:a16="http://schemas.microsoft.com/office/drawing/2014/main" id="{52052E8B-D68B-591C-6C2F-B63C55426FD4}"/>
              </a:ext>
              <a:ext uri="{C183D7F6-B498-43B3-948B-1728B52AA6E4}">
                <adec:decorative xmlns:adec="http://schemas.microsoft.com/office/drawing/2017/decorative" val="1"/>
              </a:ext>
            </a:extLst>
          </p:cNvPr>
          <p:cNvGrpSpPr/>
          <p:nvPr/>
        </p:nvGrpSpPr>
        <p:grpSpPr>
          <a:xfrm>
            <a:off x="7438482" y="480082"/>
            <a:ext cx="702132" cy="5756222"/>
            <a:chOff x="7438482" y="480082"/>
            <a:chExt cx="702132" cy="5756222"/>
          </a:xfrm>
        </p:grpSpPr>
        <p:grpSp>
          <p:nvGrpSpPr>
            <p:cNvPr id="27" name="Group 26">
              <a:extLst>
                <a:ext uri="{FF2B5EF4-FFF2-40B4-BE49-F238E27FC236}">
                  <a16:creationId xmlns:a16="http://schemas.microsoft.com/office/drawing/2014/main" id="{F1A03A54-3E2C-46EA-8629-195F1E38D973}"/>
                </a:ext>
                <a:ext uri="{C183D7F6-B498-43B3-948B-1728B52AA6E4}">
                  <adec:decorative xmlns:adec="http://schemas.microsoft.com/office/drawing/2017/decorative" val="1"/>
                </a:ext>
              </a:extLst>
            </p:cNvPr>
            <p:cNvGrpSpPr/>
            <p:nvPr/>
          </p:nvGrpSpPr>
          <p:grpSpPr>
            <a:xfrm>
              <a:off x="7465384" y="480082"/>
              <a:ext cx="648329" cy="4859741"/>
              <a:chOff x="7465384" y="480082"/>
              <a:chExt cx="648329" cy="4859741"/>
            </a:xfrm>
          </p:grpSpPr>
          <p:grpSp>
            <p:nvGrpSpPr>
              <p:cNvPr id="46" name="Group 45">
                <a:extLst>
                  <a:ext uri="{FF2B5EF4-FFF2-40B4-BE49-F238E27FC236}">
                    <a16:creationId xmlns:a16="http://schemas.microsoft.com/office/drawing/2014/main" id="{3F9A8503-939D-4DD5-B78C-EC416EEDC730}"/>
                  </a:ext>
                </a:extLst>
              </p:cNvPr>
              <p:cNvGrpSpPr/>
              <p:nvPr/>
            </p:nvGrpSpPr>
            <p:grpSpPr>
              <a:xfrm>
                <a:off x="7465384" y="480082"/>
                <a:ext cx="648329" cy="648421"/>
                <a:chOff x="7465384" y="480082"/>
                <a:chExt cx="648329" cy="648421"/>
              </a:xfrm>
            </p:grpSpPr>
            <p:grpSp>
              <p:nvGrpSpPr>
                <p:cNvPr id="45" name="Group 44">
                  <a:extLst>
                    <a:ext uri="{FF2B5EF4-FFF2-40B4-BE49-F238E27FC236}">
                      <a16:creationId xmlns:a16="http://schemas.microsoft.com/office/drawing/2014/main" id="{44FBE7E9-E9B0-4FAE-9022-BC64CD64759E}"/>
                    </a:ext>
                  </a:extLst>
                </p:cNvPr>
                <p:cNvGrpSpPr/>
                <p:nvPr/>
              </p:nvGrpSpPr>
              <p:grpSpPr>
                <a:xfrm>
                  <a:off x="7465384" y="480082"/>
                  <a:ext cx="648329" cy="648421"/>
                  <a:chOff x="7465384" y="480082"/>
                  <a:chExt cx="648329" cy="648421"/>
                </a:xfrm>
              </p:grpSpPr>
              <p:sp>
                <p:nvSpPr>
                  <p:cNvPr id="161" name="Freeform 5">
                    <a:extLst>
                      <a:ext uri="{FF2B5EF4-FFF2-40B4-BE49-F238E27FC236}">
                        <a16:creationId xmlns:a16="http://schemas.microsoft.com/office/drawing/2014/main" id="{DE863DBE-BF83-4BD8-945A-7A99DA7AEC9C}"/>
                      </a:ext>
                    </a:extLst>
                  </p:cNvPr>
                  <p:cNvSpPr>
                    <a:spLocks/>
                  </p:cNvSpPr>
                  <p:nvPr/>
                </p:nvSpPr>
                <p:spPr bwMode="auto">
                  <a:xfrm>
                    <a:off x="7465384" y="480082"/>
                    <a:ext cx="648329" cy="648421"/>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162" name="Freeform 6">
                    <a:extLst>
                      <a:ext uri="{FF2B5EF4-FFF2-40B4-BE49-F238E27FC236}">
                        <a16:creationId xmlns:a16="http://schemas.microsoft.com/office/drawing/2014/main" id="{19A42A39-FE92-4EC5-BCE2-E1380924622A}"/>
                      </a:ext>
                    </a:extLst>
                  </p:cNvPr>
                  <p:cNvSpPr>
                    <a:spLocks noEditPoints="1"/>
                  </p:cNvSpPr>
                  <p:nvPr/>
                </p:nvSpPr>
                <p:spPr bwMode="auto">
                  <a:xfrm>
                    <a:off x="7509969" y="525199"/>
                    <a:ext cx="559158" cy="558187"/>
                  </a:xfrm>
                  <a:prstGeom prst="ellipse">
                    <a:avLst/>
                  </a:prstGeom>
                  <a:noFill/>
                  <a:ln w="19050">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14" name="Picture 13" descr="Icon of three concentric arcs">
                  <a:extLst>
                    <a:ext uri="{FF2B5EF4-FFF2-40B4-BE49-F238E27FC236}">
                      <a16:creationId xmlns:a16="http://schemas.microsoft.com/office/drawing/2014/main" id="{C8C18832-CB43-4668-B162-049185D820E8}"/>
                    </a:ext>
                  </a:extLst>
                </p:cNvPr>
                <p:cNvPicPr>
                  <a:picLocks noChangeAspect="1"/>
                </p:cNvPicPr>
                <p:nvPr/>
              </p:nvPicPr>
              <p:blipFill>
                <a:blip r:embed="rId3"/>
                <a:stretch>
                  <a:fillRect/>
                </a:stretch>
              </p:blipFill>
              <p:spPr>
                <a:xfrm>
                  <a:off x="7617652" y="632395"/>
                  <a:ext cx="343794" cy="343794"/>
                </a:xfrm>
                <a:prstGeom prst="rect">
                  <a:avLst/>
                </a:prstGeom>
              </p:spPr>
            </p:pic>
          </p:grpSp>
          <p:grpSp>
            <p:nvGrpSpPr>
              <p:cNvPr id="44" name="Group 43">
                <a:extLst>
                  <a:ext uri="{FF2B5EF4-FFF2-40B4-BE49-F238E27FC236}">
                    <a16:creationId xmlns:a16="http://schemas.microsoft.com/office/drawing/2014/main" id="{2FA37299-4C2D-444A-81DE-A55D5E652C3F}"/>
                  </a:ext>
                </a:extLst>
              </p:cNvPr>
              <p:cNvGrpSpPr/>
              <p:nvPr/>
            </p:nvGrpSpPr>
            <p:grpSpPr>
              <a:xfrm>
                <a:off x="7465384" y="1322346"/>
                <a:ext cx="648329" cy="648421"/>
                <a:chOff x="7465384" y="1322346"/>
                <a:chExt cx="648329" cy="648421"/>
              </a:xfrm>
            </p:grpSpPr>
            <p:grpSp>
              <p:nvGrpSpPr>
                <p:cNvPr id="43" name="Group 42">
                  <a:extLst>
                    <a:ext uri="{FF2B5EF4-FFF2-40B4-BE49-F238E27FC236}">
                      <a16:creationId xmlns:a16="http://schemas.microsoft.com/office/drawing/2014/main" id="{ECD12940-0915-47B9-98C6-0D988B69B842}"/>
                    </a:ext>
                  </a:extLst>
                </p:cNvPr>
                <p:cNvGrpSpPr/>
                <p:nvPr/>
              </p:nvGrpSpPr>
              <p:grpSpPr>
                <a:xfrm>
                  <a:off x="7465384" y="1322346"/>
                  <a:ext cx="648329" cy="648421"/>
                  <a:chOff x="7465384" y="1322346"/>
                  <a:chExt cx="648329" cy="648421"/>
                </a:xfrm>
              </p:grpSpPr>
              <p:sp>
                <p:nvSpPr>
                  <p:cNvPr id="201" name="Freeform 5">
                    <a:extLst>
                      <a:ext uri="{FF2B5EF4-FFF2-40B4-BE49-F238E27FC236}">
                        <a16:creationId xmlns:a16="http://schemas.microsoft.com/office/drawing/2014/main" id="{C7DE1906-F80E-405F-AE6A-E2B5F7771A42}"/>
                      </a:ext>
                    </a:extLst>
                  </p:cNvPr>
                  <p:cNvSpPr>
                    <a:spLocks/>
                  </p:cNvSpPr>
                  <p:nvPr/>
                </p:nvSpPr>
                <p:spPr bwMode="auto">
                  <a:xfrm>
                    <a:off x="7465384" y="1322346"/>
                    <a:ext cx="648329" cy="648421"/>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202" name="Freeform 6">
                    <a:extLst>
                      <a:ext uri="{FF2B5EF4-FFF2-40B4-BE49-F238E27FC236}">
                        <a16:creationId xmlns:a16="http://schemas.microsoft.com/office/drawing/2014/main" id="{215198FA-59CE-4083-A98A-E953582E7214}"/>
                      </a:ext>
                    </a:extLst>
                  </p:cNvPr>
                  <p:cNvSpPr>
                    <a:spLocks noEditPoints="1"/>
                  </p:cNvSpPr>
                  <p:nvPr/>
                </p:nvSpPr>
                <p:spPr bwMode="auto">
                  <a:xfrm>
                    <a:off x="7509969" y="1367463"/>
                    <a:ext cx="559158" cy="558187"/>
                  </a:xfrm>
                  <a:prstGeom prst="ellipse">
                    <a:avLst/>
                  </a:prstGeom>
                  <a:noFill/>
                  <a:ln w="19050">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15" name="Picture 14" descr="Icon of a arrow in a circular path with a timer inside the circle">
                  <a:extLst>
                    <a:ext uri="{FF2B5EF4-FFF2-40B4-BE49-F238E27FC236}">
                      <a16:creationId xmlns:a16="http://schemas.microsoft.com/office/drawing/2014/main" id="{E4459D42-4F56-476D-A35F-75CECAC6A057}"/>
                    </a:ext>
                  </a:extLst>
                </p:cNvPr>
                <p:cNvPicPr>
                  <a:picLocks noChangeAspect="1"/>
                </p:cNvPicPr>
                <p:nvPr/>
              </p:nvPicPr>
              <p:blipFill>
                <a:blip r:embed="rId4"/>
                <a:stretch>
                  <a:fillRect/>
                </a:stretch>
              </p:blipFill>
              <p:spPr>
                <a:xfrm>
                  <a:off x="7617651" y="1474659"/>
                  <a:ext cx="343794" cy="343794"/>
                </a:xfrm>
                <a:prstGeom prst="rect">
                  <a:avLst/>
                </a:prstGeom>
              </p:spPr>
            </p:pic>
          </p:grpSp>
          <p:grpSp>
            <p:nvGrpSpPr>
              <p:cNvPr id="42" name="Group 41">
                <a:extLst>
                  <a:ext uri="{FF2B5EF4-FFF2-40B4-BE49-F238E27FC236}">
                    <a16:creationId xmlns:a16="http://schemas.microsoft.com/office/drawing/2014/main" id="{1C245463-3230-4B72-8056-DC885406DBBB}"/>
                  </a:ext>
                </a:extLst>
              </p:cNvPr>
              <p:cNvGrpSpPr/>
              <p:nvPr/>
            </p:nvGrpSpPr>
            <p:grpSpPr>
              <a:xfrm>
                <a:off x="7465384" y="2164610"/>
                <a:ext cx="648329" cy="648421"/>
                <a:chOff x="7465384" y="2164610"/>
                <a:chExt cx="648329" cy="648421"/>
              </a:xfrm>
            </p:grpSpPr>
            <p:grpSp>
              <p:nvGrpSpPr>
                <p:cNvPr id="41" name="Group 40">
                  <a:extLst>
                    <a:ext uri="{FF2B5EF4-FFF2-40B4-BE49-F238E27FC236}">
                      <a16:creationId xmlns:a16="http://schemas.microsoft.com/office/drawing/2014/main" id="{003EFA45-3C02-49BE-99BF-A2C364D8438D}"/>
                    </a:ext>
                  </a:extLst>
                </p:cNvPr>
                <p:cNvGrpSpPr/>
                <p:nvPr/>
              </p:nvGrpSpPr>
              <p:grpSpPr>
                <a:xfrm>
                  <a:off x="7465384" y="2164610"/>
                  <a:ext cx="648329" cy="648421"/>
                  <a:chOff x="7465384" y="2164610"/>
                  <a:chExt cx="648329" cy="648421"/>
                </a:xfrm>
              </p:grpSpPr>
              <p:sp>
                <p:nvSpPr>
                  <p:cNvPr id="275" name="Freeform 5">
                    <a:extLst>
                      <a:ext uri="{FF2B5EF4-FFF2-40B4-BE49-F238E27FC236}">
                        <a16:creationId xmlns:a16="http://schemas.microsoft.com/office/drawing/2014/main" id="{D9F5808C-9B3D-433C-B434-806D1B5FEDA4}"/>
                      </a:ext>
                    </a:extLst>
                  </p:cNvPr>
                  <p:cNvSpPr>
                    <a:spLocks/>
                  </p:cNvSpPr>
                  <p:nvPr/>
                </p:nvSpPr>
                <p:spPr bwMode="auto">
                  <a:xfrm>
                    <a:off x="7465384" y="2164610"/>
                    <a:ext cx="648329" cy="648421"/>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276" name="Freeform 6">
                    <a:extLst>
                      <a:ext uri="{FF2B5EF4-FFF2-40B4-BE49-F238E27FC236}">
                        <a16:creationId xmlns:a16="http://schemas.microsoft.com/office/drawing/2014/main" id="{55675F26-DDB6-4831-BB09-3FFCECC8E39C}"/>
                      </a:ext>
                    </a:extLst>
                  </p:cNvPr>
                  <p:cNvSpPr>
                    <a:spLocks noEditPoints="1"/>
                  </p:cNvSpPr>
                  <p:nvPr/>
                </p:nvSpPr>
                <p:spPr bwMode="auto">
                  <a:xfrm>
                    <a:off x="7509969" y="2209727"/>
                    <a:ext cx="559158" cy="558187"/>
                  </a:xfrm>
                  <a:prstGeom prst="ellipse">
                    <a:avLst/>
                  </a:prstGeom>
                  <a:noFill/>
                  <a:ln w="19050">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16" name="Picture 15" descr="Icon of a gear inside a circle">
                  <a:extLst>
                    <a:ext uri="{FF2B5EF4-FFF2-40B4-BE49-F238E27FC236}">
                      <a16:creationId xmlns:a16="http://schemas.microsoft.com/office/drawing/2014/main" id="{FF57670B-F209-45D7-9C7A-731155FB750B}"/>
                    </a:ext>
                  </a:extLst>
                </p:cNvPr>
                <p:cNvPicPr>
                  <a:picLocks noChangeAspect="1"/>
                </p:cNvPicPr>
                <p:nvPr/>
              </p:nvPicPr>
              <p:blipFill>
                <a:blip r:embed="rId5"/>
                <a:stretch>
                  <a:fillRect/>
                </a:stretch>
              </p:blipFill>
              <p:spPr>
                <a:xfrm>
                  <a:off x="7617652" y="2316856"/>
                  <a:ext cx="343794" cy="343794"/>
                </a:xfrm>
                <a:prstGeom prst="rect">
                  <a:avLst/>
                </a:prstGeom>
              </p:spPr>
            </p:pic>
          </p:grpSp>
          <p:grpSp>
            <p:nvGrpSpPr>
              <p:cNvPr id="40" name="Group 39">
                <a:extLst>
                  <a:ext uri="{FF2B5EF4-FFF2-40B4-BE49-F238E27FC236}">
                    <a16:creationId xmlns:a16="http://schemas.microsoft.com/office/drawing/2014/main" id="{CD360B4F-EE2B-4DA6-AB98-B9DB81B9024A}"/>
                  </a:ext>
                </a:extLst>
              </p:cNvPr>
              <p:cNvGrpSpPr/>
              <p:nvPr/>
            </p:nvGrpSpPr>
            <p:grpSpPr>
              <a:xfrm>
                <a:off x="7465384" y="3006874"/>
                <a:ext cx="648329" cy="648421"/>
                <a:chOff x="7465384" y="3006874"/>
                <a:chExt cx="648329" cy="648421"/>
              </a:xfrm>
            </p:grpSpPr>
            <p:grpSp>
              <p:nvGrpSpPr>
                <p:cNvPr id="39" name="Group 38">
                  <a:extLst>
                    <a:ext uri="{FF2B5EF4-FFF2-40B4-BE49-F238E27FC236}">
                      <a16:creationId xmlns:a16="http://schemas.microsoft.com/office/drawing/2014/main" id="{90D3577D-CE30-4170-A24D-7F611D25D278}"/>
                    </a:ext>
                  </a:extLst>
                </p:cNvPr>
                <p:cNvGrpSpPr/>
                <p:nvPr/>
              </p:nvGrpSpPr>
              <p:grpSpPr>
                <a:xfrm>
                  <a:off x="7465384" y="3006874"/>
                  <a:ext cx="648329" cy="648421"/>
                  <a:chOff x="7465384" y="3006874"/>
                  <a:chExt cx="648329" cy="648421"/>
                </a:xfrm>
              </p:grpSpPr>
              <p:sp>
                <p:nvSpPr>
                  <p:cNvPr id="288" name="Freeform 5">
                    <a:extLst>
                      <a:ext uri="{FF2B5EF4-FFF2-40B4-BE49-F238E27FC236}">
                        <a16:creationId xmlns:a16="http://schemas.microsoft.com/office/drawing/2014/main" id="{A73611B5-BF2A-49C4-B3C4-7A02CA678CE5}"/>
                      </a:ext>
                    </a:extLst>
                  </p:cNvPr>
                  <p:cNvSpPr>
                    <a:spLocks/>
                  </p:cNvSpPr>
                  <p:nvPr/>
                </p:nvSpPr>
                <p:spPr bwMode="auto">
                  <a:xfrm>
                    <a:off x="7465384" y="3006874"/>
                    <a:ext cx="648329" cy="648421"/>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289" name="Freeform 6">
                    <a:extLst>
                      <a:ext uri="{FF2B5EF4-FFF2-40B4-BE49-F238E27FC236}">
                        <a16:creationId xmlns:a16="http://schemas.microsoft.com/office/drawing/2014/main" id="{8099A7AA-C1B5-4B98-AAA5-85438FCAFA30}"/>
                      </a:ext>
                    </a:extLst>
                  </p:cNvPr>
                  <p:cNvSpPr>
                    <a:spLocks noEditPoints="1"/>
                  </p:cNvSpPr>
                  <p:nvPr/>
                </p:nvSpPr>
                <p:spPr bwMode="auto">
                  <a:xfrm>
                    <a:off x="7509969" y="3051991"/>
                    <a:ext cx="559158" cy="558187"/>
                  </a:xfrm>
                  <a:prstGeom prst="ellipse">
                    <a:avLst/>
                  </a:prstGeom>
                  <a:noFill/>
                  <a:ln w="19050">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18" name="Picture 17" descr="Icon of a bulb">
                  <a:extLst>
                    <a:ext uri="{FF2B5EF4-FFF2-40B4-BE49-F238E27FC236}">
                      <a16:creationId xmlns:a16="http://schemas.microsoft.com/office/drawing/2014/main" id="{BD13A457-70B7-4884-980F-27ACDD65C9BD}"/>
                    </a:ext>
                  </a:extLst>
                </p:cNvPr>
                <p:cNvPicPr>
                  <a:picLocks noChangeAspect="1"/>
                </p:cNvPicPr>
                <p:nvPr/>
              </p:nvPicPr>
              <p:blipFill>
                <a:blip r:embed="rId6"/>
                <a:stretch>
                  <a:fillRect/>
                </a:stretch>
              </p:blipFill>
              <p:spPr>
                <a:xfrm>
                  <a:off x="7665954" y="3159187"/>
                  <a:ext cx="247191" cy="343794"/>
                </a:xfrm>
                <a:prstGeom prst="rect">
                  <a:avLst/>
                </a:prstGeom>
              </p:spPr>
            </p:pic>
          </p:grpSp>
          <p:grpSp>
            <p:nvGrpSpPr>
              <p:cNvPr id="38" name="Group 37">
                <a:extLst>
                  <a:ext uri="{FF2B5EF4-FFF2-40B4-BE49-F238E27FC236}">
                    <a16:creationId xmlns:a16="http://schemas.microsoft.com/office/drawing/2014/main" id="{F92A0205-4849-46DA-94AE-12B53B09EFF2}"/>
                  </a:ext>
                </a:extLst>
              </p:cNvPr>
              <p:cNvGrpSpPr/>
              <p:nvPr/>
            </p:nvGrpSpPr>
            <p:grpSpPr>
              <a:xfrm>
                <a:off x="7465384" y="3849138"/>
                <a:ext cx="648329" cy="648421"/>
                <a:chOff x="7465384" y="3849138"/>
                <a:chExt cx="648329" cy="648421"/>
              </a:xfrm>
            </p:grpSpPr>
            <p:grpSp>
              <p:nvGrpSpPr>
                <p:cNvPr id="37" name="Group 36">
                  <a:extLst>
                    <a:ext uri="{FF2B5EF4-FFF2-40B4-BE49-F238E27FC236}">
                      <a16:creationId xmlns:a16="http://schemas.microsoft.com/office/drawing/2014/main" id="{BD0BD5A1-A5E2-4AE5-A0DA-7814A59E31B9}"/>
                    </a:ext>
                  </a:extLst>
                </p:cNvPr>
                <p:cNvGrpSpPr/>
                <p:nvPr/>
              </p:nvGrpSpPr>
              <p:grpSpPr>
                <a:xfrm>
                  <a:off x="7465384" y="3849138"/>
                  <a:ext cx="648329" cy="648421"/>
                  <a:chOff x="7465384" y="3849138"/>
                  <a:chExt cx="648329" cy="648421"/>
                </a:xfrm>
              </p:grpSpPr>
              <p:sp>
                <p:nvSpPr>
                  <p:cNvPr id="295" name="Freeform 5">
                    <a:extLst>
                      <a:ext uri="{FF2B5EF4-FFF2-40B4-BE49-F238E27FC236}">
                        <a16:creationId xmlns:a16="http://schemas.microsoft.com/office/drawing/2014/main" id="{AEC8F748-5A1D-48AE-9734-03FB168C7969}"/>
                      </a:ext>
                    </a:extLst>
                  </p:cNvPr>
                  <p:cNvSpPr>
                    <a:spLocks/>
                  </p:cNvSpPr>
                  <p:nvPr/>
                </p:nvSpPr>
                <p:spPr bwMode="auto">
                  <a:xfrm>
                    <a:off x="7465384" y="3849138"/>
                    <a:ext cx="648329" cy="648421"/>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296" name="Freeform 6">
                    <a:extLst>
                      <a:ext uri="{FF2B5EF4-FFF2-40B4-BE49-F238E27FC236}">
                        <a16:creationId xmlns:a16="http://schemas.microsoft.com/office/drawing/2014/main" id="{A052CBFC-AE43-4D3C-90BA-25BE664B3444}"/>
                      </a:ext>
                    </a:extLst>
                  </p:cNvPr>
                  <p:cNvSpPr>
                    <a:spLocks noEditPoints="1"/>
                  </p:cNvSpPr>
                  <p:nvPr/>
                </p:nvSpPr>
                <p:spPr bwMode="auto">
                  <a:xfrm>
                    <a:off x="7509969" y="3894255"/>
                    <a:ext cx="559158" cy="558187"/>
                  </a:xfrm>
                  <a:prstGeom prst="ellipse">
                    <a:avLst/>
                  </a:prstGeom>
                  <a:noFill/>
                  <a:ln w="19050">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19" name="Picture 18" descr="Icon of a screen with dots">
                  <a:extLst>
                    <a:ext uri="{FF2B5EF4-FFF2-40B4-BE49-F238E27FC236}">
                      <a16:creationId xmlns:a16="http://schemas.microsoft.com/office/drawing/2014/main" id="{8E4535D7-6290-48FF-B3F7-FD97910E1A00}"/>
                    </a:ext>
                  </a:extLst>
                </p:cNvPr>
                <p:cNvPicPr>
                  <a:picLocks noChangeAspect="1"/>
                </p:cNvPicPr>
                <p:nvPr/>
              </p:nvPicPr>
              <p:blipFill>
                <a:blip r:embed="rId7"/>
                <a:stretch>
                  <a:fillRect/>
                </a:stretch>
              </p:blipFill>
              <p:spPr>
                <a:xfrm>
                  <a:off x="7620683" y="4046628"/>
                  <a:ext cx="337732" cy="253437"/>
                </a:xfrm>
                <a:prstGeom prst="rect">
                  <a:avLst/>
                </a:prstGeom>
              </p:spPr>
            </p:pic>
          </p:grpSp>
          <p:grpSp>
            <p:nvGrpSpPr>
              <p:cNvPr id="36" name="Group 35">
                <a:extLst>
                  <a:ext uri="{FF2B5EF4-FFF2-40B4-BE49-F238E27FC236}">
                    <a16:creationId xmlns:a16="http://schemas.microsoft.com/office/drawing/2014/main" id="{2A9F0983-A4E5-4F2E-ABDE-3712A8CC4BAC}"/>
                  </a:ext>
                </a:extLst>
              </p:cNvPr>
              <p:cNvGrpSpPr/>
              <p:nvPr/>
            </p:nvGrpSpPr>
            <p:grpSpPr>
              <a:xfrm>
                <a:off x="7465384" y="4691402"/>
                <a:ext cx="648329" cy="648421"/>
                <a:chOff x="7465384" y="4691402"/>
                <a:chExt cx="648329" cy="648421"/>
              </a:xfrm>
            </p:grpSpPr>
            <p:grpSp>
              <p:nvGrpSpPr>
                <p:cNvPr id="35" name="Group 34">
                  <a:extLst>
                    <a:ext uri="{FF2B5EF4-FFF2-40B4-BE49-F238E27FC236}">
                      <a16:creationId xmlns:a16="http://schemas.microsoft.com/office/drawing/2014/main" id="{32443AB6-A107-4118-B16A-3B1B4CF8D71B}"/>
                    </a:ext>
                  </a:extLst>
                </p:cNvPr>
                <p:cNvGrpSpPr/>
                <p:nvPr/>
              </p:nvGrpSpPr>
              <p:grpSpPr>
                <a:xfrm>
                  <a:off x="7465384" y="4691402"/>
                  <a:ext cx="648329" cy="648421"/>
                  <a:chOff x="7465384" y="4691402"/>
                  <a:chExt cx="648329" cy="648421"/>
                </a:xfrm>
              </p:grpSpPr>
              <p:sp>
                <p:nvSpPr>
                  <p:cNvPr id="304" name="Freeform 5">
                    <a:extLst>
                      <a:ext uri="{FF2B5EF4-FFF2-40B4-BE49-F238E27FC236}">
                        <a16:creationId xmlns:a16="http://schemas.microsoft.com/office/drawing/2014/main" id="{891AC3BA-0790-4F0A-8575-DFF660A40A6B}"/>
                      </a:ext>
                    </a:extLst>
                  </p:cNvPr>
                  <p:cNvSpPr>
                    <a:spLocks/>
                  </p:cNvSpPr>
                  <p:nvPr/>
                </p:nvSpPr>
                <p:spPr bwMode="auto">
                  <a:xfrm>
                    <a:off x="7465384" y="4691402"/>
                    <a:ext cx="648329" cy="648421"/>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305" name="Freeform 6">
                    <a:extLst>
                      <a:ext uri="{FF2B5EF4-FFF2-40B4-BE49-F238E27FC236}">
                        <a16:creationId xmlns:a16="http://schemas.microsoft.com/office/drawing/2014/main" id="{1FC70E09-E3D7-498A-8C42-D85A4E25EB9B}"/>
                      </a:ext>
                    </a:extLst>
                  </p:cNvPr>
                  <p:cNvSpPr>
                    <a:spLocks noEditPoints="1"/>
                  </p:cNvSpPr>
                  <p:nvPr/>
                </p:nvSpPr>
                <p:spPr bwMode="auto">
                  <a:xfrm>
                    <a:off x="7509969" y="4736519"/>
                    <a:ext cx="559158" cy="558187"/>
                  </a:xfrm>
                  <a:prstGeom prst="ellipse">
                    <a:avLst/>
                  </a:prstGeom>
                  <a:noFill/>
                  <a:ln w="19050">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20" name="Picture 19" descr="Icon of coding brackets">
                  <a:extLst>
                    <a:ext uri="{FF2B5EF4-FFF2-40B4-BE49-F238E27FC236}">
                      <a16:creationId xmlns:a16="http://schemas.microsoft.com/office/drawing/2014/main" id="{7D0E81FA-CCC0-43E4-B9A4-F6B048E3322D}"/>
                    </a:ext>
                  </a:extLst>
                </p:cNvPr>
                <p:cNvPicPr>
                  <a:picLocks noChangeAspect="1"/>
                </p:cNvPicPr>
                <p:nvPr/>
              </p:nvPicPr>
              <p:blipFill>
                <a:blip r:embed="rId8"/>
                <a:stretch>
                  <a:fillRect/>
                </a:stretch>
              </p:blipFill>
              <p:spPr>
                <a:xfrm>
                  <a:off x="7618031" y="4844095"/>
                  <a:ext cx="343035" cy="343035"/>
                </a:xfrm>
                <a:prstGeom prst="rect">
                  <a:avLst/>
                </a:prstGeom>
              </p:spPr>
            </p:pic>
          </p:grpSp>
        </p:grpSp>
        <p:grpSp>
          <p:nvGrpSpPr>
            <p:cNvPr id="78" name="Group 77">
              <a:extLst>
                <a:ext uri="{FF2B5EF4-FFF2-40B4-BE49-F238E27FC236}">
                  <a16:creationId xmlns:a16="http://schemas.microsoft.com/office/drawing/2014/main" id="{3A3B0DB3-0281-E2EB-59E3-2A707DB40F33}"/>
                </a:ext>
              </a:extLst>
            </p:cNvPr>
            <p:cNvGrpSpPr/>
            <p:nvPr/>
          </p:nvGrpSpPr>
          <p:grpSpPr>
            <a:xfrm>
              <a:off x="7438482" y="5534072"/>
              <a:ext cx="702132" cy="702232"/>
              <a:chOff x="3031668" y="4725108"/>
              <a:chExt cx="702132" cy="702232"/>
            </a:xfrm>
          </p:grpSpPr>
          <p:grpSp>
            <p:nvGrpSpPr>
              <p:cNvPr id="79" name="Group 78">
                <a:extLst>
                  <a:ext uri="{FF2B5EF4-FFF2-40B4-BE49-F238E27FC236}">
                    <a16:creationId xmlns:a16="http://schemas.microsoft.com/office/drawing/2014/main" id="{C1802531-39DD-C234-3A5D-9050B92A3C92}"/>
                  </a:ext>
                </a:extLst>
              </p:cNvPr>
              <p:cNvGrpSpPr/>
              <p:nvPr/>
            </p:nvGrpSpPr>
            <p:grpSpPr>
              <a:xfrm>
                <a:off x="3031668" y="4725108"/>
                <a:ext cx="702132" cy="702232"/>
                <a:chOff x="3031668" y="4725108"/>
                <a:chExt cx="702132" cy="702232"/>
              </a:xfrm>
            </p:grpSpPr>
            <p:sp>
              <p:nvSpPr>
                <p:cNvPr id="81" name="Freeform 5">
                  <a:extLst>
                    <a:ext uri="{FF2B5EF4-FFF2-40B4-BE49-F238E27FC236}">
                      <a16:creationId xmlns:a16="http://schemas.microsoft.com/office/drawing/2014/main" id="{32586D54-2B52-BF1C-9514-CDEDE2AF63C7}"/>
                    </a:ext>
                  </a:extLst>
                </p:cNvPr>
                <p:cNvSpPr>
                  <a:spLocks/>
                </p:cNvSpPr>
                <p:nvPr/>
              </p:nvSpPr>
              <p:spPr bwMode="auto">
                <a:xfrm>
                  <a:off x="3031668" y="4725108"/>
                  <a:ext cx="702132" cy="70223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82" name="Freeform 6">
                  <a:extLst>
                    <a:ext uri="{FF2B5EF4-FFF2-40B4-BE49-F238E27FC236}">
                      <a16:creationId xmlns:a16="http://schemas.microsoft.com/office/drawing/2014/main" id="{92377CBC-17A9-A7A1-4ACD-23F55DB9684E}"/>
                    </a:ext>
                  </a:extLst>
                </p:cNvPr>
                <p:cNvSpPr>
                  <a:spLocks noEditPoints="1"/>
                </p:cNvSpPr>
                <p:nvPr/>
              </p:nvSpPr>
              <p:spPr bwMode="auto">
                <a:xfrm>
                  <a:off x="3080522" y="4775106"/>
                  <a:ext cx="605561" cy="604510"/>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80" name="Picture 79" descr="Icon of a bulb">
                <a:extLst>
                  <a:ext uri="{FF2B5EF4-FFF2-40B4-BE49-F238E27FC236}">
                    <a16:creationId xmlns:a16="http://schemas.microsoft.com/office/drawing/2014/main" id="{9B8B9C88-4F69-655D-A45B-151A75C5EF45}"/>
                  </a:ext>
                </a:extLst>
              </p:cNvPr>
              <p:cNvPicPr>
                <a:picLocks noChangeAspect="1"/>
              </p:cNvPicPr>
              <p:nvPr/>
            </p:nvPicPr>
            <p:blipFill>
              <a:blip r:embed="rId6"/>
              <a:stretch>
                <a:fillRect/>
              </a:stretch>
            </p:blipFill>
            <p:spPr>
              <a:xfrm>
                <a:off x="3248882" y="4890062"/>
                <a:ext cx="267705" cy="372325"/>
              </a:xfrm>
              <a:prstGeom prst="rect">
                <a:avLst/>
              </a:prstGeom>
            </p:spPr>
          </p:pic>
        </p:grpSp>
      </p:grpSp>
    </p:spTree>
    <p:extLst>
      <p:ext uri="{BB962C8B-B14F-4D97-AF65-F5344CB8AC3E}">
        <p14:creationId xmlns:p14="http://schemas.microsoft.com/office/powerpoint/2010/main" val="19385145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a:solidFill>
                  <a:schemeClr val="tx1"/>
                </a:solidFill>
              </a:rPr>
              <a:t>Network Watcher</a:t>
            </a:r>
          </a:p>
        </p:txBody>
      </p:sp>
      <p:sp>
        <p:nvSpPr>
          <p:cNvPr id="5" name="Rectangle 4">
            <a:extLst>
              <a:ext uri="{FF2B5EF4-FFF2-40B4-BE49-F238E27FC236}">
                <a16:creationId xmlns:a16="http://schemas.microsoft.com/office/drawing/2014/main" id="{D440792F-6DF6-4B61-B4B7-41A0B005648F}"/>
              </a:ext>
              <a:ext uri="{C183D7F6-B498-43B3-948B-1728B52AA6E4}">
                <adec:decorative xmlns:adec="http://schemas.microsoft.com/office/drawing/2017/decorative" val="0"/>
              </a:ext>
            </a:extLst>
          </p:cNvPr>
          <p:cNvSpPr/>
          <p:nvPr/>
        </p:nvSpPr>
        <p:spPr bwMode="auto">
          <a:xfrm>
            <a:off x="488726" y="1187605"/>
            <a:ext cx="5136358" cy="480247"/>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64" tIns="89642" rIns="134464" bIns="89642" numCol="1" spcCol="0" rtlCol="0" fromWordArt="0" anchor="ctr" anchorCtr="0" forceAA="0" compatLnSpc="1">
            <a:prstTxWarp prst="textNoShape">
              <a:avLst/>
            </a:prstTxWarp>
            <a:noAutofit/>
          </a:bodyPr>
          <a:lstStyle/>
          <a:p>
            <a:pPr algn="l" rtl="0" fontAlgn="base"/>
            <a:r>
              <a:rPr lang="en-US" sz="1765">
                <a:solidFill>
                  <a:schemeClr val="tx1"/>
                </a:solidFill>
              </a:rPr>
              <a:t>A </a:t>
            </a:r>
            <a:r>
              <a:rPr lang="en-US" sz="1765" b="1">
                <a:solidFill>
                  <a:schemeClr val="tx1"/>
                </a:solidFill>
              </a:rPr>
              <a:t>regional service </a:t>
            </a:r>
            <a:r>
              <a:rPr lang="en-US" sz="1765">
                <a:solidFill>
                  <a:schemeClr val="tx1"/>
                </a:solidFill>
              </a:rPr>
              <a:t>that provides various network diagnostic and monitoring tools​</a:t>
            </a:r>
          </a:p>
        </p:txBody>
      </p:sp>
      <p:sp>
        <p:nvSpPr>
          <p:cNvPr id="7" name="Rectangle 6">
            <a:extLst>
              <a:ext uri="{FF2B5EF4-FFF2-40B4-BE49-F238E27FC236}">
                <a16:creationId xmlns:a16="http://schemas.microsoft.com/office/drawing/2014/main" id="{B6C16A35-54AE-48C8-87AE-11982C132599}"/>
              </a:ext>
              <a:ext uri="{C183D7F6-B498-43B3-948B-1728B52AA6E4}">
                <adec:decorative xmlns:adec="http://schemas.microsoft.com/office/drawing/2017/decorative" val="0"/>
              </a:ext>
            </a:extLst>
          </p:cNvPr>
          <p:cNvSpPr/>
          <p:nvPr/>
        </p:nvSpPr>
        <p:spPr bwMode="auto">
          <a:xfrm>
            <a:off x="488726" y="1783736"/>
            <a:ext cx="5136358" cy="480247"/>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64" tIns="89642" rIns="134464" bIns="89642" numCol="1" spcCol="0" rtlCol="0" fromWordArt="0" anchor="ctr" anchorCtr="0" forceAA="0" compatLnSpc="1">
            <a:prstTxWarp prst="textNoShape">
              <a:avLst/>
            </a:prstTxWarp>
            <a:noAutofit/>
          </a:bodyPr>
          <a:lstStyle/>
          <a:p>
            <a:pPr>
              <a:spcBef>
                <a:spcPts val="1176"/>
              </a:spcBef>
            </a:pPr>
            <a:r>
              <a:rPr lang="en-US" sz="1765">
                <a:solidFill>
                  <a:schemeClr val="tx1"/>
                </a:solidFill>
                <a:latin typeface="+mj-lt"/>
              </a:rPr>
              <a:t>IP Flow Verify </a:t>
            </a:r>
            <a:r>
              <a:rPr lang="en-US" sz="1765">
                <a:solidFill>
                  <a:schemeClr val="tx1"/>
                </a:solidFill>
              </a:rPr>
              <a:t>diagnoses connectivity issues</a:t>
            </a:r>
          </a:p>
        </p:txBody>
      </p:sp>
      <p:sp>
        <p:nvSpPr>
          <p:cNvPr id="8" name="Rectangle 7">
            <a:extLst>
              <a:ext uri="{FF2B5EF4-FFF2-40B4-BE49-F238E27FC236}">
                <a16:creationId xmlns:a16="http://schemas.microsoft.com/office/drawing/2014/main" id="{9CF48259-9CCD-41B5-B832-DEFAE8DABB76}"/>
              </a:ext>
              <a:ext uri="{C183D7F6-B498-43B3-948B-1728B52AA6E4}">
                <adec:decorative xmlns:adec="http://schemas.microsoft.com/office/drawing/2017/decorative" val="0"/>
              </a:ext>
            </a:extLst>
          </p:cNvPr>
          <p:cNvSpPr/>
          <p:nvPr/>
        </p:nvSpPr>
        <p:spPr bwMode="auto">
          <a:xfrm>
            <a:off x="482119" y="2379867"/>
            <a:ext cx="5136358" cy="682130"/>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64" tIns="89642" rIns="134464" bIns="89642" numCol="1" spcCol="0" rtlCol="0" fromWordArt="0" anchor="ctr" anchorCtr="0" forceAA="0" compatLnSpc="1">
            <a:prstTxWarp prst="textNoShape">
              <a:avLst/>
            </a:prstTxWarp>
            <a:noAutofit/>
          </a:bodyPr>
          <a:lstStyle/>
          <a:p>
            <a:pPr>
              <a:spcBef>
                <a:spcPts val="1176"/>
              </a:spcBef>
            </a:pPr>
            <a:r>
              <a:rPr lang="en-US" sz="1765">
                <a:solidFill>
                  <a:schemeClr val="tx1"/>
                </a:solidFill>
                <a:latin typeface="+mj-lt"/>
              </a:rPr>
              <a:t>Next Hop </a:t>
            </a:r>
            <a:r>
              <a:rPr lang="en-US" sz="1765">
                <a:solidFill>
                  <a:schemeClr val="tx1"/>
                </a:solidFill>
              </a:rPr>
              <a:t>determines if traffic is being</a:t>
            </a:r>
            <a:br>
              <a:rPr lang="en-US" sz="1765">
                <a:solidFill>
                  <a:schemeClr val="tx1"/>
                </a:solidFill>
              </a:rPr>
            </a:br>
            <a:r>
              <a:rPr lang="en-US" sz="1765">
                <a:solidFill>
                  <a:schemeClr val="tx1"/>
                </a:solidFill>
              </a:rPr>
              <a:t>correctly routed</a:t>
            </a:r>
          </a:p>
        </p:txBody>
      </p:sp>
      <p:sp>
        <p:nvSpPr>
          <p:cNvPr id="9" name="Rectangle 8">
            <a:extLst>
              <a:ext uri="{FF2B5EF4-FFF2-40B4-BE49-F238E27FC236}">
                <a16:creationId xmlns:a16="http://schemas.microsoft.com/office/drawing/2014/main" id="{023AD182-BBCF-4836-9AB5-2C55FCE5CA74}"/>
              </a:ext>
              <a:ext uri="{C183D7F6-B498-43B3-948B-1728B52AA6E4}">
                <adec:decorative xmlns:adec="http://schemas.microsoft.com/office/drawing/2017/decorative" val="0"/>
              </a:ext>
            </a:extLst>
          </p:cNvPr>
          <p:cNvSpPr/>
          <p:nvPr/>
        </p:nvSpPr>
        <p:spPr bwMode="auto">
          <a:xfrm>
            <a:off x="482119" y="3177881"/>
            <a:ext cx="5136358" cy="682130"/>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64" tIns="89642" rIns="134464" bIns="89642" numCol="1" spcCol="0" rtlCol="0" fromWordArt="0" anchor="ctr" anchorCtr="0" forceAA="0" compatLnSpc="1">
            <a:prstTxWarp prst="textNoShape">
              <a:avLst/>
            </a:prstTxWarp>
            <a:noAutofit/>
          </a:bodyPr>
          <a:lstStyle/>
          <a:p>
            <a:pPr>
              <a:spcBef>
                <a:spcPts val="1176"/>
              </a:spcBef>
            </a:pPr>
            <a:r>
              <a:rPr lang="en-US" sz="1765">
                <a:solidFill>
                  <a:schemeClr val="tx1"/>
                </a:solidFill>
                <a:latin typeface="+mj-lt"/>
              </a:rPr>
              <a:t>VPN Diagnostics </a:t>
            </a:r>
            <a:r>
              <a:rPr lang="en-US" sz="1765">
                <a:solidFill>
                  <a:schemeClr val="tx1"/>
                </a:solidFill>
              </a:rPr>
              <a:t>troubleshoots gateways and connections</a:t>
            </a:r>
          </a:p>
        </p:txBody>
      </p:sp>
      <p:sp>
        <p:nvSpPr>
          <p:cNvPr id="10" name="Rectangle 9">
            <a:extLst>
              <a:ext uri="{FF2B5EF4-FFF2-40B4-BE49-F238E27FC236}">
                <a16:creationId xmlns:a16="http://schemas.microsoft.com/office/drawing/2014/main" id="{6A971866-B604-4E18-BA31-729D0E8006BC}"/>
              </a:ext>
              <a:ext uri="{C183D7F6-B498-43B3-948B-1728B52AA6E4}">
                <adec:decorative xmlns:adec="http://schemas.microsoft.com/office/drawing/2017/decorative" val="0"/>
              </a:ext>
            </a:extLst>
          </p:cNvPr>
          <p:cNvSpPr/>
          <p:nvPr/>
        </p:nvSpPr>
        <p:spPr bwMode="auto">
          <a:xfrm>
            <a:off x="482119" y="3975896"/>
            <a:ext cx="5136358" cy="682130"/>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64" tIns="89642" rIns="134464" bIns="89642" numCol="1" spcCol="0" rtlCol="0" fromWordArt="0" anchor="ctr" anchorCtr="0" forceAA="0" compatLnSpc="1">
            <a:prstTxWarp prst="textNoShape">
              <a:avLst/>
            </a:prstTxWarp>
            <a:noAutofit/>
          </a:bodyPr>
          <a:lstStyle/>
          <a:p>
            <a:pPr>
              <a:spcBef>
                <a:spcPts val="1176"/>
              </a:spcBef>
            </a:pPr>
            <a:r>
              <a:rPr lang="en-US" sz="1765">
                <a:solidFill>
                  <a:schemeClr val="tx1"/>
                </a:solidFill>
                <a:latin typeface="+mj-lt"/>
              </a:rPr>
              <a:t>NSG Flow Logs </a:t>
            </a:r>
            <a:r>
              <a:rPr lang="en-US" sz="1765">
                <a:solidFill>
                  <a:schemeClr val="tx1"/>
                </a:solidFill>
              </a:rPr>
              <a:t>maps IP traffic through a network security group</a:t>
            </a:r>
          </a:p>
        </p:txBody>
      </p:sp>
      <p:sp>
        <p:nvSpPr>
          <p:cNvPr id="11" name="Rectangle 10">
            <a:extLst>
              <a:ext uri="{FF2B5EF4-FFF2-40B4-BE49-F238E27FC236}">
                <a16:creationId xmlns:a16="http://schemas.microsoft.com/office/drawing/2014/main" id="{1576D345-B5EF-4760-9217-BCAB06A56A65}"/>
              </a:ext>
              <a:ext uri="{C183D7F6-B498-43B3-948B-1728B52AA6E4}">
                <adec:decorative xmlns:adec="http://schemas.microsoft.com/office/drawing/2017/decorative" val="0"/>
              </a:ext>
            </a:extLst>
          </p:cNvPr>
          <p:cNvSpPr/>
          <p:nvPr/>
        </p:nvSpPr>
        <p:spPr bwMode="auto">
          <a:xfrm>
            <a:off x="482119" y="4773910"/>
            <a:ext cx="5136358" cy="682130"/>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64" tIns="89642" rIns="134464" bIns="89642" numCol="1" spcCol="0" rtlCol="0" fromWordArt="0" anchor="ctr" anchorCtr="0" forceAA="0" compatLnSpc="1">
            <a:prstTxWarp prst="textNoShape">
              <a:avLst/>
            </a:prstTxWarp>
            <a:noAutofit/>
          </a:bodyPr>
          <a:lstStyle/>
          <a:p>
            <a:pPr>
              <a:spcBef>
                <a:spcPts val="1176"/>
              </a:spcBef>
            </a:pPr>
            <a:r>
              <a:rPr lang="en-US" sz="1765">
                <a:solidFill>
                  <a:schemeClr val="tx1"/>
                </a:solidFill>
                <a:latin typeface="+mj-lt"/>
              </a:rPr>
              <a:t>Connection troubleshoot </a:t>
            </a:r>
            <a:r>
              <a:rPr lang="en-US" sz="1765">
                <a:solidFill>
                  <a:schemeClr val="tx1"/>
                </a:solidFill>
              </a:rPr>
              <a:t>shows connectivity between source VM and destination</a:t>
            </a:r>
          </a:p>
        </p:txBody>
      </p:sp>
      <p:sp>
        <p:nvSpPr>
          <p:cNvPr id="12" name="Rectangle 11">
            <a:extLst>
              <a:ext uri="{FF2B5EF4-FFF2-40B4-BE49-F238E27FC236}">
                <a16:creationId xmlns:a16="http://schemas.microsoft.com/office/drawing/2014/main" id="{3CA94DAC-F7E1-452B-A5FB-B9ECC36CB25E}"/>
              </a:ext>
              <a:ext uri="{C183D7F6-B498-43B3-948B-1728B52AA6E4}">
                <adec:decorative xmlns:adec="http://schemas.microsoft.com/office/drawing/2017/decorative" val="0"/>
              </a:ext>
            </a:extLst>
          </p:cNvPr>
          <p:cNvSpPr/>
          <p:nvPr/>
        </p:nvSpPr>
        <p:spPr bwMode="auto">
          <a:xfrm>
            <a:off x="482118" y="5571921"/>
            <a:ext cx="5136358" cy="682130"/>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64" tIns="89642" rIns="134464" bIns="89642" numCol="1" spcCol="0" rtlCol="0" fromWordArt="0" anchor="ctr" anchorCtr="0" forceAA="0" compatLnSpc="1">
            <a:prstTxWarp prst="textNoShape">
              <a:avLst/>
            </a:prstTxWarp>
            <a:noAutofit/>
          </a:bodyPr>
          <a:lstStyle/>
          <a:p>
            <a:pPr>
              <a:spcBef>
                <a:spcPts val="1176"/>
              </a:spcBef>
            </a:pPr>
            <a:r>
              <a:rPr lang="en-US" sz="1765">
                <a:solidFill>
                  <a:schemeClr val="tx1"/>
                </a:solidFill>
                <a:latin typeface="+mj-lt"/>
              </a:rPr>
              <a:t>Topology</a:t>
            </a:r>
            <a:r>
              <a:rPr lang="en-US" sz="1765">
                <a:solidFill>
                  <a:schemeClr val="tx1"/>
                </a:solidFill>
              </a:rPr>
              <a:t> generates a visual diagram of resources</a:t>
            </a:r>
          </a:p>
        </p:txBody>
      </p:sp>
      <p:sp>
        <p:nvSpPr>
          <p:cNvPr id="13" name="Rectangle 12">
            <a:extLst>
              <a:ext uri="{FF2B5EF4-FFF2-40B4-BE49-F238E27FC236}">
                <a16:creationId xmlns:a16="http://schemas.microsoft.com/office/drawing/2014/main" id="{A1BB032E-B8ED-45DA-B8D9-D5A79E5BBCBC}"/>
              </a:ext>
              <a:ext uri="{C183D7F6-B498-43B3-948B-1728B52AA6E4}">
                <adec:decorative xmlns:adec="http://schemas.microsoft.com/office/drawing/2017/decorative" val="1"/>
              </a:ext>
            </a:extLst>
          </p:cNvPr>
          <p:cNvSpPr/>
          <p:nvPr/>
        </p:nvSpPr>
        <p:spPr bwMode="auto">
          <a:xfrm>
            <a:off x="5676839" y="1169264"/>
            <a:ext cx="6096519" cy="5067911"/>
          </a:xfrm>
          <a:prstGeom prst="rect">
            <a:avLst/>
          </a:prstGeom>
          <a:no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spcBef>
                <a:spcPct val="0"/>
              </a:spcBef>
              <a:spcAft>
                <a:spcPct val="0"/>
              </a:spcAft>
            </a:pPr>
            <a:endParaRPr lang="en-IN" sz="2353">
              <a:gradFill>
                <a:gsLst>
                  <a:gs pos="0">
                    <a:srgbClr val="FFFFFF"/>
                  </a:gs>
                  <a:gs pos="100000">
                    <a:srgbClr val="FFFFFF"/>
                  </a:gs>
                </a:gsLst>
                <a:lin ang="5400000" scaled="0"/>
              </a:gradFill>
              <a:cs typeface="Segoe UI" pitchFamily="34" charset="0"/>
            </a:endParaRPr>
          </a:p>
        </p:txBody>
      </p:sp>
      <p:pic>
        <p:nvPicPr>
          <p:cNvPr id="4" name="Picture 3" descr="Screenshot of the Network Watcher page. Four headings are highlighted: Monitoring, Network Diagnostic Tools, Metrics, and Logs">
            <a:extLst>
              <a:ext uri="{FF2B5EF4-FFF2-40B4-BE49-F238E27FC236}">
                <a16:creationId xmlns:a16="http://schemas.microsoft.com/office/drawing/2014/main" id="{2F1DFC90-1C0F-8DD8-B223-1ADEA24FFE1A}"/>
              </a:ext>
            </a:extLst>
          </p:cNvPr>
          <p:cNvPicPr>
            <a:picLocks noChangeAspect="1"/>
          </p:cNvPicPr>
          <p:nvPr/>
        </p:nvPicPr>
        <p:blipFill>
          <a:blip r:embed="rId3"/>
          <a:stretch>
            <a:fillRect/>
          </a:stretch>
        </p:blipFill>
        <p:spPr>
          <a:xfrm>
            <a:off x="5831949" y="1667852"/>
            <a:ext cx="5786298" cy="3958456"/>
          </a:xfrm>
          <a:prstGeom prst="rect">
            <a:avLst/>
          </a:prstGeom>
        </p:spPr>
      </p:pic>
    </p:spTree>
    <p:extLst>
      <p:ext uri="{BB962C8B-B14F-4D97-AF65-F5344CB8AC3E}">
        <p14:creationId xmlns:p14="http://schemas.microsoft.com/office/powerpoint/2010/main" val="32747493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F100B4-10C8-4BEF-B037-F660CEAD1755}"/>
              </a:ext>
            </a:extLst>
          </p:cNvPr>
          <p:cNvSpPr>
            <a:spLocks noGrp="1"/>
          </p:cNvSpPr>
          <p:nvPr>
            <p:ph type="title"/>
          </p:nvPr>
        </p:nvSpPr>
        <p:spPr/>
        <p:txBody>
          <a:bodyPr/>
          <a:lstStyle/>
          <a:p>
            <a:r>
              <a:rPr lang="en-US" dirty="0">
                <a:cs typeface="Segoe UI"/>
              </a:rPr>
              <a:t>Topology</a:t>
            </a:r>
            <a:endParaRPr lang="en-US" dirty="0"/>
          </a:p>
        </p:txBody>
      </p:sp>
      <p:sp>
        <p:nvSpPr>
          <p:cNvPr id="18" name="Rectangle 17">
            <a:extLst>
              <a:ext uri="{FF2B5EF4-FFF2-40B4-BE49-F238E27FC236}">
                <a16:creationId xmlns:a16="http://schemas.microsoft.com/office/drawing/2014/main" id="{E27A98CB-E0AD-4BD9-9845-8D91239B5EDE}"/>
              </a:ext>
              <a:ext uri="{C183D7F6-B498-43B3-948B-1728B52AA6E4}">
                <adec:decorative xmlns:adec="http://schemas.microsoft.com/office/drawing/2017/decorative" val="1"/>
              </a:ext>
            </a:extLst>
          </p:cNvPr>
          <p:cNvSpPr/>
          <p:nvPr/>
        </p:nvSpPr>
        <p:spPr bwMode="auto">
          <a:xfrm>
            <a:off x="418644" y="1169263"/>
            <a:ext cx="11354714" cy="3562355"/>
          </a:xfrm>
          <a:prstGeom prst="rect">
            <a:avLst/>
          </a:prstGeom>
          <a:no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spcBef>
                <a:spcPct val="0"/>
              </a:spcBef>
              <a:spcAft>
                <a:spcPct val="0"/>
              </a:spcAft>
            </a:pPr>
            <a:endParaRPr lang="en-IN" sz="2353">
              <a:gradFill>
                <a:gsLst>
                  <a:gs pos="0">
                    <a:srgbClr val="FFFFFF"/>
                  </a:gs>
                  <a:gs pos="100000">
                    <a:srgbClr val="FFFFFF"/>
                  </a:gs>
                </a:gsLst>
                <a:lin ang="5400000" scaled="0"/>
              </a:gradFill>
              <a:cs typeface="Segoe UI" pitchFamily="34" charset="0"/>
            </a:endParaRPr>
          </a:p>
        </p:txBody>
      </p:sp>
      <p:pic>
        <p:nvPicPr>
          <p:cNvPr id="6" name="Picture 6" descr="Screenshot of the Network Watcher Topology page. The illustration is described in the text">
            <a:extLst>
              <a:ext uri="{FF2B5EF4-FFF2-40B4-BE49-F238E27FC236}">
                <a16:creationId xmlns:a16="http://schemas.microsoft.com/office/drawing/2014/main" id="{58BB9726-D023-44AF-BDA3-43A12BA799DE}"/>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l="1019" t="1019" r="1019" b="1019"/>
          <a:stretch/>
        </p:blipFill>
        <p:spPr>
          <a:xfrm>
            <a:off x="920488" y="1363799"/>
            <a:ext cx="10351026" cy="3173283"/>
          </a:xfrm>
          <a:prstGeom prst="rect">
            <a:avLst/>
          </a:prstGeom>
          <a:ln>
            <a:noFill/>
          </a:ln>
        </p:spPr>
      </p:pic>
      <p:sp>
        <p:nvSpPr>
          <p:cNvPr id="15" name="Freeform: Shape 14">
            <a:extLst>
              <a:ext uri="{FF2B5EF4-FFF2-40B4-BE49-F238E27FC236}">
                <a16:creationId xmlns:a16="http://schemas.microsoft.com/office/drawing/2014/main" id="{702453A2-FD2F-428B-ABF4-FC73A8C67B76}"/>
              </a:ext>
            </a:extLst>
          </p:cNvPr>
          <p:cNvSpPr/>
          <p:nvPr/>
        </p:nvSpPr>
        <p:spPr>
          <a:xfrm>
            <a:off x="431910" y="4881022"/>
            <a:ext cx="3406414" cy="1356152"/>
          </a:xfrm>
          <a:custGeom>
            <a:avLst/>
            <a:gdLst>
              <a:gd name="connsiteX0" fmla="*/ 0 w 2377347"/>
              <a:gd name="connsiteY0" fmla="*/ 0 h 1188673"/>
              <a:gd name="connsiteX1" fmla="*/ 2377347 w 2377347"/>
              <a:gd name="connsiteY1" fmla="*/ 0 h 1188673"/>
              <a:gd name="connsiteX2" fmla="*/ 2377347 w 2377347"/>
              <a:gd name="connsiteY2" fmla="*/ 1188673 h 1188673"/>
              <a:gd name="connsiteX3" fmla="*/ 0 w 2377347"/>
              <a:gd name="connsiteY3" fmla="*/ 1188673 h 1188673"/>
              <a:gd name="connsiteX4" fmla="*/ 0 w 2377347"/>
              <a:gd name="connsiteY4" fmla="*/ 0 h 1188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47" h="1188673">
                <a:moveTo>
                  <a:pt x="0" y="0"/>
                </a:moveTo>
                <a:lnTo>
                  <a:pt x="2377347" y="0"/>
                </a:lnTo>
                <a:lnTo>
                  <a:pt x="2377347" y="1188673"/>
                </a:lnTo>
                <a:lnTo>
                  <a:pt x="0" y="1188673"/>
                </a:lnTo>
                <a:lnTo>
                  <a:pt x="0" y="0"/>
                </a:lnTo>
                <a:close/>
              </a:path>
            </a:pathLst>
          </a:cu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t" anchorCtr="0">
            <a:noAutofit/>
          </a:bodyPr>
          <a:lstStyle/>
          <a:p>
            <a:pPr>
              <a:spcBef>
                <a:spcPts val="1176"/>
              </a:spcBef>
            </a:pPr>
            <a:r>
              <a:rPr lang="en-US" sz="1961">
                <a:solidFill>
                  <a:schemeClr val="tx1"/>
                </a:solidFill>
              </a:rPr>
              <a:t>Provides a visual representation of your networking elements</a:t>
            </a:r>
          </a:p>
        </p:txBody>
      </p:sp>
      <p:sp>
        <p:nvSpPr>
          <p:cNvPr id="16" name="Freeform: Shape 15">
            <a:extLst>
              <a:ext uri="{FF2B5EF4-FFF2-40B4-BE49-F238E27FC236}">
                <a16:creationId xmlns:a16="http://schemas.microsoft.com/office/drawing/2014/main" id="{9CB9C76E-0691-4DD0-BB71-879F91A12EA6}"/>
              </a:ext>
            </a:extLst>
          </p:cNvPr>
          <p:cNvSpPr/>
          <p:nvPr/>
        </p:nvSpPr>
        <p:spPr>
          <a:xfrm>
            <a:off x="3973286" y="4881022"/>
            <a:ext cx="3961578" cy="1356152"/>
          </a:xfrm>
          <a:custGeom>
            <a:avLst/>
            <a:gdLst>
              <a:gd name="connsiteX0" fmla="*/ 0 w 2377347"/>
              <a:gd name="connsiteY0" fmla="*/ 0 h 1188673"/>
              <a:gd name="connsiteX1" fmla="*/ 2377347 w 2377347"/>
              <a:gd name="connsiteY1" fmla="*/ 0 h 1188673"/>
              <a:gd name="connsiteX2" fmla="*/ 2377347 w 2377347"/>
              <a:gd name="connsiteY2" fmla="*/ 1188673 h 1188673"/>
              <a:gd name="connsiteX3" fmla="*/ 0 w 2377347"/>
              <a:gd name="connsiteY3" fmla="*/ 1188673 h 1188673"/>
              <a:gd name="connsiteX4" fmla="*/ 0 w 2377347"/>
              <a:gd name="connsiteY4" fmla="*/ 0 h 1188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47" h="1188673">
                <a:moveTo>
                  <a:pt x="0" y="0"/>
                </a:moveTo>
                <a:lnTo>
                  <a:pt x="2377347" y="0"/>
                </a:lnTo>
                <a:lnTo>
                  <a:pt x="2377347" y="1188673"/>
                </a:lnTo>
                <a:lnTo>
                  <a:pt x="0" y="1188673"/>
                </a:lnTo>
                <a:lnTo>
                  <a:pt x="0" y="0"/>
                </a:lnTo>
                <a:close/>
              </a:path>
            </a:pathLst>
          </a:cu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t" anchorCtr="0">
            <a:noAutofit/>
          </a:bodyPr>
          <a:lstStyle/>
          <a:p>
            <a:pPr>
              <a:spcBef>
                <a:spcPts val="1176"/>
              </a:spcBef>
            </a:pPr>
            <a:r>
              <a:rPr lang="en-US" sz="1961">
                <a:solidFill>
                  <a:schemeClr val="tx1"/>
                </a:solidFill>
              </a:rPr>
              <a:t>View all the resources in a virtual network, resource to resource associations, and relationships between the resources</a:t>
            </a:r>
          </a:p>
        </p:txBody>
      </p:sp>
      <p:sp>
        <p:nvSpPr>
          <p:cNvPr id="17" name="Freeform: Shape 16">
            <a:extLst>
              <a:ext uri="{FF2B5EF4-FFF2-40B4-BE49-F238E27FC236}">
                <a16:creationId xmlns:a16="http://schemas.microsoft.com/office/drawing/2014/main" id="{04E1EFB6-FBED-46F1-83AF-77B2409690BA}"/>
              </a:ext>
            </a:extLst>
          </p:cNvPr>
          <p:cNvSpPr/>
          <p:nvPr/>
        </p:nvSpPr>
        <p:spPr>
          <a:xfrm>
            <a:off x="8069827" y="4881022"/>
            <a:ext cx="3703532" cy="1356152"/>
          </a:xfrm>
          <a:custGeom>
            <a:avLst/>
            <a:gdLst>
              <a:gd name="connsiteX0" fmla="*/ 0 w 2377347"/>
              <a:gd name="connsiteY0" fmla="*/ 0 h 1188673"/>
              <a:gd name="connsiteX1" fmla="*/ 2377347 w 2377347"/>
              <a:gd name="connsiteY1" fmla="*/ 0 h 1188673"/>
              <a:gd name="connsiteX2" fmla="*/ 2377347 w 2377347"/>
              <a:gd name="connsiteY2" fmla="*/ 1188673 h 1188673"/>
              <a:gd name="connsiteX3" fmla="*/ 0 w 2377347"/>
              <a:gd name="connsiteY3" fmla="*/ 1188673 h 1188673"/>
              <a:gd name="connsiteX4" fmla="*/ 0 w 2377347"/>
              <a:gd name="connsiteY4" fmla="*/ 0 h 1188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47" h="1188673">
                <a:moveTo>
                  <a:pt x="0" y="0"/>
                </a:moveTo>
                <a:lnTo>
                  <a:pt x="2377347" y="0"/>
                </a:lnTo>
                <a:lnTo>
                  <a:pt x="2377347" y="1188673"/>
                </a:lnTo>
                <a:lnTo>
                  <a:pt x="0" y="1188673"/>
                </a:lnTo>
                <a:lnTo>
                  <a:pt x="0" y="0"/>
                </a:lnTo>
                <a:close/>
              </a:path>
            </a:pathLst>
          </a:cu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89642" tIns="89642" rIns="89642" bIns="89642" numCol="1" spcCol="1270" anchor="t" anchorCtr="0">
            <a:noAutofit/>
          </a:bodyPr>
          <a:lstStyle/>
          <a:p>
            <a:pPr>
              <a:spcBef>
                <a:spcPts val="1176"/>
              </a:spcBef>
            </a:pPr>
            <a:r>
              <a:rPr lang="en-US" sz="1961">
                <a:solidFill>
                  <a:schemeClr val="tx1"/>
                </a:solidFill>
              </a:rPr>
              <a:t>The Network Watcher</a:t>
            </a:r>
            <a:br>
              <a:rPr lang="en-US" sz="1961">
                <a:solidFill>
                  <a:schemeClr val="tx1"/>
                </a:solidFill>
              </a:rPr>
            </a:br>
            <a:r>
              <a:rPr lang="en-US" sz="1961">
                <a:solidFill>
                  <a:schemeClr val="tx1"/>
                </a:solidFill>
              </a:rPr>
              <a:t>instance is in the same region as the virtual network</a:t>
            </a:r>
          </a:p>
        </p:txBody>
      </p:sp>
    </p:spTree>
    <p:extLst>
      <p:ext uri="{BB962C8B-B14F-4D97-AF65-F5344CB8AC3E}">
        <p14:creationId xmlns:p14="http://schemas.microsoft.com/office/powerpoint/2010/main" val="1968647484"/>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7A180F-86B3-4B86-A219-94A403C36F07}"/>
              </a:ext>
            </a:extLst>
          </p:cNvPr>
          <p:cNvSpPr>
            <a:spLocks noGrp="1"/>
          </p:cNvSpPr>
          <p:nvPr>
            <p:ph type="title"/>
          </p:nvPr>
        </p:nvSpPr>
        <p:spPr/>
        <p:txBody>
          <a:bodyPr/>
          <a:lstStyle/>
          <a:p>
            <a:r>
              <a:rPr lang="en-US"/>
              <a:t>Connection Monitor </a:t>
            </a:r>
          </a:p>
        </p:txBody>
      </p:sp>
      <p:sp>
        <p:nvSpPr>
          <p:cNvPr id="5" name="Rectangle 4">
            <a:extLst>
              <a:ext uri="{FF2B5EF4-FFF2-40B4-BE49-F238E27FC236}">
                <a16:creationId xmlns:a16="http://schemas.microsoft.com/office/drawing/2014/main" id="{14439D12-7845-49A4-B883-359B74EA2168}"/>
              </a:ext>
              <a:ext uri="{C183D7F6-B498-43B3-948B-1728B52AA6E4}">
                <adec:decorative xmlns:adec="http://schemas.microsoft.com/office/drawing/2017/decorative" val="0"/>
              </a:ext>
            </a:extLst>
          </p:cNvPr>
          <p:cNvSpPr/>
          <p:nvPr/>
        </p:nvSpPr>
        <p:spPr bwMode="auto">
          <a:xfrm>
            <a:off x="427038" y="1192213"/>
            <a:ext cx="4281714" cy="763587"/>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37160" rIns="137160" bIns="91440" numCol="1" spcCol="0" rtlCol="0" fromWordArt="0" anchor="ctr" anchorCtr="0" forceAA="0" compatLnSpc="1">
            <a:prstTxWarp prst="textNoShape">
              <a:avLst/>
            </a:prstTxWarp>
            <a:noAutofit/>
          </a:bodyPr>
          <a:lstStyle/>
          <a:p>
            <a:pPr>
              <a:spcBef>
                <a:spcPts val="1200"/>
              </a:spcBef>
            </a:pPr>
            <a:r>
              <a:rPr lang="en-US" sz="2000">
                <a:solidFill>
                  <a:schemeClr val="tx1"/>
                </a:solidFill>
              </a:rPr>
              <a:t>Check network connectivity between the two VMs</a:t>
            </a:r>
          </a:p>
        </p:txBody>
      </p:sp>
      <p:sp>
        <p:nvSpPr>
          <p:cNvPr id="7" name="Rectangle 6">
            <a:extLst>
              <a:ext uri="{FF2B5EF4-FFF2-40B4-BE49-F238E27FC236}">
                <a16:creationId xmlns:a16="http://schemas.microsoft.com/office/drawing/2014/main" id="{2AE77C76-9C96-42DC-A0B9-016165997190}"/>
              </a:ext>
              <a:ext uri="{C183D7F6-B498-43B3-948B-1728B52AA6E4}">
                <adec:decorative xmlns:adec="http://schemas.microsoft.com/office/drawing/2017/decorative" val="0"/>
              </a:ext>
            </a:extLst>
          </p:cNvPr>
          <p:cNvSpPr/>
          <p:nvPr/>
        </p:nvSpPr>
        <p:spPr bwMode="auto">
          <a:xfrm>
            <a:off x="427038" y="2261323"/>
            <a:ext cx="4281714" cy="874321"/>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37160" rIns="137160" bIns="91440" numCol="1" spcCol="0" rtlCol="0" fromWordArt="0" anchor="ctr" anchorCtr="0" forceAA="0" compatLnSpc="1">
            <a:prstTxWarp prst="textNoShape">
              <a:avLst/>
            </a:prstTxWarp>
            <a:noAutofit/>
          </a:bodyPr>
          <a:lstStyle/>
          <a:p>
            <a:pPr>
              <a:spcBef>
                <a:spcPts val="1200"/>
              </a:spcBef>
            </a:pPr>
            <a:r>
              <a:rPr lang="en-US" sz="2000">
                <a:solidFill>
                  <a:schemeClr val="tx1"/>
                </a:solidFill>
              </a:rPr>
              <a:t>Compare cross-region network latencies.</a:t>
            </a:r>
          </a:p>
        </p:txBody>
      </p:sp>
      <p:sp>
        <p:nvSpPr>
          <p:cNvPr id="9" name="Rectangle 8">
            <a:extLst>
              <a:ext uri="{FF2B5EF4-FFF2-40B4-BE49-F238E27FC236}">
                <a16:creationId xmlns:a16="http://schemas.microsoft.com/office/drawing/2014/main" id="{87055A47-27B5-4A53-8A3C-2A7585E15A75}"/>
              </a:ext>
              <a:ext uri="{C183D7F6-B498-43B3-948B-1728B52AA6E4}">
                <adec:decorative xmlns:adec="http://schemas.microsoft.com/office/drawing/2017/decorative" val="0"/>
              </a:ext>
            </a:extLst>
          </p:cNvPr>
          <p:cNvSpPr/>
          <p:nvPr/>
        </p:nvSpPr>
        <p:spPr bwMode="auto">
          <a:xfrm>
            <a:off x="427038" y="3330433"/>
            <a:ext cx="4281714" cy="1368567"/>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37160" rIns="137160" bIns="91440" numCol="1" spcCol="0" rtlCol="0" fromWordArt="0" anchor="ctr" anchorCtr="0" forceAA="0" compatLnSpc="1">
            <a:prstTxWarp prst="textNoShape">
              <a:avLst/>
            </a:prstTxWarp>
            <a:noAutofit/>
          </a:bodyPr>
          <a:lstStyle/>
          <a:p>
            <a:pPr>
              <a:spcBef>
                <a:spcPts val="1200"/>
              </a:spcBef>
            </a:pPr>
            <a:r>
              <a:rPr lang="en-US" sz="2000">
                <a:solidFill>
                  <a:schemeClr val="tx1"/>
                </a:solidFill>
              </a:rPr>
              <a:t>Compare the latencies of the on-premises site to the latencies of the Azure application.</a:t>
            </a:r>
          </a:p>
        </p:txBody>
      </p:sp>
      <p:sp>
        <p:nvSpPr>
          <p:cNvPr id="11" name="Rectangle 10">
            <a:extLst>
              <a:ext uri="{FF2B5EF4-FFF2-40B4-BE49-F238E27FC236}">
                <a16:creationId xmlns:a16="http://schemas.microsoft.com/office/drawing/2014/main" id="{0C604114-6803-4201-BCF7-680B7E5BFCDD}"/>
              </a:ext>
              <a:ext uri="{C183D7F6-B498-43B3-948B-1728B52AA6E4}">
                <adec:decorative xmlns:adec="http://schemas.microsoft.com/office/drawing/2017/decorative" val="0"/>
              </a:ext>
            </a:extLst>
          </p:cNvPr>
          <p:cNvSpPr/>
          <p:nvPr/>
        </p:nvSpPr>
        <p:spPr bwMode="auto">
          <a:xfrm>
            <a:off x="424090" y="4893789"/>
            <a:ext cx="4284662" cy="1608949"/>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37160" rIns="137160" bIns="91440" numCol="1" spcCol="0" rtlCol="0" fromWordArt="0" anchor="ctr" anchorCtr="0" forceAA="0" compatLnSpc="1">
            <a:prstTxWarp prst="textNoShape">
              <a:avLst/>
            </a:prstTxWarp>
            <a:noAutofit/>
          </a:bodyPr>
          <a:lstStyle/>
          <a:p>
            <a:pPr>
              <a:spcBef>
                <a:spcPts val="1200"/>
              </a:spcBef>
            </a:pPr>
            <a:r>
              <a:rPr lang="en-US" sz="2000">
                <a:solidFill>
                  <a:schemeClr val="tx1"/>
                </a:solidFill>
              </a:rPr>
              <a:t>Check the connectivity between your on-premises setups and the Azure VMs that host your cloud application</a:t>
            </a:r>
          </a:p>
        </p:txBody>
      </p:sp>
      <p:pic>
        <p:nvPicPr>
          <p:cNvPr id="3" name="Picture 2" descr="Diagram illustrating a high-level view of Connection Monitor">
            <a:extLst>
              <a:ext uri="{FF2B5EF4-FFF2-40B4-BE49-F238E27FC236}">
                <a16:creationId xmlns:a16="http://schemas.microsoft.com/office/drawing/2014/main" id="{0E596E20-6998-48F4-B779-002B288586A9}"/>
              </a:ext>
            </a:extLst>
          </p:cNvPr>
          <p:cNvPicPr/>
          <p:nvPr/>
        </p:nvPicPr>
        <p:blipFill>
          <a:blip r:embed="rId3"/>
          <a:stretch>
            <a:fillRect/>
          </a:stretch>
        </p:blipFill>
        <p:spPr bwMode="auto">
          <a:xfrm>
            <a:off x="4291012" y="1398587"/>
            <a:ext cx="7862888" cy="4295775"/>
          </a:xfrm>
          <a:prstGeom prst="rect">
            <a:avLst/>
          </a:prstGeom>
          <a:noFill/>
          <a:ln>
            <a:noFill/>
          </a:ln>
        </p:spPr>
      </p:pic>
      <p:sp>
        <p:nvSpPr>
          <p:cNvPr id="15" name="Rectangle 14">
            <a:extLst>
              <a:ext uri="{FF2B5EF4-FFF2-40B4-BE49-F238E27FC236}">
                <a16:creationId xmlns:a16="http://schemas.microsoft.com/office/drawing/2014/main" id="{A6A96493-3DC8-464C-B83B-A83F27FB7BE6}"/>
              </a:ext>
              <a:ext uri="{C183D7F6-B498-43B3-948B-1728B52AA6E4}">
                <adec:decorative xmlns:adec="http://schemas.microsoft.com/office/drawing/2017/decorative" val="1"/>
              </a:ext>
            </a:extLst>
          </p:cNvPr>
          <p:cNvSpPr/>
          <p:nvPr/>
        </p:nvSpPr>
        <p:spPr bwMode="auto">
          <a:xfrm>
            <a:off x="4851400" y="989354"/>
            <a:ext cx="6913562" cy="5405346"/>
          </a:xfrm>
          <a:prstGeom prst="rect">
            <a:avLst/>
          </a:prstGeom>
          <a:no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spcBef>
                <a:spcPct val="0"/>
              </a:spcBef>
              <a:spcAft>
                <a:spcPct val="0"/>
              </a:spcAft>
            </a:pPr>
            <a:endParaRPr lang="en-IN" sz="2353">
              <a:gradFill>
                <a:gsLst>
                  <a:gs pos="0">
                    <a:srgbClr val="FFFFFF"/>
                  </a:gs>
                  <a:gs pos="100000">
                    <a:srgbClr val="FFFFFF"/>
                  </a:gs>
                </a:gsLst>
                <a:lin ang="5400000" scaled="0"/>
              </a:gradFill>
              <a:cs typeface="Segoe UI" pitchFamily="34" charset="0"/>
            </a:endParaRPr>
          </a:p>
        </p:txBody>
      </p:sp>
    </p:spTree>
    <p:extLst>
      <p:ext uri="{BB962C8B-B14F-4D97-AF65-F5344CB8AC3E}">
        <p14:creationId xmlns:p14="http://schemas.microsoft.com/office/powerpoint/2010/main" val="976481093"/>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75382-A4CE-48F3-A068-9D22C12CFA9C}"/>
              </a:ext>
            </a:extLst>
          </p:cNvPr>
          <p:cNvSpPr>
            <a:spLocks noGrp="1"/>
          </p:cNvSpPr>
          <p:nvPr>
            <p:ph type="title"/>
          </p:nvPr>
        </p:nvSpPr>
        <p:spPr/>
        <p:txBody>
          <a:bodyPr/>
          <a:lstStyle/>
          <a:p>
            <a:r>
              <a:rPr lang="en-US">
                <a:cs typeface="Segoe UI"/>
              </a:rPr>
              <a:t>IP Flow Verify</a:t>
            </a:r>
            <a:endParaRPr lang="en-US"/>
          </a:p>
        </p:txBody>
      </p:sp>
      <p:sp>
        <p:nvSpPr>
          <p:cNvPr id="6" name="Rectangle 5">
            <a:extLst>
              <a:ext uri="{FF2B5EF4-FFF2-40B4-BE49-F238E27FC236}">
                <a16:creationId xmlns:a16="http://schemas.microsoft.com/office/drawing/2014/main" id="{0B133498-91A5-4247-8FDC-AC8AB06B45B8}"/>
              </a:ext>
              <a:ext uri="{C183D7F6-B498-43B3-948B-1728B52AA6E4}">
                <adec:decorative xmlns:adec="http://schemas.microsoft.com/office/drawing/2017/decorative" val="0"/>
              </a:ext>
            </a:extLst>
          </p:cNvPr>
          <p:cNvSpPr/>
          <p:nvPr/>
        </p:nvSpPr>
        <p:spPr bwMode="auto">
          <a:xfrm>
            <a:off x="404947" y="1680630"/>
            <a:ext cx="2958202" cy="1140197"/>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64" tIns="89642" rIns="134464" bIns="89642" numCol="1" spcCol="0" rtlCol="0" fromWordArt="0" anchor="t" anchorCtr="0" forceAA="0" compatLnSpc="1">
            <a:prstTxWarp prst="textNoShape">
              <a:avLst/>
            </a:prstTxWarp>
            <a:noAutofit/>
          </a:bodyPr>
          <a:lstStyle/>
          <a:p>
            <a:pPr>
              <a:spcBef>
                <a:spcPts val="1176"/>
              </a:spcBef>
            </a:pPr>
            <a:r>
              <a:rPr lang="en-US" sz="1961">
                <a:solidFill>
                  <a:schemeClr val="tx1"/>
                </a:solidFill>
              </a:rPr>
              <a:t>Checks if a packet is allowed or denied to or from a virtual machine</a:t>
            </a:r>
          </a:p>
        </p:txBody>
      </p:sp>
      <p:sp>
        <p:nvSpPr>
          <p:cNvPr id="7" name="Rectangle 6">
            <a:extLst>
              <a:ext uri="{FF2B5EF4-FFF2-40B4-BE49-F238E27FC236}">
                <a16:creationId xmlns:a16="http://schemas.microsoft.com/office/drawing/2014/main" id="{DA966EFF-E195-408F-AEE9-6F56E2D1C40E}"/>
              </a:ext>
              <a:ext uri="{C183D7F6-B498-43B3-948B-1728B52AA6E4}">
                <adec:decorative xmlns:adec="http://schemas.microsoft.com/office/drawing/2017/decorative" val="1"/>
              </a:ext>
            </a:extLst>
          </p:cNvPr>
          <p:cNvSpPr/>
          <p:nvPr/>
        </p:nvSpPr>
        <p:spPr bwMode="auto">
          <a:xfrm>
            <a:off x="3486097" y="1169264"/>
            <a:ext cx="8287261" cy="5067911"/>
          </a:xfrm>
          <a:prstGeom prst="rect">
            <a:avLst/>
          </a:prstGeom>
          <a:no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spcBef>
                <a:spcPct val="0"/>
              </a:spcBef>
              <a:spcAft>
                <a:spcPct val="0"/>
              </a:spcAft>
            </a:pPr>
            <a:endParaRPr lang="en-IN" sz="2353">
              <a:gradFill>
                <a:gsLst>
                  <a:gs pos="0">
                    <a:srgbClr val="FFFFFF"/>
                  </a:gs>
                  <a:gs pos="100000">
                    <a:srgbClr val="FFFFFF"/>
                  </a:gs>
                </a:gsLst>
                <a:lin ang="5400000" scaled="0"/>
              </a:gradFill>
              <a:cs typeface="Segoe UI" pitchFamily="34" charset="0"/>
            </a:endParaRPr>
          </a:p>
        </p:txBody>
      </p:sp>
      <p:pic>
        <p:nvPicPr>
          <p:cNvPr id="5" name="Picture 5" descr="A screenshot of IP Flow Verify.  Protocol is TCP. Direction is Inbound. Local IP address is 10.1.1.4. Local port is 3389. Remote IP address is 13.24.35.46. Remote port is 3389. Access is denied due to DenyAllInBound rule">
            <a:extLst>
              <a:ext uri="{FF2B5EF4-FFF2-40B4-BE49-F238E27FC236}">
                <a16:creationId xmlns:a16="http://schemas.microsoft.com/office/drawing/2014/main" id="{D93CDF2D-7131-4F28-878D-8771FFC671DD}"/>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3610600" y="1680630"/>
            <a:ext cx="8039810" cy="4209881"/>
          </a:xfrm>
          <a:prstGeom prst="rect">
            <a:avLst/>
          </a:prstGeom>
          <a:ln>
            <a:noFill/>
          </a:ln>
        </p:spPr>
      </p:pic>
    </p:spTree>
    <p:extLst>
      <p:ext uri="{BB962C8B-B14F-4D97-AF65-F5344CB8AC3E}">
        <p14:creationId xmlns:p14="http://schemas.microsoft.com/office/powerpoint/2010/main" val="4191966929"/>
      </p:ext>
    </p:extLst>
  </p:cSld>
  <p:clrMapOvr>
    <a:masterClrMapping/>
  </p:clrMapOvr>
  <p:transition>
    <p:fade/>
  </p:transition>
  <p:extLst>
    <p:ext uri="{6950BFC3-D8DA-4A85-94F7-54DA5524770B}">
      <p188:commentRel xmlns:p188="http://schemas.microsoft.com/office/powerpoint/2018/8/main" r:id="rId3"/>
    </p:ext>
  </p:extLs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5068E1-0587-781B-EB0A-DE16D4249537}"/>
              </a:ext>
            </a:extLst>
          </p:cNvPr>
          <p:cNvSpPr>
            <a:spLocks noGrp="1"/>
          </p:cNvSpPr>
          <p:nvPr>
            <p:ph type="title"/>
          </p:nvPr>
        </p:nvSpPr>
        <p:spPr>
          <a:xfrm>
            <a:off x="424090" y="466097"/>
            <a:ext cx="11343820" cy="397545"/>
          </a:xfrm>
        </p:spPr>
        <p:txBody>
          <a:bodyPr/>
          <a:lstStyle/>
          <a:p>
            <a:r>
              <a:rPr lang="en-US" dirty="0"/>
              <a:t>NSG Diagnostics</a:t>
            </a:r>
          </a:p>
        </p:txBody>
      </p:sp>
      <p:sp>
        <p:nvSpPr>
          <p:cNvPr id="5" name="Rectangle 4">
            <a:extLst>
              <a:ext uri="{FF2B5EF4-FFF2-40B4-BE49-F238E27FC236}">
                <a16:creationId xmlns:a16="http://schemas.microsoft.com/office/drawing/2014/main" id="{C7394760-DDA4-5CC3-0C7C-945D52F86C85}"/>
              </a:ext>
              <a:ext uri="{C183D7F6-B498-43B3-948B-1728B52AA6E4}">
                <adec:decorative xmlns:adec="http://schemas.microsoft.com/office/drawing/2017/decorative" val="0"/>
              </a:ext>
            </a:extLst>
          </p:cNvPr>
          <p:cNvSpPr/>
          <p:nvPr/>
        </p:nvSpPr>
        <p:spPr bwMode="auto">
          <a:xfrm>
            <a:off x="560934" y="1335485"/>
            <a:ext cx="4846320" cy="1005840"/>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37160" rIns="137160" bIns="91440" numCol="1" spcCol="0" rtlCol="0" fromWordArt="0" anchor="ctr" anchorCtr="0" forceAA="0" compatLnSpc="1">
            <a:prstTxWarp prst="textNoShape">
              <a:avLst/>
            </a:prstTxWarp>
            <a:noAutofit/>
          </a:bodyPr>
          <a:lstStyle/>
          <a:p>
            <a:pPr>
              <a:spcBef>
                <a:spcPts val="1200"/>
              </a:spcBef>
            </a:pPr>
            <a:r>
              <a:rPr lang="en-US" sz="2000" dirty="0">
                <a:solidFill>
                  <a:schemeClr val="tx1"/>
                </a:solidFill>
              </a:rPr>
              <a:t>Used to understand which traffic flows will be allowed or denied in your Azure Virtual Network</a:t>
            </a:r>
          </a:p>
        </p:txBody>
      </p:sp>
      <p:sp>
        <p:nvSpPr>
          <p:cNvPr id="9" name="Rectangle 8">
            <a:extLst>
              <a:ext uri="{FF2B5EF4-FFF2-40B4-BE49-F238E27FC236}">
                <a16:creationId xmlns:a16="http://schemas.microsoft.com/office/drawing/2014/main" id="{8EDDC73A-C3F8-87C9-5234-A68824EA84A1}"/>
              </a:ext>
              <a:ext uri="{C183D7F6-B498-43B3-948B-1728B52AA6E4}">
                <adec:decorative xmlns:adec="http://schemas.microsoft.com/office/drawing/2017/decorative" val="0"/>
              </a:ext>
            </a:extLst>
          </p:cNvPr>
          <p:cNvSpPr/>
          <p:nvPr/>
        </p:nvSpPr>
        <p:spPr bwMode="auto">
          <a:xfrm>
            <a:off x="560934" y="2642616"/>
            <a:ext cx="4846320" cy="1005840"/>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37160" rIns="137160" bIns="91440" numCol="1" spcCol="0" rtlCol="0" fromWordArt="0" anchor="ctr" anchorCtr="0" forceAA="0" compatLnSpc="1">
            <a:prstTxWarp prst="textNoShape">
              <a:avLst/>
            </a:prstTxWarp>
            <a:noAutofit/>
          </a:bodyPr>
          <a:lstStyle/>
          <a:p>
            <a:pPr>
              <a:spcBef>
                <a:spcPts val="1200"/>
              </a:spcBef>
            </a:pPr>
            <a:r>
              <a:rPr lang="en-US" sz="2000" dirty="0">
                <a:solidFill>
                  <a:schemeClr val="tx1"/>
                </a:solidFill>
              </a:rPr>
              <a:t>Tool outputs whether traffic was allowed or denied</a:t>
            </a:r>
          </a:p>
        </p:txBody>
      </p:sp>
      <p:sp>
        <p:nvSpPr>
          <p:cNvPr id="11" name="Rectangle 10">
            <a:extLst>
              <a:ext uri="{FF2B5EF4-FFF2-40B4-BE49-F238E27FC236}">
                <a16:creationId xmlns:a16="http://schemas.microsoft.com/office/drawing/2014/main" id="{6252C96F-CBE9-E4EC-750B-1E75F2526F15}"/>
              </a:ext>
              <a:ext uri="{C183D7F6-B498-43B3-948B-1728B52AA6E4}">
                <adec:decorative xmlns:adec="http://schemas.microsoft.com/office/drawing/2017/decorative" val="0"/>
              </a:ext>
            </a:extLst>
          </p:cNvPr>
          <p:cNvSpPr/>
          <p:nvPr/>
        </p:nvSpPr>
        <p:spPr bwMode="auto">
          <a:xfrm>
            <a:off x="560934" y="3949747"/>
            <a:ext cx="4846320" cy="1005840"/>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37160" rIns="137160" bIns="91440" numCol="1" spcCol="0" rtlCol="0" fromWordArt="0" anchor="ctr" anchorCtr="0" forceAA="0" compatLnSpc="1">
            <a:prstTxWarp prst="textNoShape">
              <a:avLst/>
            </a:prstTxWarp>
            <a:noAutofit/>
          </a:bodyPr>
          <a:lstStyle/>
          <a:p>
            <a:pPr>
              <a:spcBef>
                <a:spcPts val="1200"/>
              </a:spcBef>
            </a:pPr>
            <a:r>
              <a:rPr lang="en-US" sz="2000" dirty="0">
                <a:solidFill>
                  <a:schemeClr val="tx1"/>
                </a:solidFill>
              </a:rPr>
              <a:t>Outputs the NSG rules that were evaluated for the specified flow</a:t>
            </a:r>
          </a:p>
        </p:txBody>
      </p:sp>
      <p:sp>
        <p:nvSpPr>
          <p:cNvPr id="13" name="Rectangle 12">
            <a:extLst>
              <a:ext uri="{FF2B5EF4-FFF2-40B4-BE49-F238E27FC236}">
                <a16:creationId xmlns:a16="http://schemas.microsoft.com/office/drawing/2014/main" id="{D5E8F116-132A-B874-0282-F41DBF64D0D6}"/>
              </a:ext>
              <a:ext uri="{C183D7F6-B498-43B3-948B-1728B52AA6E4}">
                <adec:decorative xmlns:adec="http://schemas.microsoft.com/office/drawing/2017/decorative" val="0"/>
              </a:ext>
            </a:extLst>
          </p:cNvPr>
          <p:cNvSpPr/>
          <p:nvPr/>
        </p:nvSpPr>
        <p:spPr bwMode="auto">
          <a:xfrm>
            <a:off x="560934" y="5256878"/>
            <a:ext cx="4846320" cy="1005840"/>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37160" rIns="137160" bIns="91440" numCol="1" spcCol="0" rtlCol="0" fromWordArt="0" anchor="ctr" anchorCtr="0" forceAA="0" compatLnSpc="1">
            <a:prstTxWarp prst="textNoShape">
              <a:avLst/>
            </a:prstTxWarp>
            <a:noAutofit/>
          </a:bodyPr>
          <a:lstStyle/>
          <a:p>
            <a:pPr>
              <a:spcBef>
                <a:spcPts val="1200"/>
              </a:spcBef>
            </a:pPr>
            <a:r>
              <a:rPr lang="en-US" sz="2000" dirty="0">
                <a:solidFill>
                  <a:schemeClr val="tx1"/>
                </a:solidFill>
              </a:rPr>
              <a:t>Detailed information for debugging.</a:t>
            </a:r>
          </a:p>
        </p:txBody>
      </p:sp>
      <p:pic>
        <p:nvPicPr>
          <p:cNvPr id="3" name="Picture 2" descr="Screenshot of the Network Watcher page. Four headings are highlighted: Monitoring, Network Diagnostic Tools, Metrics, and Logs">
            <a:extLst>
              <a:ext uri="{FF2B5EF4-FFF2-40B4-BE49-F238E27FC236}">
                <a16:creationId xmlns:a16="http://schemas.microsoft.com/office/drawing/2014/main" id="{80C7B9FB-44A2-892E-B128-EE0D029A6B00}"/>
              </a:ext>
            </a:extLst>
          </p:cNvPr>
          <p:cNvPicPr>
            <a:picLocks noChangeAspect="1"/>
          </p:cNvPicPr>
          <p:nvPr/>
        </p:nvPicPr>
        <p:blipFill rotWithShape="1">
          <a:blip r:embed="rId3"/>
          <a:srcRect l="14569" t="9647" r="4205" b="829"/>
          <a:stretch/>
        </p:blipFill>
        <p:spPr>
          <a:xfrm>
            <a:off x="7498380" y="327889"/>
            <a:ext cx="2579042" cy="6064014"/>
          </a:xfrm>
          <a:prstGeom prst="rect">
            <a:avLst/>
          </a:prstGeom>
          <a:ln>
            <a:solidFill>
              <a:schemeClr val="tx1"/>
            </a:solidFill>
          </a:ln>
        </p:spPr>
      </p:pic>
    </p:spTree>
    <p:extLst>
      <p:ext uri="{BB962C8B-B14F-4D97-AF65-F5344CB8AC3E}">
        <p14:creationId xmlns:p14="http://schemas.microsoft.com/office/powerpoint/2010/main" val="4275682208"/>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a:t>Next Hop</a:t>
            </a:r>
          </a:p>
        </p:txBody>
      </p:sp>
      <p:sp>
        <p:nvSpPr>
          <p:cNvPr id="9" name="Rectangle 8">
            <a:extLst>
              <a:ext uri="{FF2B5EF4-FFF2-40B4-BE49-F238E27FC236}">
                <a16:creationId xmlns:a16="http://schemas.microsoft.com/office/drawing/2014/main" id="{A0D06B2A-44AD-434C-BB00-D63B1C45AB49}"/>
              </a:ext>
              <a:ext uri="{C183D7F6-B498-43B3-948B-1728B52AA6E4}">
                <adec:decorative xmlns:adec="http://schemas.microsoft.com/office/drawing/2017/decorative" val="0"/>
              </a:ext>
            </a:extLst>
          </p:cNvPr>
          <p:cNvSpPr/>
          <p:nvPr/>
        </p:nvSpPr>
        <p:spPr bwMode="auto">
          <a:xfrm>
            <a:off x="424090" y="1733419"/>
            <a:ext cx="4054144" cy="1695581"/>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64" tIns="89642" rIns="134464" bIns="89642" numCol="1" spcCol="0" rtlCol="0" fromWordArt="0" anchor="ctr" anchorCtr="0" forceAA="0" compatLnSpc="1">
            <a:prstTxWarp prst="textNoShape">
              <a:avLst/>
            </a:prstTxWarp>
            <a:noAutofit/>
          </a:bodyPr>
          <a:lstStyle/>
          <a:p>
            <a:pPr>
              <a:spcBef>
                <a:spcPts val="1176"/>
              </a:spcBef>
            </a:pPr>
            <a:r>
              <a:rPr lang="en-US" sz="1961">
                <a:solidFill>
                  <a:schemeClr val="tx1"/>
                </a:solidFill>
              </a:rPr>
              <a:t>Helps with determining whether traffic is being directed to the intended destination by showing the next hop</a:t>
            </a:r>
          </a:p>
        </p:txBody>
      </p:sp>
      <p:sp>
        <p:nvSpPr>
          <p:cNvPr id="6" name="Rectangle 5">
            <a:extLst>
              <a:ext uri="{FF2B5EF4-FFF2-40B4-BE49-F238E27FC236}">
                <a16:creationId xmlns:a16="http://schemas.microsoft.com/office/drawing/2014/main" id="{A64E84F9-944B-4000-99FA-6371EC0A13B8}"/>
              </a:ext>
              <a:ext uri="{C183D7F6-B498-43B3-948B-1728B52AA6E4}">
                <adec:decorative xmlns:adec="http://schemas.microsoft.com/office/drawing/2017/decorative" val="1"/>
              </a:ext>
            </a:extLst>
          </p:cNvPr>
          <p:cNvSpPr/>
          <p:nvPr/>
        </p:nvSpPr>
        <p:spPr bwMode="auto">
          <a:xfrm>
            <a:off x="4671527" y="1169262"/>
            <a:ext cx="6813917" cy="5067913"/>
          </a:xfrm>
          <a:prstGeom prst="rect">
            <a:avLst/>
          </a:prstGeom>
          <a:no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spcBef>
                <a:spcPct val="0"/>
              </a:spcBef>
              <a:spcAft>
                <a:spcPct val="0"/>
              </a:spcAft>
            </a:pPr>
            <a:endParaRPr lang="en-IN" sz="2353">
              <a:gradFill>
                <a:gsLst>
                  <a:gs pos="0">
                    <a:srgbClr val="FFFFFF"/>
                  </a:gs>
                  <a:gs pos="100000">
                    <a:srgbClr val="FFFFFF"/>
                  </a:gs>
                </a:gsLst>
                <a:lin ang="5400000" scaled="0"/>
              </a:gradFill>
              <a:cs typeface="Segoe UI" pitchFamily="34" charset="0"/>
            </a:endParaRPr>
          </a:p>
        </p:txBody>
      </p:sp>
      <p:pic>
        <p:nvPicPr>
          <p:cNvPr id="2" name="Picture 3" descr="Screenshot of the Next hop page. The Next hop button is highlighted showing that the next hop is a virtual appliance on IP address 10.1.1.100">
            <a:extLst>
              <a:ext uri="{FF2B5EF4-FFF2-40B4-BE49-F238E27FC236}">
                <a16:creationId xmlns:a16="http://schemas.microsoft.com/office/drawing/2014/main" id="{097391FB-CD7D-481A-ADFC-FEF70E8A4549}"/>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931310" y="1276365"/>
            <a:ext cx="4867533" cy="4891193"/>
          </a:xfrm>
          <a:prstGeom prst="rect">
            <a:avLst/>
          </a:prstGeom>
          <a:ln>
            <a:noFill/>
          </a:ln>
        </p:spPr>
      </p:pic>
    </p:spTree>
    <p:extLst>
      <p:ext uri="{BB962C8B-B14F-4D97-AF65-F5344CB8AC3E}">
        <p14:creationId xmlns:p14="http://schemas.microsoft.com/office/powerpoint/2010/main" val="37127094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a:cs typeface="Segoe UI"/>
              </a:rPr>
              <a:t>Effective Security Rules</a:t>
            </a:r>
            <a:endParaRPr lang="en-US"/>
          </a:p>
        </p:txBody>
      </p:sp>
      <p:sp>
        <p:nvSpPr>
          <p:cNvPr id="5" name="Rectangle 4">
            <a:extLst>
              <a:ext uri="{FF2B5EF4-FFF2-40B4-BE49-F238E27FC236}">
                <a16:creationId xmlns:a16="http://schemas.microsoft.com/office/drawing/2014/main" id="{F4691DA0-8042-4875-B4E8-CB965CFBAB75}"/>
              </a:ext>
              <a:ext uri="{C183D7F6-B498-43B3-948B-1728B52AA6E4}">
                <adec:decorative xmlns:adec="http://schemas.microsoft.com/office/drawing/2017/decorative" val="1"/>
              </a:ext>
            </a:extLst>
          </p:cNvPr>
          <p:cNvSpPr/>
          <p:nvPr/>
        </p:nvSpPr>
        <p:spPr bwMode="auto">
          <a:xfrm>
            <a:off x="418644" y="1169264"/>
            <a:ext cx="11354714" cy="4039024"/>
          </a:xfrm>
          <a:prstGeom prst="rect">
            <a:avLst/>
          </a:prstGeom>
          <a:no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spcBef>
                <a:spcPct val="0"/>
              </a:spcBef>
              <a:spcAft>
                <a:spcPct val="0"/>
              </a:spcAft>
            </a:pPr>
            <a:endParaRPr lang="en-IN" sz="2353">
              <a:gradFill>
                <a:gsLst>
                  <a:gs pos="0">
                    <a:srgbClr val="FFFFFF"/>
                  </a:gs>
                  <a:gs pos="100000">
                    <a:srgbClr val="FFFFFF"/>
                  </a:gs>
                </a:gsLst>
                <a:lin ang="5400000" scaled="0"/>
              </a:gradFill>
              <a:cs typeface="Segoe UI" pitchFamily="34" charset="0"/>
            </a:endParaRPr>
          </a:p>
        </p:txBody>
      </p:sp>
      <p:pic>
        <p:nvPicPr>
          <p:cNvPr id="3" name="Picture 3" descr="A screenshot of the Effective Security Rules of a Virtual Machine">
            <a:extLst>
              <a:ext uri="{FF2B5EF4-FFF2-40B4-BE49-F238E27FC236}">
                <a16:creationId xmlns:a16="http://schemas.microsoft.com/office/drawing/2014/main" id="{A2C0FDDF-9AD2-4137-9874-3F23A797140B}"/>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627078" y="1293767"/>
            <a:ext cx="10937848" cy="3790016"/>
          </a:xfrm>
          <a:prstGeom prst="rect">
            <a:avLst/>
          </a:prstGeom>
          <a:ln>
            <a:noFill/>
          </a:ln>
        </p:spPr>
      </p:pic>
      <p:sp>
        <p:nvSpPr>
          <p:cNvPr id="6" name="Freeform: Shape 5">
            <a:extLst>
              <a:ext uri="{FF2B5EF4-FFF2-40B4-BE49-F238E27FC236}">
                <a16:creationId xmlns:a16="http://schemas.microsoft.com/office/drawing/2014/main" id="{785C2A34-8939-442F-9FD6-B7846944576A}"/>
              </a:ext>
            </a:extLst>
          </p:cNvPr>
          <p:cNvSpPr/>
          <p:nvPr/>
        </p:nvSpPr>
        <p:spPr>
          <a:xfrm>
            <a:off x="418644" y="5350578"/>
            <a:ext cx="11354714" cy="886597"/>
          </a:xfrm>
          <a:custGeom>
            <a:avLst/>
            <a:gdLst>
              <a:gd name="connsiteX0" fmla="*/ 0 w 2377347"/>
              <a:gd name="connsiteY0" fmla="*/ 0 h 1188673"/>
              <a:gd name="connsiteX1" fmla="*/ 2377347 w 2377347"/>
              <a:gd name="connsiteY1" fmla="*/ 0 h 1188673"/>
              <a:gd name="connsiteX2" fmla="*/ 2377347 w 2377347"/>
              <a:gd name="connsiteY2" fmla="*/ 1188673 h 1188673"/>
              <a:gd name="connsiteX3" fmla="*/ 0 w 2377347"/>
              <a:gd name="connsiteY3" fmla="*/ 1188673 h 1188673"/>
              <a:gd name="connsiteX4" fmla="*/ 0 w 2377347"/>
              <a:gd name="connsiteY4" fmla="*/ 0 h 1188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47" h="1188673">
                <a:moveTo>
                  <a:pt x="0" y="0"/>
                </a:moveTo>
                <a:lnTo>
                  <a:pt x="2377347" y="0"/>
                </a:lnTo>
                <a:lnTo>
                  <a:pt x="2377347" y="1188673"/>
                </a:lnTo>
                <a:lnTo>
                  <a:pt x="0" y="1188673"/>
                </a:lnTo>
                <a:lnTo>
                  <a:pt x="0" y="0"/>
                </a:lnTo>
                <a:close/>
              </a:path>
            </a:pathLst>
          </a:cu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64" tIns="89642" rIns="134464" bIns="89642" numCol="1" spcCol="0" rtlCol="0" fromWordArt="0" anchor="ctr" anchorCtr="0" forceAA="0" compatLnSpc="1">
            <a:prstTxWarp prst="textNoShape">
              <a:avLst/>
            </a:prstTxWarp>
            <a:noAutofit/>
          </a:bodyPr>
          <a:lstStyle/>
          <a:p>
            <a:pPr>
              <a:spcBef>
                <a:spcPts val="1176"/>
              </a:spcBef>
            </a:pPr>
            <a:r>
              <a:rPr lang="en-US" sz="2353">
                <a:solidFill>
                  <a:schemeClr val="tx1"/>
                </a:solidFill>
              </a:rPr>
              <a:t>Details the Effective Security Rules (inbound and outbound) of the Network Interface card of a Virtual Machine</a:t>
            </a:r>
          </a:p>
        </p:txBody>
      </p:sp>
    </p:spTree>
    <p:extLst>
      <p:ext uri="{BB962C8B-B14F-4D97-AF65-F5344CB8AC3E}">
        <p14:creationId xmlns:p14="http://schemas.microsoft.com/office/powerpoint/2010/main" val="14377189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a:cs typeface="Segoe UI"/>
              </a:rPr>
              <a:t>VPN Troubleshoot</a:t>
            </a:r>
            <a:endParaRPr lang="en-US"/>
          </a:p>
        </p:txBody>
      </p:sp>
      <p:sp>
        <p:nvSpPr>
          <p:cNvPr id="9" name="Rectangle 8">
            <a:extLst>
              <a:ext uri="{FF2B5EF4-FFF2-40B4-BE49-F238E27FC236}">
                <a16:creationId xmlns:a16="http://schemas.microsoft.com/office/drawing/2014/main" id="{019F372E-C829-4EB2-BA1E-68F620E944AE}"/>
              </a:ext>
              <a:ext uri="{C183D7F6-B498-43B3-948B-1728B52AA6E4}">
                <adec:decorative xmlns:adec="http://schemas.microsoft.com/office/drawing/2017/decorative" val="1"/>
              </a:ext>
            </a:extLst>
          </p:cNvPr>
          <p:cNvSpPr/>
          <p:nvPr/>
        </p:nvSpPr>
        <p:spPr bwMode="auto">
          <a:xfrm>
            <a:off x="418644" y="1169263"/>
            <a:ext cx="11354714" cy="3711759"/>
          </a:xfrm>
          <a:prstGeom prst="rect">
            <a:avLst/>
          </a:prstGeom>
          <a:no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spcBef>
                <a:spcPct val="0"/>
              </a:spcBef>
              <a:spcAft>
                <a:spcPct val="0"/>
              </a:spcAft>
            </a:pPr>
            <a:endParaRPr lang="en-IN" sz="2353">
              <a:gradFill>
                <a:gsLst>
                  <a:gs pos="0">
                    <a:srgbClr val="FFFFFF"/>
                  </a:gs>
                  <a:gs pos="100000">
                    <a:srgbClr val="FFFFFF"/>
                  </a:gs>
                </a:gsLst>
                <a:lin ang="5400000" scaled="0"/>
              </a:gradFill>
              <a:cs typeface="Segoe UI" pitchFamily="34" charset="0"/>
            </a:endParaRPr>
          </a:p>
        </p:txBody>
      </p:sp>
      <p:pic>
        <p:nvPicPr>
          <p:cNvPr id="2" name="Picture 2" descr="Screenshot of the VPN Troubleshooting page. The Virtual Network Gateway, vng01, is chosen.  The Connection cn01 is chosen">
            <a:extLst>
              <a:ext uri="{FF2B5EF4-FFF2-40B4-BE49-F238E27FC236}">
                <a16:creationId xmlns:a16="http://schemas.microsoft.com/office/drawing/2014/main" id="{052CE820-4920-4AD6-B925-511ED2212874}"/>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39812" y="1581902"/>
            <a:ext cx="11112378" cy="2886480"/>
          </a:xfrm>
          <a:prstGeom prst="rect">
            <a:avLst/>
          </a:prstGeom>
          <a:ln>
            <a:noFill/>
          </a:ln>
        </p:spPr>
      </p:pic>
      <p:sp>
        <p:nvSpPr>
          <p:cNvPr id="5" name="Freeform: Shape 4">
            <a:extLst>
              <a:ext uri="{FF2B5EF4-FFF2-40B4-BE49-F238E27FC236}">
                <a16:creationId xmlns:a16="http://schemas.microsoft.com/office/drawing/2014/main" id="{155C5A92-3263-4C1B-8FF6-CF0CAF2E40E7}"/>
              </a:ext>
            </a:extLst>
          </p:cNvPr>
          <p:cNvSpPr/>
          <p:nvPr/>
        </p:nvSpPr>
        <p:spPr>
          <a:xfrm>
            <a:off x="431910" y="5037541"/>
            <a:ext cx="3675354" cy="1199634"/>
          </a:xfrm>
          <a:custGeom>
            <a:avLst/>
            <a:gdLst>
              <a:gd name="connsiteX0" fmla="*/ 0 w 2377347"/>
              <a:gd name="connsiteY0" fmla="*/ 0 h 1188673"/>
              <a:gd name="connsiteX1" fmla="*/ 2377347 w 2377347"/>
              <a:gd name="connsiteY1" fmla="*/ 0 h 1188673"/>
              <a:gd name="connsiteX2" fmla="*/ 2377347 w 2377347"/>
              <a:gd name="connsiteY2" fmla="*/ 1188673 h 1188673"/>
              <a:gd name="connsiteX3" fmla="*/ 0 w 2377347"/>
              <a:gd name="connsiteY3" fmla="*/ 1188673 h 1188673"/>
              <a:gd name="connsiteX4" fmla="*/ 0 w 2377347"/>
              <a:gd name="connsiteY4" fmla="*/ 0 h 1188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47" h="1188673">
                <a:moveTo>
                  <a:pt x="0" y="0"/>
                </a:moveTo>
                <a:lnTo>
                  <a:pt x="2377347" y="0"/>
                </a:lnTo>
                <a:lnTo>
                  <a:pt x="2377347" y="1188673"/>
                </a:lnTo>
                <a:lnTo>
                  <a:pt x="0" y="1188673"/>
                </a:lnTo>
                <a:lnTo>
                  <a:pt x="0" y="0"/>
                </a:lnTo>
                <a:close/>
              </a:path>
            </a:pathLst>
          </a:cu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t" anchorCtr="0">
            <a:noAutofit/>
          </a:bodyPr>
          <a:lstStyle/>
          <a:p>
            <a:pPr>
              <a:spcBef>
                <a:spcPts val="1176"/>
              </a:spcBef>
            </a:pPr>
            <a:r>
              <a:rPr lang="en-US" sz="2157">
                <a:solidFill>
                  <a:schemeClr val="tx1"/>
                </a:solidFill>
              </a:rPr>
              <a:t>Helps you troubleshoot gateways and connections</a:t>
            </a:r>
          </a:p>
        </p:txBody>
      </p:sp>
      <p:sp>
        <p:nvSpPr>
          <p:cNvPr id="7" name="Freeform: Shape 6">
            <a:extLst>
              <a:ext uri="{FF2B5EF4-FFF2-40B4-BE49-F238E27FC236}">
                <a16:creationId xmlns:a16="http://schemas.microsoft.com/office/drawing/2014/main" id="{0B1102F0-4B5B-4C80-8ADF-5ED794F6E446}"/>
              </a:ext>
            </a:extLst>
          </p:cNvPr>
          <p:cNvSpPr/>
          <p:nvPr/>
        </p:nvSpPr>
        <p:spPr>
          <a:xfrm>
            <a:off x="4259510" y="5037541"/>
            <a:ext cx="3675354" cy="1199634"/>
          </a:xfrm>
          <a:custGeom>
            <a:avLst/>
            <a:gdLst>
              <a:gd name="connsiteX0" fmla="*/ 0 w 2377347"/>
              <a:gd name="connsiteY0" fmla="*/ 0 h 1188673"/>
              <a:gd name="connsiteX1" fmla="*/ 2377347 w 2377347"/>
              <a:gd name="connsiteY1" fmla="*/ 0 h 1188673"/>
              <a:gd name="connsiteX2" fmla="*/ 2377347 w 2377347"/>
              <a:gd name="connsiteY2" fmla="*/ 1188673 h 1188673"/>
              <a:gd name="connsiteX3" fmla="*/ 0 w 2377347"/>
              <a:gd name="connsiteY3" fmla="*/ 1188673 h 1188673"/>
              <a:gd name="connsiteX4" fmla="*/ 0 w 2377347"/>
              <a:gd name="connsiteY4" fmla="*/ 0 h 1188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47" h="1188673">
                <a:moveTo>
                  <a:pt x="0" y="0"/>
                </a:moveTo>
                <a:lnTo>
                  <a:pt x="2377347" y="0"/>
                </a:lnTo>
                <a:lnTo>
                  <a:pt x="2377347" y="1188673"/>
                </a:lnTo>
                <a:lnTo>
                  <a:pt x="0" y="1188673"/>
                </a:lnTo>
                <a:lnTo>
                  <a:pt x="0" y="0"/>
                </a:lnTo>
                <a:close/>
              </a:path>
            </a:pathLst>
          </a:cu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t" anchorCtr="0">
            <a:noAutofit/>
          </a:bodyPr>
          <a:lstStyle/>
          <a:p>
            <a:pPr>
              <a:spcBef>
                <a:spcPts val="1176"/>
              </a:spcBef>
            </a:pPr>
            <a:r>
              <a:rPr lang="en-US" sz="2157">
                <a:solidFill>
                  <a:schemeClr val="tx1"/>
                </a:solidFill>
              </a:rPr>
              <a:t>Provides summary information and detailed information</a:t>
            </a:r>
          </a:p>
        </p:txBody>
      </p:sp>
      <p:sp>
        <p:nvSpPr>
          <p:cNvPr id="8" name="Freeform: Shape 7">
            <a:extLst>
              <a:ext uri="{FF2B5EF4-FFF2-40B4-BE49-F238E27FC236}">
                <a16:creationId xmlns:a16="http://schemas.microsoft.com/office/drawing/2014/main" id="{F3638088-B517-4691-A35A-4897DE803674}"/>
              </a:ext>
            </a:extLst>
          </p:cNvPr>
          <p:cNvSpPr/>
          <p:nvPr/>
        </p:nvSpPr>
        <p:spPr>
          <a:xfrm>
            <a:off x="8087110" y="5037541"/>
            <a:ext cx="3675354" cy="1199634"/>
          </a:xfrm>
          <a:custGeom>
            <a:avLst/>
            <a:gdLst>
              <a:gd name="connsiteX0" fmla="*/ 0 w 2377347"/>
              <a:gd name="connsiteY0" fmla="*/ 0 h 1188673"/>
              <a:gd name="connsiteX1" fmla="*/ 2377347 w 2377347"/>
              <a:gd name="connsiteY1" fmla="*/ 0 h 1188673"/>
              <a:gd name="connsiteX2" fmla="*/ 2377347 w 2377347"/>
              <a:gd name="connsiteY2" fmla="*/ 1188673 h 1188673"/>
              <a:gd name="connsiteX3" fmla="*/ 0 w 2377347"/>
              <a:gd name="connsiteY3" fmla="*/ 1188673 h 1188673"/>
              <a:gd name="connsiteX4" fmla="*/ 0 w 2377347"/>
              <a:gd name="connsiteY4" fmla="*/ 0 h 1188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47" h="1188673">
                <a:moveTo>
                  <a:pt x="0" y="0"/>
                </a:moveTo>
                <a:lnTo>
                  <a:pt x="2377347" y="0"/>
                </a:lnTo>
                <a:lnTo>
                  <a:pt x="2377347" y="1188673"/>
                </a:lnTo>
                <a:lnTo>
                  <a:pt x="0" y="1188673"/>
                </a:lnTo>
                <a:lnTo>
                  <a:pt x="0" y="0"/>
                </a:lnTo>
                <a:close/>
              </a:path>
            </a:pathLst>
          </a:cu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t" anchorCtr="0">
            <a:noAutofit/>
          </a:bodyPr>
          <a:lstStyle/>
          <a:p>
            <a:pPr>
              <a:spcBef>
                <a:spcPts val="1176"/>
              </a:spcBef>
            </a:pPr>
            <a:r>
              <a:rPr lang="en-US" sz="2157">
                <a:solidFill>
                  <a:schemeClr val="tx1"/>
                </a:solidFill>
              </a:rPr>
              <a:t>Can troubleshoot multiple gateways or connections simultaneously</a:t>
            </a:r>
          </a:p>
        </p:txBody>
      </p:sp>
    </p:spTree>
    <p:extLst>
      <p:ext uri="{BB962C8B-B14F-4D97-AF65-F5344CB8AC3E}">
        <p14:creationId xmlns:p14="http://schemas.microsoft.com/office/powerpoint/2010/main" val="18774838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a:cs typeface="Segoe UI"/>
              </a:rPr>
              <a:t>Packet Capture</a:t>
            </a:r>
            <a:endParaRPr lang="en-US"/>
          </a:p>
        </p:txBody>
      </p:sp>
      <p:sp>
        <p:nvSpPr>
          <p:cNvPr id="5" name="Rectangle 4">
            <a:extLst>
              <a:ext uri="{FF2B5EF4-FFF2-40B4-BE49-F238E27FC236}">
                <a16:creationId xmlns:a16="http://schemas.microsoft.com/office/drawing/2014/main" id="{02F35EF4-0049-4E30-BDF7-E762D1E09A5B}"/>
              </a:ext>
              <a:ext uri="{C183D7F6-B498-43B3-948B-1728B52AA6E4}">
                <adec:decorative xmlns:adec="http://schemas.microsoft.com/office/drawing/2017/decorative" val="0"/>
              </a:ext>
            </a:extLst>
          </p:cNvPr>
          <p:cNvSpPr/>
          <p:nvPr/>
        </p:nvSpPr>
        <p:spPr bwMode="auto">
          <a:xfrm>
            <a:off x="418644" y="1165338"/>
            <a:ext cx="3152827" cy="2470344"/>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64" tIns="89642" rIns="134464" bIns="89642" numCol="1" spcCol="0" rtlCol="0" fromWordArt="0" anchor="ctr" anchorCtr="0" forceAA="0" compatLnSpc="1">
            <a:prstTxWarp prst="textNoShape">
              <a:avLst/>
            </a:prstTxWarp>
            <a:noAutofit/>
          </a:bodyPr>
          <a:lstStyle/>
          <a:p>
            <a:pPr>
              <a:spcBef>
                <a:spcPts val="1176"/>
              </a:spcBef>
            </a:pPr>
            <a:r>
              <a:rPr lang="en-US" sz="2157">
                <a:solidFill>
                  <a:schemeClr val="tx1"/>
                </a:solidFill>
              </a:rPr>
              <a:t>Captures inbound and outbound traffic from a Virtual Machine</a:t>
            </a:r>
          </a:p>
        </p:txBody>
      </p:sp>
      <p:sp>
        <p:nvSpPr>
          <p:cNvPr id="7" name="Rectangle 6">
            <a:extLst>
              <a:ext uri="{FF2B5EF4-FFF2-40B4-BE49-F238E27FC236}">
                <a16:creationId xmlns:a16="http://schemas.microsoft.com/office/drawing/2014/main" id="{99A4F910-9F0C-4911-A952-44EAD4944180}"/>
              </a:ext>
              <a:ext uri="{C183D7F6-B498-43B3-948B-1728B52AA6E4}">
                <adec:decorative xmlns:adec="http://schemas.microsoft.com/office/drawing/2017/decorative" val="0"/>
              </a:ext>
            </a:extLst>
          </p:cNvPr>
          <p:cNvSpPr/>
          <p:nvPr/>
        </p:nvSpPr>
        <p:spPr bwMode="auto">
          <a:xfrm>
            <a:off x="418644" y="3752294"/>
            <a:ext cx="3152827" cy="2470344"/>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64" tIns="89642" rIns="134464" bIns="89642" numCol="1" spcCol="0" rtlCol="0" fromWordArt="0" anchor="ctr" anchorCtr="0" forceAA="0" compatLnSpc="1">
            <a:prstTxWarp prst="textNoShape">
              <a:avLst/>
            </a:prstTxWarp>
            <a:noAutofit/>
          </a:bodyPr>
          <a:lstStyle/>
          <a:p>
            <a:pPr>
              <a:spcBef>
                <a:spcPts val="1176"/>
              </a:spcBef>
            </a:pPr>
            <a:r>
              <a:rPr lang="en-US" sz="2157">
                <a:solidFill>
                  <a:schemeClr val="tx1"/>
                </a:solidFill>
              </a:rPr>
              <a:t>Saves data to a storage account, a local file,</a:t>
            </a:r>
            <a:br>
              <a:rPr lang="en-US" sz="2157">
                <a:solidFill>
                  <a:schemeClr val="tx1"/>
                </a:solidFill>
              </a:rPr>
            </a:br>
            <a:r>
              <a:rPr lang="en-US" sz="2157">
                <a:solidFill>
                  <a:schemeClr val="tx1"/>
                </a:solidFill>
              </a:rPr>
              <a:t>or both</a:t>
            </a:r>
          </a:p>
        </p:txBody>
      </p:sp>
      <p:sp>
        <p:nvSpPr>
          <p:cNvPr id="8" name="Rectangle 7">
            <a:extLst>
              <a:ext uri="{FF2B5EF4-FFF2-40B4-BE49-F238E27FC236}">
                <a16:creationId xmlns:a16="http://schemas.microsoft.com/office/drawing/2014/main" id="{8D02F76F-FE53-4350-BFB3-D30A863BFC13}"/>
              </a:ext>
              <a:ext uri="{C183D7F6-B498-43B3-948B-1728B52AA6E4}">
                <adec:decorative xmlns:adec="http://schemas.microsoft.com/office/drawing/2017/decorative" val="1"/>
              </a:ext>
            </a:extLst>
          </p:cNvPr>
          <p:cNvSpPr/>
          <p:nvPr/>
        </p:nvSpPr>
        <p:spPr bwMode="auto">
          <a:xfrm>
            <a:off x="3727990" y="1169264"/>
            <a:ext cx="8045369" cy="5067911"/>
          </a:xfrm>
          <a:prstGeom prst="rect">
            <a:avLst/>
          </a:prstGeom>
          <a:no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spcBef>
                <a:spcPct val="0"/>
              </a:spcBef>
              <a:spcAft>
                <a:spcPct val="0"/>
              </a:spcAft>
            </a:pPr>
            <a:endParaRPr lang="en-IN" sz="2353">
              <a:gradFill>
                <a:gsLst>
                  <a:gs pos="0">
                    <a:srgbClr val="FFFFFF"/>
                  </a:gs>
                  <a:gs pos="100000">
                    <a:srgbClr val="FFFFFF"/>
                  </a:gs>
                </a:gsLst>
                <a:lin ang="5400000" scaled="0"/>
              </a:gradFill>
              <a:cs typeface="Segoe UI" pitchFamily="34" charset="0"/>
            </a:endParaRPr>
          </a:p>
        </p:txBody>
      </p:sp>
      <p:pic>
        <p:nvPicPr>
          <p:cNvPr id="3" name="Picture 3" descr="A screenshot of adding a packet capture. The target virtual machine is vm01. The packet capture name is capture01. Storage account is selected for capture configuration">
            <a:extLst>
              <a:ext uri="{FF2B5EF4-FFF2-40B4-BE49-F238E27FC236}">
                <a16:creationId xmlns:a16="http://schemas.microsoft.com/office/drawing/2014/main" id="{3F0F5372-46CF-4FA5-BD7C-F1B4DE6B078B}"/>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281982" y="1214730"/>
            <a:ext cx="4937382" cy="5007909"/>
          </a:xfrm>
          <a:prstGeom prst="rect">
            <a:avLst/>
          </a:prstGeom>
          <a:ln>
            <a:noFill/>
          </a:ln>
        </p:spPr>
      </p:pic>
    </p:spTree>
    <p:extLst>
      <p:ext uri="{BB962C8B-B14F-4D97-AF65-F5344CB8AC3E}">
        <p14:creationId xmlns:p14="http://schemas.microsoft.com/office/powerpoint/2010/main" val="7314651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a:cs typeface="Segoe UI"/>
              </a:rPr>
              <a:t>Connection Troubleshoot</a:t>
            </a:r>
          </a:p>
        </p:txBody>
      </p:sp>
      <p:sp>
        <p:nvSpPr>
          <p:cNvPr id="5" name="Rectangle 4">
            <a:extLst>
              <a:ext uri="{FF2B5EF4-FFF2-40B4-BE49-F238E27FC236}">
                <a16:creationId xmlns:a16="http://schemas.microsoft.com/office/drawing/2014/main" id="{65112921-8AAF-4F42-AC53-DCAD3063E6B9}"/>
              </a:ext>
              <a:ext uri="{C183D7F6-B498-43B3-948B-1728B52AA6E4}">
                <adec:decorative xmlns:adec="http://schemas.microsoft.com/office/drawing/2017/decorative" val="0"/>
              </a:ext>
            </a:extLst>
          </p:cNvPr>
          <p:cNvSpPr/>
          <p:nvPr/>
        </p:nvSpPr>
        <p:spPr bwMode="auto">
          <a:xfrm>
            <a:off x="418644" y="1169264"/>
            <a:ext cx="5742499" cy="875537"/>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64" tIns="134464" rIns="134464" bIns="89642" numCol="1" spcCol="0" rtlCol="0" fromWordArt="0" anchor="ctr" anchorCtr="0" forceAA="0" compatLnSpc="1">
            <a:prstTxWarp prst="textNoShape">
              <a:avLst/>
            </a:prstTxWarp>
            <a:noAutofit/>
          </a:bodyPr>
          <a:lstStyle/>
          <a:p>
            <a:pPr>
              <a:spcBef>
                <a:spcPts val="1176"/>
              </a:spcBef>
            </a:pPr>
            <a:r>
              <a:rPr lang="en-US" sz="1961">
                <a:solidFill>
                  <a:schemeClr val="tx1"/>
                </a:solidFill>
              </a:rPr>
              <a:t>Check connectivity between source VM and destination</a:t>
            </a:r>
          </a:p>
        </p:txBody>
      </p:sp>
      <p:sp>
        <p:nvSpPr>
          <p:cNvPr id="7" name="Rectangle 6">
            <a:extLst>
              <a:ext uri="{FF2B5EF4-FFF2-40B4-BE49-F238E27FC236}">
                <a16:creationId xmlns:a16="http://schemas.microsoft.com/office/drawing/2014/main" id="{9D2A85B5-F050-4C3C-A535-3C39DE1E5AA5}"/>
              </a:ext>
              <a:ext uri="{C183D7F6-B498-43B3-948B-1728B52AA6E4}">
                <adec:decorative xmlns:adec="http://schemas.microsoft.com/office/drawing/2017/decorative" val="0"/>
              </a:ext>
            </a:extLst>
          </p:cNvPr>
          <p:cNvSpPr/>
          <p:nvPr/>
        </p:nvSpPr>
        <p:spPr bwMode="auto">
          <a:xfrm>
            <a:off x="418644" y="2217357"/>
            <a:ext cx="5742499" cy="875537"/>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64" tIns="134464" rIns="134464" bIns="89642" numCol="1" spcCol="0" rtlCol="0" fromWordArt="0" anchor="ctr" anchorCtr="0" forceAA="0" compatLnSpc="1">
            <a:prstTxWarp prst="textNoShape">
              <a:avLst/>
            </a:prstTxWarp>
            <a:noAutofit/>
          </a:bodyPr>
          <a:lstStyle/>
          <a:p>
            <a:pPr>
              <a:spcBef>
                <a:spcPts val="1176"/>
              </a:spcBef>
            </a:pPr>
            <a:r>
              <a:rPr lang="en-US" sz="1961">
                <a:solidFill>
                  <a:schemeClr val="tx1"/>
                </a:solidFill>
              </a:rPr>
              <a:t>Identify configuration issues that are impacting reachability</a:t>
            </a:r>
          </a:p>
        </p:txBody>
      </p:sp>
      <p:sp>
        <p:nvSpPr>
          <p:cNvPr id="8" name="Rectangle 7">
            <a:extLst>
              <a:ext uri="{FF2B5EF4-FFF2-40B4-BE49-F238E27FC236}">
                <a16:creationId xmlns:a16="http://schemas.microsoft.com/office/drawing/2014/main" id="{1AB1D196-042F-40DD-8D83-C26DB1BCA415}"/>
              </a:ext>
              <a:ext uri="{C183D7F6-B498-43B3-948B-1728B52AA6E4}">
                <adec:decorative xmlns:adec="http://schemas.microsoft.com/office/drawing/2017/decorative" val="0"/>
              </a:ext>
            </a:extLst>
          </p:cNvPr>
          <p:cNvSpPr/>
          <p:nvPr/>
        </p:nvSpPr>
        <p:spPr bwMode="auto">
          <a:xfrm>
            <a:off x="418644" y="3265451"/>
            <a:ext cx="5742499" cy="875537"/>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64" tIns="134464" rIns="134464" bIns="89642" numCol="1" spcCol="0" rtlCol="0" fromWordArt="0" anchor="ctr" anchorCtr="0" forceAA="0" compatLnSpc="1">
            <a:prstTxWarp prst="textNoShape">
              <a:avLst/>
            </a:prstTxWarp>
            <a:noAutofit/>
          </a:bodyPr>
          <a:lstStyle/>
          <a:p>
            <a:pPr>
              <a:spcBef>
                <a:spcPts val="1176"/>
              </a:spcBef>
            </a:pPr>
            <a:r>
              <a:rPr lang="en-US" sz="1961">
                <a:solidFill>
                  <a:schemeClr val="tx1"/>
                </a:solidFill>
              </a:rPr>
              <a:t>Provide all possible hop by hop paths from the source to destination</a:t>
            </a:r>
          </a:p>
        </p:txBody>
      </p:sp>
      <p:sp>
        <p:nvSpPr>
          <p:cNvPr id="9" name="Rectangle 8">
            <a:extLst>
              <a:ext uri="{FF2B5EF4-FFF2-40B4-BE49-F238E27FC236}">
                <a16:creationId xmlns:a16="http://schemas.microsoft.com/office/drawing/2014/main" id="{4904C083-959D-4535-B489-B064A2FEC60C}"/>
              </a:ext>
              <a:ext uri="{C183D7F6-B498-43B3-948B-1728B52AA6E4}">
                <adec:decorative xmlns:adec="http://schemas.microsoft.com/office/drawing/2017/decorative" val="0"/>
              </a:ext>
            </a:extLst>
          </p:cNvPr>
          <p:cNvSpPr/>
          <p:nvPr/>
        </p:nvSpPr>
        <p:spPr bwMode="auto">
          <a:xfrm>
            <a:off x="418644" y="4313544"/>
            <a:ext cx="5742499" cy="875537"/>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64" tIns="134464" rIns="134464" bIns="89642" numCol="1" spcCol="0" rtlCol="0" fromWordArt="0" anchor="ctr" anchorCtr="0" forceAA="0" compatLnSpc="1">
            <a:prstTxWarp prst="textNoShape">
              <a:avLst/>
            </a:prstTxWarp>
            <a:noAutofit/>
          </a:bodyPr>
          <a:lstStyle/>
          <a:p>
            <a:pPr>
              <a:spcBef>
                <a:spcPts val="1176"/>
              </a:spcBef>
            </a:pPr>
            <a:r>
              <a:rPr lang="en-US" sz="1961">
                <a:solidFill>
                  <a:schemeClr val="tx1"/>
                </a:solidFill>
              </a:rPr>
              <a:t>Review hop by hop latency – min, max, and average between source and destination</a:t>
            </a:r>
          </a:p>
        </p:txBody>
      </p:sp>
      <p:sp>
        <p:nvSpPr>
          <p:cNvPr id="10" name="Rectangle 9">
            <a:extLst>
              <a:ext uri="{FF2B5EF4-FFF2-40B4-BE49-F238E27FC236}">
                <a16:creationId xmlns:a16="http://schemas.microsoft.com/office/drawing/2014/main" id="{AD7CCC68-F2AC-443F-AA18-411B56DF4927}"/>
              </a:ext>
              <a:ext uri="{C183D7F6-B498-43B3-948B-1728B52AA6E4}">
                <adec:decorative xmlns:adec="http://schemas.microsoft.com/office/drawing/2017/decorative" val="0"/>
              </a:ext>
            </a:extLst>
          </p:cNvPr>
          <p:cNvSpPr/>
          <p:nvPr/>
        </p:nvSpPr>
        <p:spPr bwMode="auto">
          <a:xfrm>
            <a:off x="418644" y="5361638"/>
            <a:ext cx="5742499" cy="875537"/>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64" tIns="134464" rIns="134464" bIns="89642" numCol="1" spcCol="0" rtlCol="0" fromWordArt="0" anchor="ctr" anchorCtr="0" forceAA="0" compatLnSpc="1">
            <a:prstTxWarp prst="textNoShape">
              <a:avLst/>
            </a:prstTxWarp>
            <a:noAutofit/>
          </a:bodyPr>
          <a:lstStyle/>
          <a:p>
            <a:pPr>
              <a:spcBef>
                <a:spcPts val="1176"/>
              </a:spcBef>
            </a:pPr>
            <a:r>
              <a:rPr lang="en-US" sz="1961">
                <a:solidFill>
                  <a:schemeClr val="tx1"/>
                </a:solidFill>
              </a:rPr>
              <a:t>View a graphical topology from your source to destination</a:t>
            </a:r>
          </a:p>
        </p:txBody>
      </p:sp>
      <p:sp>
        <p:nvSpPr>
          <p:cNvPr id="11" name="Rectangle 10">
            <a:extLst>
              <a:ext uri="{FF2B5EF4-FFF2-40B4-BE49-F238E27FC236}">
                <a16:creationId xmlns:a16="http://schemas.microsoft.com/office/drawing/2014/main" id="{93AD8586-BF73-4962-8FA2-2525929AEF8C}"/>
              </a:ext>
              <a:ext uri="{C183D7F6-B498-43B3-948B-1728B52AA6E4}">
                <adec:decorative xmlns:adec="http://schemas.microsoft.com/office/drawing/2017/decorative" val="1"/>
              </a:ext>
            </a:extLst>
          </p:cNvPr>
          <p:cNvSpPr/>
          <p:nvPr/>
        </p:nvSpPr>
        <p:spPr bwMode="auto">
          <a:xfrm>
            <a:off x="6292538" y="989354"/>
            <a:ext cx="5469926" cy="5247820"/>
          </a:xfrm>
          <a:prstGeom prst="rect">
            <a:avLst/>
          </a:prstGeom>
          <a:no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spcBef>
                <a:spcPct val="0"/>
              </a:spcBef>
              <a:spcAft>
                <a:spcPct val="0"/>
              </a:spcAft>
            </a:pPr>
            <a:endParaRPr lang="en-IN" sz="2353">
              <a:gradFill>
                <a:gsLst>
                  <a:gs pos="0">
                    <a:srgbClr val="FFFFFF"/>
                  </a:gs>
                  <a:gs pos="100000">
                    <a:srgbClr val="FFFFFF"/>
                  </a:gs>
                </a:gsLst>
                <a:lin ang="5400000" scaled="0"/>
              </a:gradFill>
              <a:cs typeface="Segoe UI" pitchFamily="34" charset="0"/>
            </a:endParaRPr>
          </a:p>
        </p:txBody>
      </p:sp>
      <p:pic>
        <p:nvPicPr>
          <p:cNvPr id="2" name="Picture 2" descr="A screenshot of the Connection Troubleshoot configuration. Virtual machine is vm01. Destination is specified manually of 13.24.35.46. Protocol is TCP. Destination port is 3389. Source port is 3389">
            <a:extLst>
              <a:ext uri="{FF2B5EF4-FFF2-40B4-BE49-F238E27FC236}">
                <a16:creationId xmlns:a16="http://schemas.microsoft.com/office/drawing/2014/main" id="{E6288604-B5FC-4521-8679-03421DBD5941}"/>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6836222" y="1169264"/>
            <a:ext cx="4382557" cy="4961619"/>
          </a:xfrm>
          <a:prstGeom prst="rect">
            <a:avLst/>
          </a:prstGeom>
          <a:ln>
            <a:noFill/>
          </a:ln>
        </p:spPr>
      </p:pic>
    </p:spTree>
    <p:extLst>
      <p:ext uri="{BB962C8B-B14F-4D97-AF65-F5344CB8AC3E}">
        <p14:creationId xmlns:p14="http://schemas.microsoft.com/office/powerpoint/2010/main" val="3154651468"/>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6A3CF-F9F3-497D-8EAB-4EC017C36814}"/>
              </a:ext>
            </a:extLst>
          </p:cNvPr>
          <p:cNvSpPr>
            <a:spLocks noGrp="1"/>
          </p:cNvSpPr>
          <p:nvPr>
            <p:ph type="title"/>
          </p:nvPr>
        </p:nvSpPr>
        <p:spPr/>
        <p:txBody>
          <a:bodyPr/>
          <a:lstStyle/>
          <a:p>
            <a:r>
              <a:rPr lang="en-US">
                <a:cs typeface="Segoe UI"/>
              </a:rPr>
              <a:t>NSG Flow Logs</a:t>
            </a:r>
          </a:p>
        </p:txBody>
      </p:sp>
      <p:sp>
        <p:nvSpPr>
          <p:cNvPr id="10" name="Rectangle 9">
            <a:extLst>
              <a:ext uri="{FF2B5EF4-FFF2-40B4-BE49-F238E27FC236}">
                <a16:creationId xmlns:a16="http://schemas.microsoft.com/office/drawing/2014/main" id="{54E9D76C-5CAD-4EFA-9AFF-90081874E27A}"/>
              </a:ext>
              <a:ext uri="{C183D7F6-B498-43B3-948B-1728B52AA6E4}">
                <adec:decorative xmlns:adec="http://schemas.microsoft.com/office/drawing/2017/decorative" val="1"/>
              </a:ext>
            </a:extLst>
          </p:cNvPr>
          <p:cNvSpPr/>
          <p:nvPr/>
        </p:nvSpPr>
        <p:spPr bwMode="auto">
          <a:xfrm>
            <a:off x="418644" y="1169263"/>
            <a:ext cx="11354714" cy="3562355"/>
          </a:xfrm>
          <a:prstGeom prst="rect">
            <a:avLst/>
          </a:prstGeom>
          <a:no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spcBef>
                <a:spcPct val="0"/>
              </a:spcBef>
              <a:spcAft>
                <a:spcPct val="0"/>
              </a:spcAft>
            </a:pPr>
            <a:endParaRPr lang="en-IN" sz="2353">
              <a:gradFill>
                <a:gsLst>
                  <a:gs pos="0">
                    <a:srgbClr val="FFFFFF"/>
                  </a:gs>
                  <a:gs pos="100000">
                    <a:srgbClr val="FFFFFF"/>
                  </a:gs>
                </a:gsLst>
                <a:lin ang="5400000" scaled="0"/>
              </a:gradFill>
              <a:cs typeface="Segoe UI" pitchFamily="34" charset="0"/>
            </a:endParaRPr>
          </a:p>
        </p:txBody>
      </p:sp>
      <p:pic>
        <p:nvPicPr>
          <p:cNvPr id="5" name="Picture 5" descr="Screenshot of the NSG flow logs page. Several NSGs are shown including Name, Resource Group, Status, and Location">
            <a:extLst>
              <a:ext uri="{FF2B5EF4-FFF2-40B4-BE49-F238E27FC236}">
                <a16:creationId xmlns:a16="http://schemas.microsoft.com/office/drawing/2014/main" id="{827C3DC1-7904-4FA0-9F97-FEB6474D7BBF}"/>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613181" y="1925044"/>
            <a:ext cx="10965640" cy="2063242"/>
          </a:xfrm>
          <a:prstGeom prst="rect">
            <a:avLst/>
          </a:prstGeom>
          <a:ln>
            <a:noFill/>
          </a:ln>
        </p:spPr>
      </p:pic>
      <p:sp>
        <p:nvSpPr>
          <p:cNvPr id="11" name="Freeform: Shape 10">
            <a:extLst>
              <a:ext uri="{FF2B5EF4-FFF2-40B4-BE49-F238E27FC236}">
                <a16:creationId xmlns:a16="http://schemas.microsoft.com/office/drawing/2014/main" id="{7E44C95F-3A0B-4227-A30D-CCE1CD991E1E}"/>
              </a:ext>
            </a:extLst>
          </p:cNvPr>
          <p:cNvSpPr/>
          <p:nvPr/>
        </p:nvSpPr>
        <p:spPr>
          <a:xfrm>
            <a:off x="431910" y="4881022"/>
            <a:ext cx="3406414" cy="1356152"/>
          </a:xfrm>
          <a:custGeom>
            <a:avLst/>
            <a:gdLst>
              <a:gd name="connsiteX0" fmla="*/ 0 w 2377347"/>
              <a:gd name="connsiteY0" fmla="*/ 0 h 1188673"/>
              <a:gd name="connsiteX1" fmla="*/ 2377347 w 2377347"/>
              <a:gd name="connsiteY1" fmla="*/ 0 h 1188673"/>
              <a:gd name="connsiteX2" fmla="*/ 2377347 w 2377347"/>
              <a:gd name="connsiteY2" fmla="*/ 1188673 h 1188673"/>
              <a:gd name="connsiteX3" fmla="*/ 0 w 2377347"/>
              <a:gd name="connsiteY3" fmla="*/ 1188673 h 1188673"/>
              <a:gd name="connsiteX4" fmla="*/ 0 w 2377347"/>
              <a:gd name="connsiteY4" fmla="*/ 0 h 1188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47" h="1188673">
                <a:moveTo>
                  <a:pt x="0" y="0"/>
                </a:moveTo>
                <a:lnTo>
                  <a:pt x="2377347" y="0"/>
                </a:lnTo>
                <a:lnTo>
                  <a:pt x="2377347" y="1188673"/>
                </a:lnTo>
                <a:lnTo>
                  <a:pt x="0" y="1188673"/>
                </a:lnTo>
                <a:lnTo>
                  <a:pt x="0" y="0"/>
                </a:lnTo>
                <a:close/>
              </a:path>
            </a:pathLst>
          </a:cu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t" anchorCtr="0">
            <a:noAutofit/>
          </a:bodyPr>
          <a:lstStyle/>
          <a:p>
            <a:pPr>
              <a:spcBef>
                <a:spcPts val="1176"/>
              </a:spcBef>
            </a:pPr>
            <a:r>
              <a:rPr lang="en-US" sz="1961">
                <a:solidFill>
                  <a:schemeClr val="tx1"/>
                </a:solidFill>
              </a:rPr>
              <a:t>View information about ingress and egress IP traffic through an NSG</a:t>
            </a:r>
          </a:p>
        </p:txBody>
      </p:sp>
      <p:sp>
        <p:nvSpPr>
          <p:cNvPr id="12" name="Freeform: Shape 11">
            <a:extLst>
              <a:ext uri="{FF2B5EF4-FFF2-40B4-BE49-F238E27FC236}">
                <a16:creationId xmlns:a16="http://schemas.microsoft.com/office/drawing/2014/main" id="{45F57AB5-9645-490E-8A9C-652D8D39E8B9}"/>
              </a:ext>
            </a:extLst>
          </p:cNvPr>
          <p:cNvSpPr/>
          <p:nvPr/>
        </p:nvSpPr>
        <p:spPr>
          <a:xfrm>
            <a:off x="3973286" y="4881022"/>
            <a:ext cx="3961578" cy="1356152"/>
          </a:xfrm>
          <a:custGeom>
            <a:avLst/>
            <a:gdLst>
              <a:gd name="connsiteX0" fmla="*/ 0 w 2377347"/>
              <a:gd name="connsiteY0" fmla="*/ 0 h 1188673"/>
              <a:gd name="connsiteX1" fmla="*/ 2377347 w 2377347"/>
              <a:gd name="connsiteY1" fmla="*/ 0 h 1188673"/>
              <a:gd name="connsiteX2" fmla="*/ 2377347 w 2377347"/>
              <a:gd name="connsiteY2" fmla="*/ 1188673 h 1188673"/>
              <a:gd name="connsiteX3" fmla="*/ 0 w 2377347"/>
              <a:gd name="connsiteY3" fmla="*/ 1188673 h 1188673"/>
              <a:gd name="connsiteX4" fmla="*/ 0 w 2377347"/>
              <a:gd name="connsiteY4" fmla="*/ 0 h 1188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47" h="1188673">
                <a:moveTo>
                  <a:pt x="0" y="0"/>
                </a:moveTo>
                <a:lnTo>
                  <a:pt x="2377347" y="0"/>
                </a:lnTo>
                <a:lnTo>
                  <a:pt x="2377347" y="1188673"/>
                </a:lnTo>
                <a:lnTo>
                  <a:pt x="0" y="1188673"/>
                </a:lnTo>
                <a:lnTo>
                  <a:pt x="0" y="0"/>
                </a:lnTo>
                <a:close/>
              </a:path>
            </a:pathLst>
          </a:cu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t" anchorCtr="0">
            <a:noAutofit/>
          </a:bodyPr>
          <a:lstStyle/>
          <a:p>
            <a:pPr>
              <a:spcBef>
                <a:spcPts val="1176"/>
              </a:spcBef>
            </a:pPr>
            <a:r>
              <a:rPr lang="en-US" sz="1961">
                <a:solidFill>
                  <a:schemeClr val="tx1"/>
                </a:solidFill>
              </a:rPr>
              <a:t>Flow logs are written in JSON format and show outbound and inbound flows on a per rule basis</a:t>
            </a:r>
          </a:p>
        </p:txBody>
      </p:sp>
      <p:sp>
        <p:nvSpPr>
          <p:cNvPr id="13" name="Freeform: Shape 12">
            <a:extLst>
              <a:ext uri="{FF2B5EF4-FFF2-40B4-BE49-F238E27FC236}">
                <a16:creationId xmlns:a16="http://schemas.microsoft.com/office/drawing/2014/main" id="{2111DE25-605D-4B3D-84B5-182ACA1CC368}"/>
              </a:ext>
            </a:extLst>
          </p:cNvPr>
          <p:cNvSpPr/>
          <p:nvPr/>
        </p:nvSpPr>
        <p:spPr>
          <a:xfrm>
            <a:off x="8069827" y="4881022"/>
            <a:ext cx="3703532" cy="1356152"/>
          </a:xfrm>
          <a:custGeom>
            <a:avLst/>
            <a:gdLst>
              <a:gd name="connsiteX0" fmla="*/ 0 w 2377347"/>
              <a:gd name="connsiteY0" fmla="*/ 0 h 1188673"/>
              <a:gd name="connsiteX1" fmla="*/ 2377347 w 2377347"/>
              <a:gd name="connsiteY1" fmla="*/ 0 h 1188673"/>
              <a:gd name="connsiteX2" fmla="*/ 2377347 w 2377347"/>
              <a:gd name="connsiteY2" fmla="*/ 1188673 h 1188673"/>
              <a:gd name="connsiteX3" fmla="*/ 0 w 2377347"/>
              <a:gd name="connsiteY3" fmla="*/ 1188673 h 1188673"/>
              <a:gd name="connsiteX4" fmla="*/ 0 w 2377347"/>
              <a:gd name="connsiteY4" fmla="*/ 0 h 1188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47" h="1188673">
                <a:moveTo>
                  <a:pt x="0" y="0"/>
                </a:moveTo>
                <a:lnTo>
                  <a:pt x="2377347" y="0"/>
                </a:lnTo>
                <a:lnTo>
                  <a:pt x="2377347" y="1188673"/>
                </a:lnTo>
                <a:lnTo>
                  <a:pt x="0" y="1188673"/>
                </a:lnTo>
                <a:lnTo>
                  <a:pt x="0" y="0"/>
                </a:lnTo>
                <a:close/>
              </a:path>
            </a:pathLst>
          </a:cu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89642" tIns="89642" rIns="89642" bIns="89642" numCol="1" spcCol="1270" anchor="t" anchorCtr="0">
            <a:noAutofit/>
          </a:bodyPr>
          <a:lstStyle/>
          <a:p>
            <a:pPr>
              <a:spcBef>
                <a:spcPts val="1176"/>
              </a:spcBef>
            </a:pPr>
            <a:r>
              <a:rPr lang="en-US" sz="1961">
                <a:solidFill>
                  <a:schemeClr val="tx1"/>
                </a:solidFill>
              </a:rPr>
              <a:t>The JSON format can be visually displayed in </a:t>
            </a:r>
            <a:br>
              <a:rPr lang="en-US" sz="1961">
                <a:solidFill>
                  <a:schemeClr val="tx1"/>
                </a:solidFill>
              </a:rPr>
            </a:br>
            <a:r>
              <a:rPr lang="en-US" sz="1961">
                <a:solidFill>
                  <a:schemeClr val="tx1"/>
                </a:solidFill>
              </a:rPr>
              <a:t>Power BI or third-party tools like Kibana</a:t>
            </a:r>
          </a:p>
        </p:txBody>
      </p:sp>
    </p:spTree>
    <p:extLst>
      <p:ext uri="{BB962C8B-B14F-4D97-AF65-F5344CB8AC3E}">
        <p14:creationId xmlns:p14="http://schemas.microsoft.com/office/powerpoint/2010/main" val="2872138543"/>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88EE27-4803-4640-937E-3F0AF09DFD60}"/>
              </a:ext>
            </a:extLst>
          </p:cNvPr>
          <p:cNvSpPr>
            <a:spLocks noGrp="1"/>
          </p:cNvSpPr>
          <p:nvPr>
            <p:ph type="title"/>
          </p:nvPr>
        </p:nvSpPr>
        <p:spPr/>
        <p:txBody>
          <a:bodyPr/>
          <a:lstStyle/>
          <a:p>
            <a:r>
              <a:rPr lang="en-US"/>
              <a:t>Traffic Analytics </a:t>
            </a:r>
          </a:p>
        </p:txBody>
      </p:sp>
      <p:sp>
        <p:nvSpPr>
          <p:cNvPr id="5" name="Rectangle 4">
            <a:extLst>
              <a:ext uri="{FF2B5EF4-FFF2-40B4-BE49-F238E27FC236}">
                <a16:creationId xmlns:a16="http://schemas.microsoft.com/office/drawing/2014/main" id="{43317F6D-9CF2-41C7-A7A5-8EA87E201A88}"/>
              </a:ext>
              <a:ext uri="{C183D7F6-B498-43B3-948B-1728B52AA6E4}">
                <adec:decorative xmlns:adec="http://schemas.microsoft.com/office/drawing/2017/decorative" val="0"/>
              </a:ext>
            </a:extLst>
          </p:cNvPr>
          <p:cNvSpPr/>
          <p:nvPr/>
        </p:nvSpPr>
        <p:spPr bwMode="auto">
          <a:xfrm>
            <a:off x="427038" y="1192213"/>
            <a:ext cx="2926080" cy="893093"/>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37160" rIns="137160" bIns="91440" numCol="1" spcCol="0" rtlCol="0" fromWordArt="0" anchor="ctr" anchorCtr="0" forceAA="0" compatLnSpc="1">
            <a:prstTxWarp prst="textNoShape">
              <a:avLst/>
            </a:prstTxWarp>
            <a:noAutofit/>
          </a:bodyPr>
          <a:lstStyle/>
          <a:p>
            <a:pPr>
              <a:spcBef>
                <a:spcPts val="1200"/>
              </a:spcBef>
            </a:pPr>
            <a:r>
              <a:rPr lang="en-US" sz="2000">
                <a:solidFill>
                  <a:schemeClr val="tx1"/>
                </a:solidFill>
              </a:rPr>
              <a:t>Network security group (NSG) </a:t>
            </a:r>
          </a:p>
        </p:txBody>
      </p:sp>
      <p:sp>
        <p:nvSpPr>
          <p:cNvPr id="7" name="Rectangle 6">
            <a:extLst>
              <a:ext uri="{FF2B5EF4-FFF2-40B4-BE49-F238E27FC236}">
                <a16:creationId xmlns:a16="http://schemas.microsoft.com/office/drawing/2014/main" id="{59D1FDDD-39EA-4E00-B36A-B73E5747A918}"/>
              </a:ext>
              <a:ext uri="{C183D7F6-B498-43B3-948B-1728B52AA6E4}">
                <adec:decorative xmlns:adec="http://schemas.microsoft.com/office/drawing/2017/decorative" val="0"/>
              </a:ext>
            </a:extLst>
          </p:cNvPr>
          <p:cNvSpPr/>
          <p:nvPr/>
        </p:nvSpPr>
        <p:spPr bwMode="auto">
          <a:xfrm>
            <a:off x="427038" y="2261323"/>
            <a:ext cx="2926080" cy="893093"/>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37160" rIns="137160" bIns="91440" numCol="1" spcCol="0" rtlCol="0" fromWordArt="0" anchor="ctr" anchorCtr="0" forceAA="0" compatLnSpc="1">
            <a:prstTxWarp prst="textNoShape">
              <a:avLst/>
            </a:prstTxWarp>
            <a:noAutofit/>
          </a:bodyPr>
          <a:lstStyle/>
          <a:p>
            <a:pPr>
              <a:spcBef>
                <a:spcPts val="1200"/>
              </a:spcBef>
            </a:pPr>
            <a:r>
              <a:rPr lang="en-US" sz="2000">
                <a:solidFill>
                  <a:schemeClr val="tx1"/>
                </a:solidFill>
              </a:rPr>
              <a:t>Network security group (NSG) flow logs </a:t>
            </a:r>
          </a:p>
        </p:txBody>
      </p:sp>
      <p:sp>
        <p:nvSpPr>
          <p:cNvPr id="9" name="Rectangle 8">
            <a:extLst>
              <a:ext uri="{FF2B5EF4-FFF2-40B4-BE49-F238E27FC236}">
                <a16:creationId xmlns:a16="http://schemas.microsoft.com/office/drawing/2014/main" id="{70CAAFFA-E955-4186-8B76-28E02C7112CD}"/>
              </a:ext>
              <a:ext uri="{C183D7F6-B498-43B3-948B-1728B52AA6E4}">
                <adec:decorative xmlns:adec="http://schemas.microsoft.com/office/drawing/2017/decorative" val="0"/>
              </a:ext>
            </a:extLst>
          </p:cNvPr>
          <p:cNvSpPr/>
          <p:nvPr/>
        </p:nvSpPr>
        <p:spPr bwMode="auto">
          <a:xfrm>
            <a:off x="427038" y="3330433"/>
            <a:ext cx="2926080" cy="893093"/>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37160" rIns="137160" bIns="91440" numCol="1" spcCol="0" rtlCol="0" fromWordArt="0" anchor="ctr" anchorCtr="0" forceAA="0" compatLnSpc="1">
            <a:prstTxWarp prst="textNoShape">
              <a:avLst/>
            </a:prstTxWarp>
            <a:noAutofit/>
          </a:bodyPr>
          <a:lstStyle/>
          <a:p>
            <a:pPr>
              <a:spcBef>
                <a:spcPts val="1200"/>
              </a:spcBef>
            </a:pPr>
            <a:r>
              <a:rPr lang="en-US" sz="2000">
                <a:solidFill>
                  <a:schemeClr val="tx1"/>
                </a:solidFill>
              </a:rPr>
              <a:t>Log Analytics </a:t>
            </a:r>
          </a:p>
        </p:txBody>
      </p:sp>
      <p:sp>
        <p:nvSpPr>
          <p:cNvPr id="11" name="Rectangle 10">
            <a:extLst>
              <a:ext uri="{FF2B5EF4-FFF2-40B4-BE49-F238E27FC236}">
                <a16:creationId xmlns:a16="http://schemas.microsoft.com/office/drawing/2014/main" id="{4089C714-8506-4A9A-9DC2-55A7E3EF2AC6}"/>
              </a:ext>
              <a:ext uri="{C183D7F6-B498-43B3-948B-1728B52AA6E4}">
                <adec:decorative xmlns:adec="http://schemas.microsoft.com/office/drawing/2017/decorative" val="0"/>
              </a:ext>
            </a:extLst>
          </p:cNvPr>
          <p:cNvSpPr/>
          <p:nvPr/>
        </p:nvSpPr>
        <p:spPr bwMode="auto">
          <a:xfrm>
            <a:off x="427038" y="4399543"/>
            <a:ext cx="2926080" cy="893093"/>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37160" rIns="137160" bIns="91440" numCol="1" spcCol="0" rtlCol="0" fromWordArt="0" anchor="ctr" anchorCtr="0" forceAA="0" compatLnSpc="1">
            <a:prstTxWarp prst="textNoShape">
              <a:avLst/>
            </a:prstTxWarp>
            <a:noAutofit/>
          </a:bodyPr>
          <a:lstStyle/>
          <a:p>
            <a:pPr>
              <a:spcBef>
                <a:spcPts val="1200"/>
              </a:spcBef>
            </a:pPr>
            <a:r>
              <a:rPr lang="en-US" sz="2000">
                <a:solidFill>
                  <a:schemeClr val="tx1"/>
                </a:solidFill>
              </a:rPr>
              <a:t>Log Analytics workspace </a:t>
            </a:r>
          </a:p>
        </p:txBody>
      </p:sp>
      <p:sp>
        <p:nvSpPr>
          <p:cNvPr id="13" name="Rectangle 12">
            <a:extLst>
              <a:ext uri="{FF2B5EF4-FFF2-40B4-BE49-F238E27FC236}">
                <a16:creationId xmlns:a16="http://schemas.microsoft.com/office/drawing/2014/main" id="{BDF3C976-3C21-4405-B977-22D49299B26A}"/>
              </a:ext>
              <a:ext uri="{C183D7F6-B498-43B3-948B-1728B52AA6E4}">
                <adec:decorative xmlns:adec="http://schemas.microsoft.com/office/drawing/2017/decorative" val="0"/>
              </a:ext>
            </a:extLst>
          </p:cNvPr>
          <p:cNvSpPr/>
          <p:nvPr/>
        </p:nvSpPr>
        <p:spPr bwMode="auto">
          <a:xfrm>
            <a:off x="427038" y="5468653"/>
            <a:ext cx="2926080" cy="893093"/>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37160" rIns="137160" bIns="91440" numCol="1" spcCol="0" rtlCol="0" fromWordArt="0" anchor="ctr" anchorCtr="0" forceAA="0" compatLnSpc="1">
            <a:prstTxWarp prst="textNoShape">
              <a:avLst/>
            </a:prstTxWarp>
            <a:noAutofit/>
          </a:bodyPr>
          <a:lstStyle/>
          <a:p>
            <a:pPr>
              <a:spcBef>
                <a:spcPts val="1200"/>
              </a:spcBef>
            </a:pPr>
            <a:r>
              <a:rPr lang="en-US" sz="2000">
                <a:solidFill>
                  <a:schemeClr val="tx1"/>
                </a:solidFill>
              </a:rPr>
              <a:t>Network Watcher </a:t>
            </a:r>
          </a:p>
        </p:txBody>
      </p:sp>
      <p:pic>
        <p:nvPicPr>
          <p:cNvPr id="14" name="Picture 13" descr="Network Watcher - Traffic Analytics dashboard">
            <a:extLst>
              <a:ext uri="{FF2B5EF4-FFF2-40B4-BE49-F238E27FC236}">
                <a16:creationId xmlns:a16="http://schemas.microsoft.com/office/drawing/2014/main" id="{48331234-4CBC-48B1-BAAB-78F3B3C694F2}"/>
              </a:ext>
            </a:extLst>
          </p:cNvPr>
          <p:cNvPicPr/>
          <p:nvPr/>
        </p:nvPicPr>
        <p:blipFill>
          <a:blip r:embed="rId3"/>
          <a:stretch>
            <a:fillRect/>
          </a:stretch>
        </p:blipFill>
        <p:spPr bwMode="auto">
          <a:xfrm>
            <a:off x="3898899" y="1395413"/>
            <a:ext cx="7866063" cy="4750893"/>
          </a:xfrm>
          <a:prstGeom prst="rect">
            <a:avLst/>
          </a:prstGeom>
          <a:noFill/>
          <a:ln>
            <a:noFill/>
          </a:ln>
        </p:spPr>
      </p:pic>
      <p:sp>
        <p:nvSpPr>
          <p:cNvPr id="16" name="Rectangle 15">
            <a:extLst>
              <a:ext uri="{FF2B5EF4-FFF2-40B4-BE49-F238E27FC236}">
                <a16:creationId xmlns:a16="http://schemas.microsoft.com/office/drawing/2014/main" id="{F7C381E5-A30A-42B8-9DC5-6AB9BD5B474C}"/>
              </a:ext>
              <a:ext uri="{C183D7F6-B498-43B3-948B-1728B52AA6E4}">
                <adec:decorative xmlns:adec="http://schemas.microsoft.com/office/drawing/2017/decorative" val="1"/>
              </a:ext>
            </a:extLst>
          </p:cNvPr>
          <p:cNvSpPr/>
          <p:nvPr/>
        </p:nvSpPr>
        <p:spPr bwMode="auto">
          <a:xfrm>
            <a:off x="3556000" y="977900"/>
            <a:ext cx="8445500" cy="5383846"/>
          </a:xfrm>
          <a:prstGeom prst="rect">
            <a:avLst/>
          </a:prstGeom>
          <a:no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spcBef>
                <a:spcPct val="0"/>
              </a:spcBef>
              <a:spcAft>
                <a:spcPct val="0"/>
              </a:spcAft>
            </a:pPr>
            <a:endParaRPr lang="en-IN" sz="2353">
              <a:gradFill>
                <a:gsLst>
                  <a:gs pos="0">
                    <a:srgbClr val="FFFFFF"/>
                  </a:gs>
                  <a:gs pos="100000">
                    <a:srgbClr val="FFFFFF"/>
                  </a:gs>
                </a:gsLst>
                <a:lin ang="5400000" scaled="0"/>
              </a:gradFill>
              <a:cs typeface="Segoe UI" pitchFamily="34" charset="0"/>
            </a:endParaRPr>
          </a:p>
        </p:txBody>
      </p:sp>
    </p:spTree>
    <p:extLst>
      <p:ext uri="{BB962C8B-B14F-4D97-AF65-F5344CB8AC3E}">
        <p14:creationId xmlns:p14="http://schemas.microsoft.com/office/powerpoint/2010/main" val="4034610839"/>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AEBD2-4AD6-4182-BF38-A3DE71D14CCF}"/>
              </a:ext>
            </a:extLst>
          </p:cNvPr>
          <p:cNvSpPr>
            <a:spLocks noGrp="1"/>
          </p:cNvSpPr>
          <p:nvPr>
            <p:ph type="title"/>
          </p:nvPr>
        </p:nvSpPr>
        <p:spPr/>
        <p:txBody>
          <a:bodyPr/>
          <a:lstStyle/>
          <a:p>
            <a:r>
              <a:rPr lang="en-US">
                <a:solidFill>
                  <a:schemeClr val="tx1"/>
                </a:solidFill>
              </a:rPr>
              <a:t>Summary – </a:t>
            </a:r>
            <a:r>
              <a:rPr lang="en-US" sz="2800"/>
              <a:t>Monitor your networks using Azure Network Watcher</a:t>
            </a:r>
            <a:endParaRPr lang="en-US">
              <a:solidFill>
                <a:schemeClr val="tx1"/>
              </a:solidFill>
            </a:endParaRPr>
          </a:p>
        </p:txBody>
      </p:sp>
      <p:sp>
        <p:nvSpPr>
          <p:cNvPr id="6" name="Rectangle 5">
            <a:extLst>
              <a:ext uri="{FF2B5EF4-FFF2-40B4-BE49-F238E27FC236}">
                <a16:creationId xmlns:a16="http://schemas.microsoft.com/office/drawing/2014/main" id="{0B633E83-AF92-4262-B999-10850D32A854}"/>
              </a:ext>
            </a:extLst>
          </p:cNvPr>
          <p:cNvSpPr/>
          <p:nvPr/>
        </p:nvSpPr>
        <p:spPr bwMode="auto">
          <a:xfrm>
            <a:off x="418645" y="1559136"/>
            <a:ext cx="3615267" cy="537855"/>
          </a:xfrm>
          <a:prstGeom prst="rect">
            <a:avLst/>
          </a:prstGeom>
          <a:solidFill>
            <a:srgbClr val="243A5E"/>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179285" bIns="134464" numCol="1" spcCol="1270" anchor="ctr" anchorCtr="0">
            <a:noAutofit/>
          </a:bodyPr>
          <a:lstStyle/>
          <a:p>
            <a:r>
              <a:rPr lang="en-US" sz="1961">
                <a:solidFill>
                  <a:schemeClr val="bg1"/>
                </a:solidFill>
                <a:latin typeface="+mj-lt"/>
              </a:rPr>
              <a:t>Check your knowledge</a:t>
            </a:r>
          </a:p>
        </p:txBody>
      </p:sp>
      <p:sp>
        <p:nvSpPr>
          <p:cNvPr id="7" name="Rectangle 6">
            <a:extLst>
              <a:ext uri="{FF2B5EF4-FFF2-40B4-BE49-F238E27FC236}">
                <a16:creationId xmlns:a16="http://schemas.microsoft.com/office/drawing/2014/main" id="{E0C55107-420F-4893-A543-BBAE02ADD4F9}"/>
              </a:ext>
            </a:extLst>
          </p:cNvPr>
          <p:cNvSpPr/>
          <p:nvPr/>
        </p:nvSpPr>
        <p:spPr bwMode="auto">
          <a:xfrm>
            <a:off x="4172422" y="1559136"/>
            <a:ext cx="7607491" cy="537855"/>
          </a:xfrm>
          <a:prstGeom prst="rect">
            <a:avLst/>
          </a:prstGeom>
          <a:solidFill>
            <a:srgbClr val="243A5E"/>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179285" bIns="134464" numCol="1" spcCol="1270" anchor="ctr" anchorCtr="0">
            <a:noAutofit/>
          </a:bodyPr>
          <a:lstStyle/>
          <a:p>
            <a:r>
              <a:rPr lang="en-US" sz="1961">
                <a:solidFill>
                  <a:schemeClr val="bg1"/>
                </a:solidFill>
                <a:latin typeface="+mj-lt"/>
              </a:rPr>
              <a:t>Microsoft Learn Modules (docs.microsoft.com/Learn)</a:t>
            </a:r>
          </a:p>
        </p:txBody>
      </p:sp>
      <p:cxnSp>
        <p:nvCxnSpPr>
          <p:cNvPr id="9" name="Straight Connector 8">
            <a:extLst>
              <a:ext uri="{FF2B5EF4-FFF2-40B4-BE49-F238E27FC236}">
                <a16:creationId xmlns:a16="http://schemas.microsoft.com/office/drawing/2014/main" id="{BE6AA3B9-5828-4A5D-8314-9576F28143B1}"/>
              </a:ext>
              <a:ext uri="{C183D7F6-B498-43B3-948B-1728B52AA6E4}">
                <adec:decorative xmlns:adec="http://schemas.microsoft.com/office/drawing/2017/decorative" val="1"/>
              </a:ext>
            </a:extLst>
          </p:cNvPr>
          <p:cNvCxnSpPr>
            <a:cxnSpLocks/>
          </p:cNvCxnSpPr>
          <p:nvPr/>
        </p:nvCxnSpPr>
        <p:spPr>
          <a:xfrm>
            <a:off x="4172422" y="2812453"/>
            <a:ext cx="7590042" cy="0"/>
          </a:xfrm>
          <a:prstGeom prst="line">
            <a:avLst/>
          </a:prstGeom>
          <a:ln w="19050">
            <a:solidFill>
              <a:schemeClr val="bg1">
                <a:lumMod val="7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B905F8E-10CE-4B6E-B967-66074399B7A7}"/>
              </a:ext>
              <a:ext uri="{C183D7F6-B498-43B3-948B-1728B52AA6E4}">
                <adec:decorative xmlns:adec="http://schemas.microsoft.com/office/drawing/2017/decorative" val="1"/>
              </a:ext>
            </a:extLst>
          </p:cNvPr>
          <p:cNvCxnSpPr>
            <a:cxnSpLocks/>
          </p:cNvCxnSpPr>
          <p:nvPr/>
        </p:nvCxnSpPr>
        <p:spPr>
          <a:xfrm>
            <a:off x="4172422" y="3429000"/>
            <a:ext cx="7590042" cy="0"/>
          </a:xfrm>
          <a:prstGeom prst="line">
            <a:avLst/>
          </a:prstGeom>
          <a:ln w="19050">
            <a:solidFill>
              <a:schemeClr val="bg1">
                <a:lumMod val="7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18CBD089-992F-48CE-89FA-F3AF8370506B}"/>
              </a:ext>
              <a:ext uri="{C183D7F6-B498-43B3-948B-1728B52AA6E4}">
                <adec:decorative xmlns:adec="http://schemas.microsoft.com/office/drawing/2017/decorative" val="1"/>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493646" y="2652321"/>
            <a:ext cx="1465263" cy="2130976"/>
          </a:xfrm>
          <a:prstGeom prst="rect">
            <a:avLst/>
          </a:prstGeom>
        </p:spPr>
      </p:pic>
      <p:sp>
        <p:nvSpPr>
          <p:cNvPr id="12" name="TextBox 11">
            <a:extLst>
              <a:ext uri="{FF2B5EF4-FFF2-40B4-BE49-F238E27FC236}">
                <a16:creationId xmlns:a16="http://schemas.microsoft.com/office/drawing/2014/main" id="{EFF284E9-5527-4EB3-9FC8-4DC8B88FB9EA}"/>
              </a:ext>
            </a:extLst>
          </p:cNvPr>
          <p:cNvSpPr txBox="1"/>
          <p:nvPr/>
        </p:nvSpPr>
        <p:spPr>
          <a:xfrm>
            <a:off x="4172422" y="2282989"/>
            <a:ext cx="6093994" cy="369332"/>
          </a:xfrm>
          <a:prstGeom prst="rect">
            <a:avLst/>
          </a:prstGeom>
          <a:noFill/>
        </p:spPr>
        <p:txBody>
          <a:bodyPr wrap="square">
            <a:spAutoFit/>
          </a:bodyPr>
          <a:lstStyle/>
          <a:p>
            <a:r>
              <a:rPr lang="en-US">
                <a:hlinkClick r:id="rId4"/>
              </a:rPr>
              <a:t>Azure Network Watcher Documentation | Microsoft Docs</a:t>
            </a:r>
            <a:endParaRPr lang="en-US" dirty="0"/>
          </a:p>
        </p:txBody>
      </p:sp>
      <p:sp>
        <p:nvSpPr>
          <p:cNvPr id="5" name="Rectangle 4">
            <a:extLst>
              <a:ext uri="{FF2B5EF4-FFF2-40B4-BE49-F238E27FC236}">
                <a16:creationId xmlns:a16="http://schemas.microsoft.com/office/drawing/2014/main" id="{C0578D85-A06F-4703-B1B0-9691B29B14A3}"/>
              </a:ext>
            </a:extLst>
          </p:cNvPr>
          <p:cNvSpPr/>
          <p:nvPr/>
        </p:nvSpPr>
        <p:spPr>
          <a:xfrm>
            <a:off x="4276696" y="2845084"/>
            <a:ext cx="7590042" cy="537855"/>
          </a:xfrm>
          <a:prstGeom prst="rect">
            <a:avLst/>
          </a:prstGeom>
          <a:no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marL="0" lvl="1">
              <a:spcBef>
                <a:spcPts val="1176"/>
              </a:spcBef>
            </a:pPr>
            <a:r>
              <a:rPr lang="en-US" sz="1600">
                <a:hlinkClick r:id="rId5"/>
              </a:rPr>
              <a:t>Azure Network Watcher | Microsoft Docs</a:t>
            </a:r>
            <a:endParaRPr lang="en-US" sz="1765">
              <a:solidFill>
                <a:schemeClr val="tx1"/>
              </a:solidFill>
            </a:endParaRPr>
          </a:p>
        </p:txBody>
      </p:sp>
    </p:spTree>
    <p:extLst>
      <p:ext uri="{BB962C8B-B14F-4D97-AF65-F5344CB8AC3E}">
        <p14:creationId xmlns:p14="http://schemas.microsoft.com/office/powerpoint/2010/main" val="96699577"/>
      </p:ext>
    </p:extLst>
  </p:cSld>
  <p:clrMapOvr>
    <a:masterClrMapping/>
  </p:clrMapOvr>
  <p:transition>
    <p:fade/>
  </p:transition>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Microsoft Azure Template">
  <a:themeElements>
    <a:clrScheme name="Azure">
      <a:dk1>
        <a:srgbClr val="000000"/>
      </a:dk1>
      <a:lt1>
        <a:srgbClr val="FFFFFF"/>
      </a:lt1>
      <a:dk2>
        <a:srgbClr val="0078D4"/>
      </a:dk2>
      <a:lt2>
        <a:srgbClr val="FFFFFF"/>
      </a:lt2>
      <a:accent1>
        <a:srgbClr val="243A5E"/>
      </a:accent1>
      <a:accent2>
        <a:srgbClr val="75757A"/>
      </a:accent2>
      <a:accent3>
        <a:srgbClr val="000041"/>
      </a:accent3>
      <a:accent4>
        <a:srgbClr val="0078D4"/>
      </a:accent4>
      <a:accent5>
        <a:srgbClr val="50E6FF"/>
      </a:accent5>
      <a:accent6>
        <a:srgbClr val="EBEBEB"/>
      </a:accent6>
      <a:hlink>
        <a:srgbClr val="0078D4"/>
      </a:hlink>
      <a:folHlink>
        <a:srgbClr val="0078D4"/>
      </a:folHlink>
    </a:clrScheme>
    <a:fontScheme name="Dynamics 365">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ATT_Azure_PowerPoint_Template_Dec19" id="{4D812253-AE16-49B7-9E8B-E155C396F1B1}" vid="{CDFF03D5-E879-4992-95FD-25D14F5B9F5C}"/>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29163849240324E9E04492C11FECC70" ma:contentTypeVersion="15" ma:contentTypeDescription="Create a new document." ma:contentTypeScope="" ma:versionID="8f9d8de33abc71b2d05badd92e2b5931">
  <xsd:schema xmlns:xsd="http://www.w3.org/2001/XMLSchema" xmlns:xs="http://www.w3.org/2001/XMLSchema" xmlns:p="http://schemas.microsoft.com/office/2006/metadata/properties" xmlns:ns1="http://schemas.microsoft.com/sharepoint/v3" xmlns:ns2="e8bab37c-6053-4066-b569-fd9fbae908bd" xmlns:ns3="1d16016b-1e11-4dbd-8bd0-b44cb6539c58" targetNamespace="http://schemas.microsoft.com/office/2006/metadata/properties" ma:root="true" ma:fieldsID="fce38079b6a51eb356cb81d02c0f0cc5" ns1:_="" ns2:_="" ns3:_="">
    <xsd:import namespace="http://schemas.microsoft.com/sharepoint/v3"/>
    <xsd:import namespace="e8bab37c-6053-4066-b569-fd9fbae908bd"/>
    <xsd:import namespace="1d16016b-1e11-4dbd-8bd0-b44cb6539c58"/>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OCR" minOccurs="0"/>
                <xsd:element ref="ns2:MediaServiceDateTaken" minOccurs="0"/>
                <xsd:element ref="ns2:MediaServiceAutoTags" minOccurs="0"/>
                <xsd:element ref="ns1:_ip_UnifiedCompliancePolicyProperties" minOccurs="0"/>
                <xsd:element ref="ns1:_ip_UnifiedCompliancePolicyUIAction" minOccurs="0"/>
                <xsd:element ref="ns2:MediaServiceGenerationTime" minOccurs="0"/>
                <xsd:element ref="ns2:MediaServiceEventHashCode" minOccurs="0"/>
                <xsd:element ref="ns2:Description" minOccurs="0"/>
                <xsd:element ref="ns3:SharedWithUsers" minOccurs="0"/>
                <xsd:element ref="ns3:SharedWithDetail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5" nillable="true" ma:displayName="Unified Compliance Policy Properties" ma:hidden="true" ma:internalName="_ip_UnifiedCompliancePolicyProperties">
      <xsd:simpleType>
        <xsd:restriction base="dms:Note"/>
      </xsd:simpleType>
    </xsd:element>
    <xsd:element name="_ip_UnifiedCompliancePolicyUIAction" ma:index="16"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8bab37c-6053-4066-b569-fd9fbae908b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Description" ma:index="19" nillable="true" ma:displayName="Description" ma:format="Dropdown" ma:internalName="Description">
      <xsd:simpleType>
        <xsd:restriction base="dms:Note">
          <xsd:maxLength value="255"/>
        </xsd:restriction>
      </xsd:simpleType>
    </xsd:element>
    <xsd:element name="MediaLengthInSeconds" ma:index="22"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1d16016b-1e11-4dbd-8bd0-b44cb6539c58" elementFormDefault="qualified">
    <xsd:import namespace="http://schemas.microsoft.com/office/2006/documentManagement/types"/>
    <xsd:import namespace="http://schemas.microsoft.com/office/infopath/2007/PartnerControls"/>
    <xsd:element name="SharedWithUsers" ma:index="2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Description xmlns="e8bab37c-6053-4066-b569-fd9fbae908bd" xsi:nil="true"/>
    <_ip_UnifiedCompliancePolicyUIAction xmlns="http://schemas.microsoft.com/sharepoint/v3" xsi:nil="true"/>
    <_ip_UnifiedCompliancePolicyProperties xmlns="http://schemas.microsoft.com/sharepoint/v3"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B76707E-685C-4CF5-9897-2A16D6895C7E}">
  <ds:schemaRefs>
    <ds:schemaRef ds:uri="1d16016b-1e11-4dbd-8bd0-b44cb6539c58"/>
    <ds:schemaRef ds:uri="e8bab37c-6053-4066-b569-fd9fbae908b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3062C1EE-537C-4975-B091-92B7EED18B7E}">
  <ds:schemaRefs>
    <ds:schemaRef ds:uri="1d16016b-1e11-4dbd-8bd0-b44cb6539c58"/>
    <ds:schemaRef ds:uri="e8bab37c-6053-4066-b569-fd9fbae908bd"/>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4EEB5FC8-9F12-427D-BC46-628B14AF91F9}">
  <ds:schemaRefs>
    <ds:schemaRef ds:uri="http://schemas.microsoft.com/sharepoint/v3/contenttype/forms"/>
  </ds:schemaRefs>
</ds:datastoreItem>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office theme</Template>
  <TotalTime>51</TotalTime>
  <Words>2646</Words>
  <Application>Microsoft Office PowerPoint</Application>
  <PresentationFormat>Widescreen</PresentationFormat>
  <Paragraphs>234</Paragraphs>
  <Slides>25</Slides>
  <Notes>25</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25</vt:i4>
      </vt:variant>
    </vt:vector>
  </HeadingPairs>
  <TitlesOfParts>
    <vt:vector size="36" baseType="lpstr">
      <vt:lpstr>-apple-system</vt:lpstr>
      <vt:lpstr>Arial</vt:lpstr>
      <vt:lpstr>Calibri</vt:lpstr>
      <vt:lpstr>Calibri Light</vt:lpstr>
      <vt:lpstr>Consolas</vt:lpstr>
      <vt:lpstr>Segoe UI</vt:lpstr>
      <vt:lpstr>Segoe UI Semibold</vt:lpstr>
      <vt:lpstr>Symbol</vt:lpstr>
      <vt:lpstr>Wingdings</vt:lpstr>
      <vt:lpstr>office theme</vt:lpstr>
      <vt:lpstr>Microsoft Azure Template</vt:lpstr>
      <vt:lpstr>AZ-700T00A Module 08: Design and Implement Network Monitoring </vt:lpstr>
      <vt:lpstr>Module Overview</vt:lpstr>
      <vt:lpstr>Lesson 01: Monitor your networks using Azure Monitor </vt:lpstr>
      <vt:lpstr>Monitor your networks using Azure Monitor  Overview</vt:lpstr>
      <vt:lpstr>Azure Monitor </vt:lpstr>
      <vt:lpstr>Metrics explorer </vt:lpstr>
      <vt:lpstr>Azure Monitor Network Insights </vt:lpstr>
      <vt:lpstr>Monitor your networks using Azure Monitor - Review</vt:lpstr>
      <vt:lpstr>Lesson 02: Exercise – Monitor a load balancer resource using Azure Monitor</vt:lpstr>
      <vt:lpstr>Exercise – Monitor a load balancer resource using Azure Monitor</vt:lpstr>
      <vt:lpstr>Lesson 03: Monitor your networks using Azure Network Watcher</vt:lpstr>
      <vt:lpstr>Monitor your networks using Azure Network Watcher overview</vt:lpstr>
      <vt:lpstr>Network Watcher</vt:lpstr>
      <vt:lpstr>Topology</vt:lpstr>
      <vt:lpstr>Connection Monitor </vt:lpstr>
      <vt:lpstr>IP Flow Verify</vt:lpstr>
      <vt:lpstr>NSG Diagnostics</vt:lpstr>
      <vt:lpstr>Next Hop</vt:lpstr>
      <vt:lpstr>Effective Security Rules</vt:lpstr>
      <vt:lpstr>VPN Troubleshoot</vt:lpstr>
      <vt:lpstr>Packet Capture</vt:lpstr>
      <vt:lpstr>Connection Troubleshoot</vt:lpstr>
      <vt:lpstr>NSG Flow Logs</vt:lpstr>
      <vt:lpstr>Traffic Analytics </vt:lpstr>
      <vt:lpstr>Summary – Monitor your networks using Azure Network Watcher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Jill Leary</cp:lastModifiedBy>
  <cp:revision>6</cp:revision>
  <dcterms:created xsi:type="dcterms:W3CDTF">2021-07-04T15:16:48Z</dcterms:created>
  <dcterms:modified xsi:type="dcterms:W3CDTF">2022-04-25T20:49:13Z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0x010100329163849240324E9E04492C11FECC70</vt:lpwstr>
  </property>
</Properties>
</file>